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949440" y="50292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HealthAgent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Health Monitoring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Wearable Continuous Data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3200400" cy="36576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3474720"/>
            <a:ext cx="1417320" cy="3200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474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12848" y="3474720"/>
            <a:ext cx="1417320" cy="3200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12848" y="3474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85616" y="3474720"/>
            <a:ext cx="1417320" cy="3200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85616" y="3474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FAISS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58384" y="3474720"/>
            <a:ext cx="1417320" cy="3200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58384" y="3474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31152" y="3474720"/>
            <a:ext cx="1417320" cy="3200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3474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4023360"/>
            <a:ext cx="4114800" cy="640080"/>
          </a:xfrm>
          <a:prstGeom prst="rect">
            <a:avLst/>
          </a:prstGeom>
          <a:solidFill>
            <a:srgbClr val="132940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70432" y="40416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70432" y="4315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GitHub repo URL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400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Course  ·  Final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109728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Insight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7432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produce rich streams — heart rate, sleep, steps — but users have no intelligent layer to interpret patterns or act on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0128" y="1188720"/>
            <a:ext cx="2651760" cy="34747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1188720"/>
            <a:ext cx="26517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1732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9856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Reactive-Only Apps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47288" y="27432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health apps only respond when asked. None proactively detect emerging health risks or alert users without a prompt.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188720"/>
            <a:ext cx="2651760" cy="34747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1188720"/>
            <a:ext cx="265176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41732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or Learning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0216" y="27432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is generic and stateless. Apps forget user preferences, repeat disliked suggestions, and never adapt to individual feedback.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HealthAgent solves all three by implementing a full AI Agent loop: Perceive → Reason → Act → Learn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HealthAgent?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9768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HealthAgent is an LLM-driven AI agent that continuously monitors wearable data, performs multi-step health reasoning, and delivers personalized recommendations — closing a full perception → decision → action → feedback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72384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30-day wearable data (HR, steps, sleep)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00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detection (Z-score)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39312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reasoning with 5 callable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67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 (FAISS + 30 health facts)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51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memory: short / long-term / episodic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34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preference adaptation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170432"/>
            <a:ext cx="3749040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14904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· Alerts · Reports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1792224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0" y="1874520"/>
            <a:ext cx="3749040" cy="621792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Brain (ReAct)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49631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0" y="2578608"/>
            <a:ext cx="3749040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624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28986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LangChain tools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3200400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0" y="3282696"/>
            <a:ext cx="3749040" cy="621792"/>
          </a:xfrm>
          <a:prstGeom prst="rect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328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Layer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360273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· Features · Labels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3904488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3986784"/>
            <a:ext cx="3749040" cy="6217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032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4306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· User · KB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6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576072"/>
          </a:xfrm>
          <a:prstGeom prst="rect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Feedback &amp; Adaptation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807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feedback · Preference updater · Implicit signal · Memory consolidation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0" y="1655064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728216"/>
            <a:ext cx="8412480" cy="576072"/>
          </a:xfrm>
          <a:prstGeom prst="rect">
            <a:avLst/>
          </a:prstGeom>
          <a:solidFill>
            <a:srgbClr val="FFF0E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739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Action &amp;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advice · Proactive alert (no prompt) · Conversational QA · Weekly report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0" y="2304288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576072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231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Tool Execution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791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assessor · Trend analyzer · KB retriever · Alert engine · Report generator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0" y="2953512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3026664"/>
            <a:ext cx="8412480" cy="576072"/>
          </a:xfrm>
          <a:prstGeom prst="rect">
            <a:avLst/>
          </a:prstGeom>
          <a:solidFill>
            <a:srgbClr val="EDE9FE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Agent Brain (ReAct Loop)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Tool registry · Prompt manager · Short/Long/Episodic memory · Reasoning trace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0" y="3602736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3675888"/>
            <a:ext cx="8412480" cy="576072"/>
          </a:xfrm>
          <a:prstGeom prst="rect">
            <a:avLst/>
          </a:prstGeom>
          <a:solidFill>
            <a:srgbClr val="E0F5F2"/>
          </a:solidFill>
          <a:ln w="6350">
            <a:solidFill>
              <a:srgbClr val="0A7C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21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Perception &amp; Preprocessing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· Z-score anomaly · Feature extractor · Event classifier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4251960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4325112"/>
            <a:ext cx="8412480" cy="576072"/>
          </a:xfrm>
          <a:prstGeom prst="rect">
            <a:avLst/>
          </a:prstGeom>
          <a:solidFill>
            <a:srgbClr val="E8EDF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70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· Environment &amp; Data Sources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6268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streams · User inputs · Health knowledge base (FAISS) · External context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solidFill>
            <a:srgbClr val="E0F5F2"/>
          </a:solidFill>
          <a:ln w="6350">
            <a:solidFill>
              <a:srgbClr val="0A7C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User ratings → disliked_tags updated → injected into next session's system prompt → behavior changes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Agent Thinks — ReAct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 ·  repeated up to 6 iterations per query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600200"/>
          </a:xfrm>
          <a:prstGeom prst="rect">
            <a:avLst/>
          </a:prstGeom>
          <a:solidFill>
            <a:srgbClr val="132940"/>
          </a:solidFill>
          <a:ln w="10160">
            <a:solidFill>
              <a:srgbClr val="0A7C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438912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930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7647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today's health data from SQLite. Check for anomaly flags. Set health context window.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600200"/>
          </a:xfrm>
          <a:prstGeom prst="rect">
            <a:avLst/>
          </a:prstGeom>
          <a:solidFill>
            <a:srgbClr val="132940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34440"/>
            <a:ext cx="265176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930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1325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7647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reads system prompt + context. Decides which tool to call first based on the query.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1600200"/>
          </a:xfrm>
          <a:prstGeom prst="rect">
            <a:avLst/>
          </a:prstGeom>
          <a:solidFill>
            <a:srgbClr val="132940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34440"/>
            <a:ext cx="265176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8930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1325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4768" y="17647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chosen tool: assess_health_status / get_health_trend / query_knowledge_base / get_user_profile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51760" cy="1600200"/>
          </a:xfrm>
          <a:prstGeom prst="rect">
            <a:avLst/>
          </a:prstGeom>
          <a:solidFill>
            <a:srgbClr val="132940"/>
          </a:solidFill>
          <a:ln w="10160">
            <a:solidFill>
              <a:srgbClr val="6D28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17520"/>
            <a:ext cx="265176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723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108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354787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 output. Append result to agent scratchpad. Re-assess: is there enough info to respond?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51760" cy="1600200"/>
          </a:xfrm>
          <a:prstGeom prst="rect">
            <a:avLst/>
          </a:prstGeom>
          <a:solidFill>
            <a:srgbClr val="132940"/>
          </a:solidFill>
          <a:ln w="10160">
            <a:solidFill>
              <a:srgbClr val="12B8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017520"/>
            <a:ext cx="2651760" cy="438912"/>
          </a:xfrm>
          <a:prstGeom prst="rect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723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03320" y="3108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54787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info needed, loop back to Reason. Choose next tool. Continue until confident (max 6 iterations).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600200"/>
          </a:xfrm>
          <a:prstGeom prst="rect">
            <a:avLst/>
          </a:prstGeom>
          <a:solidFill>
            <a:srgbClr val="132940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017520"/>
            <a:ext cx="2651760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0723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37960" y="3108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44768" y="354787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all tool outputs. Apply user preferences. Generate personalized, evidence-grounded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Execution Layer — 5 LangChain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72768" cy="352044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1572768" cy="914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29844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9339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assess_health_status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239572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(date) → dict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84048" y="2697480"/>
            <a:ext cx="14447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today's metrics 0–100. Returns flagged issues with severity. Runs on every query first.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29968" y="1143000"/>
            <a:ext cx="1572768" cy="352044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29968" y="1143000"/>
            <a:ext cx="1572768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29844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75688" y="199339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get_health_trend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075688" y="239572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(days) → dict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2093976" y="2697480"/>
            <a:ext cx="14447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7/14/30-day rolling analysis. Detects streaks like '3 consecutive poor sleep days'.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39896" y="1143000"/>
            <a:ext cx="1572768" cy="352044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39896" y="1143000"/>
            <a:ext cx="1572768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98448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85616" y="199339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query_knowledge_base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785616" y="239572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(query) → str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803904" y="2697480"/>
            <a:ext cx="14447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FAISS index. Returns top-3 WHO guideline facts. Grounds LLM responses.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49824" y="1143000"/>
            <a:ext cx="1572768" cy="352044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49824" y="1143000"/>
            <a:ext cx="1572768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1298448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95544" y="199339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get_user_profile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495544" y="239572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→ dict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5513832" y="2697480"/>
            <a:ext cx="14447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preferences, goals, disliked_tags. Injected into every response to avoid unwanted topics.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159752" y="1143000"/>
            <a:ext cx="1572768" cy="352044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159752" y="1143000"/>
            <a:ext cx="1572768" cy="91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1298448"/>
            <a:ext cx="640080" cy="640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05472" y="199339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save_feedback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205472" y="239572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(text,rating,tag)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7223760" y="2697480"/>
            <a:ext cx="14447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👍/👎 to SQLite. Negative tags trigger preference update. Closes adaptation loop.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implemented with LangChain @tool decorator — docstrings auto-exposed as GPT-4o function descriptions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Knowledge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148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health_facts.txt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80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WHO guidelines &amp; clinical norms, one fact per 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94560" y="170992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4114800" cy="59436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92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converted to a high-dimensional vector (text-embedding-3-small)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560" y="245973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411480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42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stored on disk (faiss_index/). Loaded once, cached by Streamlit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94560" y="320954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411480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924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630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embedded at runtime. FAISS returns top-3 most similar facts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94560" y="3959352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114800" cy="594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42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Generation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appended to agent context. GPT-4o cites evidence in its response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115568"/>
            <a:ext cx="4023360" cy="2194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matters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700784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627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RAG: GPT relies on training memory → hallucination risk for specific clinical numbers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2231136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1579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RAG: Agent retrieves verified WHO facts before responding → grounded, accurate advice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2761488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6883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latency: FAISS index is pre-built and disk-cached, no rebuild on app restart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456432"/>
            <a:ext cx="4023360" cy="141732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529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retrieval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840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"sleep deprivation heart rate"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fact: "Adults need 7-9 hours of sleep per night. Chronic sleep deprivation raises resting heart rate by 5-10 bpm." (NSF, 2015)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Memory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611880"/>
          </a:xfrm>
          <a:prstGeom prst="rect">
            <a:avLst/>
          </a:prstGeom>
          <a:solidFill>
            <a:srgbClr val="E0F5F2"/>
          </a:solidFill>
          <a:ln w="10160">
            <a:solidFill>
              <a:srgbClr val="0A7C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450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· Python list · Cleared on reset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30352" y="2926080"/>
            <a:ext cx="91440" cy="91440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8346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conversation history (HumanMessage / AIMessage objects)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" y="3401568"/>
            <a:ext cx="91440" cy="91440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3101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tool outputs stored in agent scratchpad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" y="3877056"/>
            <a:ext cx="91440" cy="91440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78561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health context for current session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143000"/>
            <a:ext cx="2651760" cy="3611880"/>
          </a:xfrm>
          <a:prstGeom prst="rect">
            <a:avLst/>
          </a:prstGeom>
          <a:solidFill>
            <a:srgbClr val="EDE9FE"/>
          </a:solidFill>
          <a:ln w="1016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8016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91840" y="2450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· SQLite · Survives restarts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364992" y="292608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20440" y="28346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profile (name, age, goal)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364992" y="3401568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20440" y="33101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disliked_tags: topics to permanently avoid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64992" y="3877056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520440" y="378561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history: all 👍/👎 with date and tag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35040" y="1143000"/>
            <a:ext cx="2651760" cy="3611880"/>
          </a:xfrm>
          <a:prstGeom prst="rect">
            <a:avLst/>
          </a:prstGeom>
          <a:solidFill>
            <a:srgbClr val="FFF0E6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280160"/>
            <a:ext cx="731520" cy="7315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2648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126480" y="2450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Event-based · SQLite + vector store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199632" y="292608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55080" y="28346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health events: 'Week of poor sleep Jan 10–15'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199632" y="34015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55080" y="33101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by semantic similarity at session start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199632" y="38770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55080" y="378561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human hippocampal memory model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design inspired by cognitive science: working memory (short-term) · semantic memory (long-term) · episodic memory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UI — Streamlit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 ·  Two-column layout with real-time tool call visualization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solidFill>
            <a:srgbClr val="F0F4F8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61288"/>
            <a:ext cx="109728" cy="109728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HealthAgent  ⚠ Alert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Jan 15, 2026 · Alex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192024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72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bpm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9842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536192"/>
            <a:ext cx="192024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572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06040" y="1737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19842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1536192"/>
            <a:ext cx="192024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72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737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19842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29400" y="1536192"/>
            <a:ext cx="192024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572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20840" y="1737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19842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304288"/>
            <a:ext cx="25146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042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Why do I feel tired?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72968" y="2304288"/>
            <a:ext cx="25146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23042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Health this week?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88736" y="2304288"/>
            <a:ext cx="25146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8736" y="23042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What to focus on?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51760"/>
            <a:ext cx="5760720" cy="201168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67004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assess_health_status() → score:34  flags:[sleep 4.8h, HR 98bpm, steps 2140]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862072"/>
            <a:ext cx="5760720" cy="201168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88036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query_knowledge_base('sleep deprivation') → 3 WHO facts retrieved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3127248"/>
            <a:ext cx="576072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163824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sleep has been below 5.5h for 3 consecutive days and your heart rate is elevated at 98bpm. Here's what I recommend: (1) Light activity only today. (2) 20-min nap 1–3 PM. (3) Phone off by 10 PM. One good night recovers most of this 💪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1481328"/>
            <a:ext cx="2377440" cy="24231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5361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this week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46520" y="1885950"/>
            <a:ext cx="256032" cy="326898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57416" y="1784909"/>
            <a:ext cx="256032" cy="427939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68312" y="1689811"/>
            <a:ext cx="256032" cy="523037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79208" y="1820570"/>
            <a:ext cx="256032" cy="392278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90104" y="1963217"/>
            <a:ext cx="256032" cy="24963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01000" y="2046427"/>
            <a:ext cx="256032" cy="16642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11896" y="2105863"/>
            <a:ext cx="256032" cy="10698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286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Trends: Sleep ↓  HR ↑  Steps →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0" y="25146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dislikes 'diet advice'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00800" y="271576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Alex · Goal: sleep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00800" y="2971800"/>
            <a:ext cx="2103120" cy="27432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2971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Reset Demo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tool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3232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memory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Demo Scenarios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7033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4572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2070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Alert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" y="1691640"/>
            <a:ext cx="2468880" cy="256032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prompt needed — Agent-initiated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loads. Agent detects sleep=4.8h AND HR=98 AND 3-day declining streak. Fires alert automatically.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assess_health_status → get_health_trend → query_kb → get_user_profile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 · Proactive behavior · Multi-signal reasoning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1143000"/>
            <a:ext cx="2697480" cy="37033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143000"/>
            <a:ext cx="269748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1704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75888" y="12070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Health Query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82696" y="1691640"/>
            <a:ext cx="2468880" cy="256032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7099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reasoning with RAG evidence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10128" y="20116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221284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'Was my exercise sufficient this week?' Agent queries DB, checks WHO guidelines, personalizes.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9260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3127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get_health_trend(7) → query_kb('exercise') → get_user_profile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367588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38770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chaining · RAG grounding · Context-aware QA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25896" y="1143000"/>
            <a:ext cx="2697480" cy="37033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1143000"/>
            <a:ext cx="269748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1704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28816" y="12070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Recommendation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35624" y="1691640"/>
            <a:ext cx="2468880" cy="256032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17099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Memory-driven behavioral change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63056" y="20116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63056" y="221284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👎 sleep-nap advice twice. Tag added to disliked_tags. Next session: nap advice disappears.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63056" y="29260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63056" y="3127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save_feedback → memory.update_profile → next session system prompt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63056" y="367588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63056" y="38770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· Long-term memory · Observable adaptation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vs. Standard LLM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HealthAgent is fundamentally different — not just a chatbot wrapper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011680" cy="438912"/>
          </a:xfrm>
          <a:prstGeom prst="rect">
            <a:avLst/>
          </a:prstGeom>
          <a:solidFill>
            <a:srgbClr val="0A7C6C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115568"/>
            <a:ext cx="3017520" cy="438912"/>
          </a:xfrm>
          <a:prstGeom prst="rect">
            <a:avLst/>
          </a:prstGeom>
          <a:solidFill>
            <a:srgbClr val="0A7C6C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11556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115568"/>
            <a:ext cx="3017520" cy="438912"/>
          </a:xfrm>
          <a:prstGeom prst="rect">
            <a:avLst/>
          </a:prstGeom>
          <a:solidFill>
            <a:srgbClr val="0A7C6C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11556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201168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1591056"/>
            <a:ext cx="301752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59105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current conversation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0" y="1591056"/>
            <a:ext cx="3017520" cy="438912"/>
          </a:xfrm>
          <a:prstGeom prst="rect">
            <a:avLst/>
          </a:prstGeom>
          <a:solidFill>
            <a:srgbClr val="0A201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59105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SQLite data + FAISS KB + user history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66544"/>
            <a:ext cx="2011680" cy="438912"/>
          </a:xfrm>
          <a:prstGeom prst="rect">
            <a:avLst/>
          </a:prstGeom>
          <a:solidFill>
            <a:srgbClr val="1329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665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mechanism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77440" y="2066544"/>
            <a:ext cx="3017520" cy="438912"/>
          </a:xfrm>
          <a:prstGeom prst="rect">
            <a:avLst/>
          </a:prstGeom>
          <a:solidFill>
            <a:srgbClr val="1329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0665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must ask first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94960" y="2066544"/>
            <a:ext cx="3017520" cy="438912"/>
          </a:xfrm>
          <a:prstGeom prst="rect">
            <a:avLst/>
          </a:prstGeom>
          <a:solidFill>
            <a:srgbClr val="0F2A1F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0665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fires on anomaly detection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542032"/>
            <a:ext cx="201168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420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capability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2542032"/>
            <a:ext cx="301752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54203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output only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2542032"/>
            <a:ext cx="3017520" cy="438912"/>
          </a:xfrm>
          <a:prstGeom prst="rect">
            <a:avLst/>
          </a:prstGeom>
          <a:solidFill>
            <a:srgbClr val="0A201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54203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 · reads/writes DB · generates reports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017520"/>
            <a:ext cx="2011680" cy="438912"/>
          </a:xfrm>
          <a:prstGeom prst="rect">
            <a:avLst/>
          </a:prstGeom>
          <a:solidFill>
            <a:srgbClr val="1329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17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77440" y="3017520"/>
            <a:ext cx="3017520" cy="438912"/>
          </a:xfrm>
          <a:prstGeom prst="rect">
            <a:avLst/>
          </a:prstGeom>
          <a:solidFill>
            <a:srgbClr val="1329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0175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conversation ends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017520"/>
            <a:ext cx="3017520" cy="438912"/>
          </a:xfrm>
          <a:prstGeom prst="rect">
            <a:avLst/>
          </a:prstGeom>
          <a:solidFill>
            <a:srgbClr val="0F2A1F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0175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3-tier: short-term · long-term · episodic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493008"/>
            <a:ext cx="201168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493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77440" y="3493008"/>
            <a:ext cx="301752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49300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for all users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94960" y="3493008"/>
            <a:ext cx="3017520" cy="438912"/>
          </a:xfrm>
          <a:prstGeom prst="rect">
            <a:avLst/>
          </a:prstGeom>
          <a:solidFill>
            <a:srgbClr val="0A201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49300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feedback · avoids disliked topics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968496"/>
            <a:ext cx="2011680" cy="438912"/>
          </a:xfrm>
          <a:prstGeom prst="rect">
            <a:avLst/>
          </a:prstGeom>
          <a:solidFill>
            <a:srgbClr val="1329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96849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77440" y="3968496"/>
            <a:ext cx="3017520" cy="438912"/>
          </a:xfrm>
          <a:prstGeom prst="rect">
            <a:avLst/>
          </a:prstGeom>
          <a:solidFill>
            <a:srgbClr val="1329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9684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response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394960" y="3968496"/>
            <a:ext cx="3017520" cy="438912"/>
          </a:xfrm>
          <a:prstGeom prst="rect">
            <a:avLst/>
          </a:prstGeom>
          <a:solidFill>
            <a:srgbClr val="0F2A1F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9684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trace visible in UI per query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443984"/>
            <a:ext cx="201168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44398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377440" y="4443984"/>
            <a:ext cx="301752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444398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394960" y="4443984"/>
            <a:ext cx="3017520" cy="438912"/>
          </a:xfrm>
          <a:prstGeom prst="rect">
            <a:avLst/>
          </a:prstGeom>
          <a:solidFill>
            <a:srgbClr val="0A201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444398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change confirmed across sessions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160520" cy="109728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109728" cy="109728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Reasoning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472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· strong function calling · ~$0.01 per full demo run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160520" cy="109728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70432"/>
            <a:ext cx="109728" cy="10972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435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01768" y="1472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01768" y="18105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 · create_tool_calling_agent · @tool decorator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4160520" cy="109728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50592"/>
            <a:ext cx="10972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23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752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RAG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3090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OpenAIEmbeddings · disk-cached index · top-3 semantic search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60520" cy="109728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450592"/>
            <a:ext cx="10972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523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01768" y="2752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/ Pandas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01768" y="3090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standard deviation · personalized baselines · no ML training 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30752"/>
            <a:ext cx="4160520" cy="109728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30752"/>
            <a:ext cx="109728" cy="10972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039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40325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" y="43708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health_logs · user_profile · advice_feedback · episodic_memory tables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730752"/>
            <a:ext cx="4160520" cy="109728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30752"/>
            <a:ext cx="109728" cy="1097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8039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01768" y="40325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01768" y="43708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layout · st.chat_message · real-time tool trace · @st.cache_resource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190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1719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wearable API (Apple HealthKit, Fitbit)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494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detection: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22494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only — no multi-variate ML 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7977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health facts: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27797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needs PubMed-scale expansion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101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auth, no multi-user profile isolation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404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UI: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2880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 API — Streamlit tied to agent directly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810512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7190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wearable API: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17190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HealthKit / Google Fit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34086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2494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2494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 for multi-variate anomalies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87121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7797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27797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backend — mobile app can consume 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401568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310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0" y="33101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PostgreSQL + role-based profiles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931920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84048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forecasting: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3840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7-day health trajectory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583680" y="6400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22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6060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6-layer AI agent with perception → reasoning → action → feedback loop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118104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02666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 · 5 tools · RAG pipeline · 3-tier memory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538728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344728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alerts — no user prompt required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959352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386791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behavioral adaptation via feedback across sessions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160520"/>
            <a:ext cx="5669280" cy="749808"/>
          </a:xfrm>
          <a:prstGeom prst="rect">
            <a:avLst/>
          </a:prstGeom>
          <a:solidFill>
            <a:srgbClr val="132940"/>
          </a:solidFill>
          <a:ln w="19050">
            <a:solidFill>
              <a:srgbClr val="0A7C6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7939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42062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325880" y="445312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github.com/YOUR_USERNAME/health-agent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HealthAgent – AI Agent Course Final Presentation</dc:title>
  <dc:subject>PptxGenJS Presentation</dc:subject>
  <dc:creator>PptxGenJS</dc:creator>
  <cp:lastModifiedBy>PptxGenJS</cp:lastModifiedBy>
  <cp:revision>1</cp:revision>
  <dcterms:created xsi:type="dcterms:W3CDTF">2026-04-21T23:52:42Z</dcterms:created>
  <dcterms:modified xsi:type="dcterms:W3CDTF">2026-04-21T23:52:42Z</dcterms:modified>
</cp:coreProperties>
</file>