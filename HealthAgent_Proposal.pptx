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PROPOSAL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HealthAgent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Personal Health Monitoring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Wearable Continuous Data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132320" y="640080"/>
            <a:ext cx="1463040" cy="1463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206240"/>
            <a:ext cx="3657600" cy="50292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2245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Course  ·  Final Project Idea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0F5F2"/>
          </a:solidFill>
          <a:ln w="12700">
            <a:solidFill>
              <a:srgbClr val="0E9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3246120"/>
          </a:xfrm>
          <a:prstGeom prst="rect">
            <a:avLst/>
          </a:prstGeom>
          <a:solidFill>
            <a:srgbClr val="F7FBFA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109728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64592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23774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Abundance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28346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generate rich real-time streams — heart rate, steps, sleep — but users lack tools to interpret them.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417320"/>
            <a:ext cx="2651760" cy="3246120"/>
          </a:xfrm>
          <a:prstGeom prst="rect">
            <a:avLst/>
          </a:prstGeom>
          <a:solidFill>
            <a:srgbClr val="F7FBFA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417320"/>
            <a:ext cx="2651760" cy="109728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64592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1568" y="23774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Actionable Insight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29000" y="28346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report raw numbers without context-aware reasoning or personalized daily recommendations.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26480" y="1417320"/>
            <a:ext cx="2651760" cy="3246120"/>
          </a:xfrm>
          <a:prstGeom prst="rect">
            <a:avLst/>
          </a:prstGeom>
          <a:solidFill>
            <a:srgbClr val="F7FBFA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417320"/>
            <a:ext cx="2651760" cy="109728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4592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36208" y="23774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AI Agents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63640" y="28346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systems apply LLM-based agents to the health monitoring domain with perception → reasoning → action loops.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E0F5F2"/>
          </a:solidFill>
          <a:ln w="12700">
            <a:solidFill>
              <a:srgbClr val="0E9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HealthAgent?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33375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HealthAgent is an LLM-driven AI agent that continuously monitors wearable device data, performs health state reasoning, and delivers personalized daily recommendations — closing the perception → decision → action loop.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557016"/>
            <a:ext cx="109728" cy="109728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520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wearable data: HR, steps, sleep, calories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822192"/>
            <a:ext cx="109728" cy="109728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856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&amp; trend forecasting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087368"/>
            <a:ext cx="109728" cy="109728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507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advice generation (LangChain + GPT-4o)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352544"/>
            <a:ext cx="109728" cy="109728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3159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module: user preference adaptation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109728" cy="109728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5811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chat interface (Streamlit)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463040"/>
            <a:ext cx="3840480" cy="6766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5179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18105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advice · Alerts · Reports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2139696"/>
            <a:ext cx="548640" cy="128016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139696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2267712"/>
            <a:ext cx="3840480" cy="676656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32257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Brain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261518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· Predict · Generate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0" y="2944368"/>
            <a:ext cx="548640" cy="128016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944368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3072384"/>
            <a:ext cx="3840480" cy="676656"/>
          </a:xfrm>
          <a:prstGeom prst="rect">
            <a:avLst/>
          </a:prstGeom>
          <a:solidFill>
            <a:srgbClr val="0E9A87"/>
          </a:solidFill>
          <a:ln w="12700">
            <a:solidFill>
              <a:srgbClr val="0E9A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1272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Layer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34198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Detect · Extract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0" y="3749040"/>
            <a:ext cx="548640" cy="128016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374904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3877056"/>
            <a:ext cx="3840480" cy="676656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9319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83480" y="422452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· User input · KB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E0F5F2"/>
          </a:solidFill>
          <a:ln w="12700">
            <a:solidFill>
              <a:srgbClr val="0E9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965960" cy="320040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5087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93192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Wearables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93192" y="30266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 Logs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3192" y="3355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Health KB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86000" y="2862072"/>
            <a:ext cx="18288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86000" y="2834640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68880" y="1325880"/>
            <a:ext cx="1965960" cy="3200400"/>
          </a:xfrm>
          <a:prstGeom prst="rect">
            <a:avLst/>
          </a:prstGeom>
          <a:solidFill>
            <a:srgbClr val="0E9A87"/>
          </a:solidFill>
          <a:ln w="12700">
            <a:solidFill>
              <a:srgbClr val="0E9A8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150876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42032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542032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Anomaly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542032" y="30266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542032" y="3355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Agg.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434840" y="2862072"/>
            <a:ext cx="18288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434840" y="2834640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617720" y="1325880"/>
            <a:ext cx="1965960" cy="320040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1508760"/>
            <a:ext cx="640080" cy="6400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90872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Brain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690872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Tools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690872" y="30266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690872" y="3355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Module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583680" y="2862072"/>
            <a:ext cx="18288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583680" y="2834640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766560" y="1325880"/>
            <a:ext cx="1965960" cy="3200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2" y="1508760"/>
            <a:ext cx="640080" cy="6400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39712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Output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839712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Advice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839712" y="30266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Reports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839712" y="3355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solidFill>
            <a:srgbClr val="E0F5F2"/>
          </a:solidFill>
          <a:ln w="12700">
            <a:solidFill>
              <a:srgbClr val="0E9A87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Feedback Loop: User rating on each recommendation updates preference memory for future personalization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E0F5F2"/>
          </a:solidFill>
          <a:ln w="12700">
            <a:solidFill>
              <a:srgbClr val="0E9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Agent Capabilities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64008" cy="155448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3619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53619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Assessment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51560" y="19202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Multi-metric scoring of daily physiological data against personalized baselines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371600"/>
            <a:ext cx="64008" cy="1554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53619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53619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Alerts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886200" y="19202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of abnormal readings using statistical threshold &amp; Z-score models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13716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371600"/>
            <a:ext cx="64008" cy="155448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3619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0840" y="153619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Forecasting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720840" y="19202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analysis to predict health trends over 7-day rolling windows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310896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3108960"/>
            <a:ext cx="64008" cy="1554480"/>
          </a:xfrm>
          <a:prstGeom prst="rect">
            <a:avLst/>
          </a:prstGeom>
          <a:solidFill>
            <a:srgbClr val="0E9A87"/>
          </a:solidFill>
          <a:ln w="12700">
            <a:solidFill>
              <a:srgbClr val="0E9A8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273552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27355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Advice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051560" y="3657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personalized recommendations on exercise, sleep, and diet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91840" y="310896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91840" y="3108960"/>
            <a:ext cx="6400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27355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86200" y="327355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QA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3886200" y="3657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Q&amp;A: users ask questions like 'Was my sleep good this week?'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126480" y="310896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26480" y="3108960"/>
            <a:ext cx="64008" cy="1554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273552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20840" y="327355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Module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6720840" y="3657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Long/short-term context storage; agent preferences adapt from user feedback signals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194560" cy="320040"/>
          </a:xfrm>
          <a:prstGeom prst="roundRect">
            <a:avLst>
              <a:gd name="adj" fmla="val 22857"/>
            </a:avLst>
          </a:prstGeom>
          <a:solidFill>
            <a:srgbClr val="E0F5F2"/>
          </a:solidFill>
          <a:ln w="12700">
            <a:solidFill>
              <a:srgbClr val="0E9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&amp; Timeline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64208"/>
          <a:ext cx="4023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/ Reasoning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  +  LangChain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 +  RAG 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  /  rolling std dev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 (memory &amp; logs)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web 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3.11+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12984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Milestones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46320" y="1801368"/>
            <a:ext cx="201168" cy="201168"/>
          </a:xfrm>
          <a:prstGeom prst="ellipse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3188" y="2002536"/>
            <a:ext cx="27432" cy="457200"/>
          </a:xfrm>
          <a:prstGeom prst="rect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16916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120640" y="194767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simulation &amp; preprocessing pipeline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46320" y="2459736"/>
            <a:ext cx="201168" cy="201168"/>
          </a:xfrm>
          <a:prstGeom prst="ellipse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33188" y="2660904"/>
            <a:ext cx="27432" cy="457200"/>
          </a:xfrm>
          <a:prstGeom prst="rect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0640" y="23500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120640" y="26060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layer: anomaly detection &amp; feature extraction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3118104"/>
            <a:ext cx="201168" cy="201168"/>
          </a:xfrm>
          <a:prstGeom prst="ellipse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33188" y="3319272"/>
            <a:ext cx="27432" cy="457200"/>
          </a:xfrm>
          <a:prstGeom prst="rect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20640" y="30083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5–7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120640" y="326440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brain: tool calls, LLM integration, memory module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3776472"/>
            <a:ext cx="201168" cy="201168"/>
          </a:xfrm>
          <a:prstGeom prst="ellipse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33188" y="3977640"/>
            <a:ext cx="27432" cy="457200"/>
          </a:xfrm>
          <a:prstGeom prst="rect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20640" y="366674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8–9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20640" y="392277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layer: advice engine, alerts, weekly reports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846320" y="4434840"/>
            <a:ext cx="201168" cy="201168"/>
          </a:xfrm>
          <a:prstGeom prst="ellipse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0640" y="43251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120640" y="458114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(Streamlit), demo scenarios &amp; final write-up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Scenarios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97480" cy="3566160"/>
          </a:xfrm>
          <a:prstGeom prst="rect">
            <a:avLst/>
          </a:prstGeom>
          <a:solidFill>
            <a:srgbClr val="132940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2697480" cy="45720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44168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87552" y="1371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Anomaly Alert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18745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slept only 5 hrs. Heart rate elevated throughout morning. Agent detects the pattern, sends a proactive alert with recovery suggestions — no user prompt needed.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419856"/>
            <a:ext cx="91440" cy="91440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337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→ Anomaly detection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749040"/>
            <a:ext cx="91440" cy="91440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6667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Agent-initiated action (no user prompt)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4078224"/>
            <a:ext cx="91440" cy="91440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9959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multi-signal reasoning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325880"/>
            <a:ext cx="2697480" cy="3566160"/>
          </a:xfrm>
          <a:prstGeom prst="rect">
            <a:avLst/>
          </a:prstGeom>
          <a:solidFill>
            <a:srgbClr val="132940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325880"/>
            <a:ext cx="2697480" cy="45720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344168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22192" y="1371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Health Query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10128" y="18745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asks: "Was my exercise sufficient this week?" — Agent queries the database tool, compares to WHO guidelines via knowledge base, and responds with a nuanced analysis.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3419856"/>
            <a:ext cx="91440" cy="91440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3337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understanding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3749040"/>
            <a:ext cx="91440" cy="91440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36667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use: DB query + RAG retrieval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4078224"/>
            <a:ext cx="91440" cy="91440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39959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response generation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1325880"/>
            <a:ext cx="2697480" cy="3566160"/>
          </a:xfrm>
          <a:prstGeom prst="rect">
            <a:avLst/>
          </a:prstGeom>
          <a:solidFill>
            <a:srgbClr val="132940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1325880"/>
            <a:ext cx="2697480" cy="45720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344168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656832" y="1371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Recommendation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44768" y="18745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marks Monday's sleep advice as "not helpful". Agent updates the preference memory. By Friday, bedtime suggestions are re-calibrated to user's actual sleep schedule.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3419856"/>
            <a:ext cx="91440" cy="91440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3337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collection mechanism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3749040"/>
            <a:ext cx="91440" cy="91440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7648" y="36667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update &amp; preference learning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4078224"/>
            <a:ext cx="91440" cy="91440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39959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behavioral change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A7C6C"/>
          </a:solidFill>
          <a:ln w="12700">
            <a:solidFill>
              <a:srgbClr val="0A7C6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675120" y="73152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058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4008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discussion &amp; feedback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3108960"/>
            <a:ext cx="128016" cy="128016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301752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AI agent with perception → reasoning → action loop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584448"/>
            <a:ext cx="128016" cy="128016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349300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scope for a course project (~40 hrs, solo or pair)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4059936"/>
            <a:ext cx="128016" cy="128016"/>
          </a:xfrm>
          <a:prstGeom prst="ellipse">
            <a:avLst/>
          </a:prstGeom>
          <a:solidFill>
            <a:srgbClr val="12B8A3"/>
          </a:solidFill>
          <a:ln w="12700">
            <a:solidFill>
              <a:srgbClr val="12B8A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3968496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demo potential with 3 concrete use-case scenarios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HealthAgent – AI-Powered Wearable Health Monitor</dc:title>
  <dc:subject>PptxGenJS Presentation</dc:subject>
  <dc:creator>PptxGenJS</dc:creator>
  <cp:lastModifiedBy>PptxGenJS</cp:lastModifiedBy>
  <cp:revision>1</cp:revision>
  <dcterms:created xsi:type="dcterms:W3CDTF">2026-04-20T15:32:45Z</dcterms:created>
  <dcterms:modified xsi:type="dcterms:W3CDTF">2026-04-20T15:32:45Z</dcterms:modified>
</cp:coreProperties>
</file>