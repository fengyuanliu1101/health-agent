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81" r:id="rId2"/>
    <p:sldId id="259" r:id="rId3"/>
    <p:sldId id="266" r:id="rId4"/>
    <p:sldId id="258" r:id="rId5"/>
    <p:sldId id="260" r:id="rId6"/>
    <p:sldId id="261" r:id="rId7"/>
    <p:sldId id="335" r:id="rId8"/>
    <p:sldId id="263" r:id="rId9"/>
    <p:sldId id="279" r:id="rId10"/>
    <p:sldId id="289" r:id="rId11"/>
    <p:sldId id="334" r:id="rId12"/>
    <p:sldId id="275" r:id="rId13"/>
    <p:sldId id="345" r:id="rId14"/>
    <p:sldId id="307" r:id="rId15"/>
    <p:sldId id="309" r:id="rId16"/>
    <p:sldId id="310" r:id="rId17"/>
    <p:sldId id="311" r:id="rId18"/>
    <p:sldId id="264" r:id="rId19"/>
    <p:sldId id="265" r:id="rId20"/>
    <p:sldId id="267" r:id="rId21"/>
    <p:sldId id="268" r:id="rId22"/>
    <p:sldId id="269" r:id="rId23"/>
    <p:sldId id="306" r:id="rId24"/>
    <p:sldId id="271" r:id="rId25"/>
    <p:sldId id="272" r:id="rId26"/>
    <p:sldId id="285" r:id="rId27"/>
    <p:sldId id="288" r:id="rId28"/>
    <p:sldId id="338" r:id="rId29"/>
    <p:sldId id="270" r:id="rId30"/>
    <p:sldId id="301" r:id="rId31"/>
    <p:sldId id="339" r:id="rId32"/>
    <p:sldId id="280" r:id="rId33"/>
    <p:sldId id="340" r:id="rId34"/>
    <p:sldId id="283" r:id="rId35"/>
    <p:sldId id="284" r:id="rId36"/>
    <p:sldId id="318" r:id="rId37"/>
    <p:sldId id="319" r:id="rId38"/>
    <p:sldId id="320" r:id="rId39"/>
    <p:sldId id="321" r:id="rId40"/>
    <p:sldId id="322" r:id="rId41"/>
    <p:sldId id="323" r:id="rId42"/>
    <p:sldId id="291" r:id="rId43"/>
    <p:sldId id="292" r:id="rId44"/>
    <p:sldId id="293" r:id="rId45"/>
    <p:sldId id="324" r:id="rId46"/>
    <p:sldId id="295" r:id="rId47"/>
    <p:sldId id="297" r:id="rId48"/>
    <p:sldId id="296" r:id="rId49"/>
    <p:sldId id="341" r:id="rId50"/>
    <p:sldId id="304" r:id="rId51"/>
    <p:sldId id="342" r:id="rId52"/>
    <p:sldId id="262" r:id="rId53"/>
    <p:sldId id="343" r:id="rId54"/>
    <p:sldId id="314" r:id="rId55"/>
    <p:sldId id="315" r:id="rId56"/>
    <p:sldId id="344" r:id="rId57"/>
    <p:sldId id="316" r:id="rId58"/>
    <p:sldId id="31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E8F1DB-15B4-4D43-B348-9948115332BE}" v="16" dt="2024-08-18T23:46:56.9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79" autoAdjust="0"/>
    <p:restoredTop sz="94660"/>
  </p:normalViewPr>
  <p:slideViewPr>
    <p:cSldViewPr snapToGrid="0">
      <p:cViewPr varScale="1">
        <p:scale>
          <a:sx n="105" d="100"/>
          <a:sy n="105"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yanti Roy" userId="13325ee0d423e633" providerId="LiveId" clId="{C35B7706-2500-497E-B19C-2ECA4F0E4329}"/>
    <pc:docChg chg="modSld">
      <pc:chgData name="Sayanti Roy" userId="13325ee0d423e633" providerId="LiveId" clId="{C35B7706-2500-497E-B19C-2ECA4F0E4329}" dt="2022-08-21T00:59:17.869" v="22" actId="20577"/>
      <pc:docMkLst>
        <pc:docMk/>
      </pc:docMkLst>
      <pc:sldChg chg="modSp mod">
        <pc:chgData name="Sayanti Roy" userId="13325ee0d423e633" providerId="LiveId" clId="{C35B7706-2500-497E-B19C-2ECA4F0E4329}" dt="2022-08-21T00:58:50.288" v="3" actId="20577"/>
        <pc:sldMkLst>
          <pc:docMk/>
          <pc:sldMk cId="415740654" sldId="256"/>
        </pc:sldMkLst>
        <pc:spChg chg="mod">
          <ac:chgData name="Sayanti Roy" userId="13325ee0d423e633" providerId="LiveId" clId="{C35B7706-2500-497E-B19C-2ECA4F0E4329}" dt="2022-08-21T00:58:50.288" v="3" actId="20577"/>
          <ac:spMkLst>
            <pc:docMk/>
            <pc:sldMk cId="415740654" sldId="256"/>
            <ac:spMk id="2" creationId="{71202F67-DC17-43D4-4BA2-6A9C52C58701}"/>
          </ac:spMkLst>
        </pc:spChg>
      </pc:sldChg>
      <pc:sldChg chg="modSp mod">
        <pc:chgData name="Sayanti Roy" userId="13325ee0d423e633" providerId="LiveId" clId="{C35B7706-2500-497E-B19C-2ECA4F0E4329}" dt="2022-08-21T00:59:17.869" v="22" actId="20577"/>
        <pc:sldMkLst>
          <pc:docMk/>
          <pc:sldMk cId="3071718220" sldId="259"/>
        </pc:sldMkLst>
        <pc:spChg chg="mod">
          <ac:chgData name="Sayanti Roy" userId="13325ee0d423e633" providerId="LiveId" clId="{C35B7706-2500-497E-B19C-2ECA4F0E4329}" dt="2022-08-21T00:59:17.869" v="22" actId="20577"/>
          <ac:spMkLst>
            <pc:docMk/>
            <pc:sldMk cId="3071718220" sldId="259"/>
            <ac:spMk id="3" creationId="{5F06DFAC-38F4-5F09-C0E5-7B63C43FAABF}"/>
          </ac:spMkLst>
        </pc:spChg>
      </pc:sldChg>
    </pc:docChg>
  </pc:docChgLst>
  <pc:docChgLst>
    <pc:chgData name="Sayanti Roy" userId="13325ee0d423e633" providerId="LiveId" clId="{9808786F-2FE8-423D-8159-B6AD62014887}"/>
    <pc:docChg chg="undo custSel modSld">
      <pc:chgData name="Sayanti Roy" userId="13325ee0d423e633" providerId="LiveId" clId="{9808786F-2FE8-423D-8159-B6AD62014887}" dt="2022-10-26T13:48:37.835" v="251" actId="20577"/>
      <pc:docMkLst>
        <pc:docMk/>
      </pc:docMkLst>
      <pc:sldChg chg="modSp mod">
        <pc:chgData name="Sayanti Roy" userId="13325ee0d423e633" providerId="LiveId" clId="{9808786F-2FE8-423D-8159-B6AD62014887}" dt="2022-10-26T13:48:37.835" v="251" actId="20577"/>
        <pc:sldMkLst>
          <pc:docMk/>
          <pc:sldMk cId="4224906924" sldId="262"/>
        </pc:sldMkLst>
        <pc:graphicFrameChg chg="mod modGraphic">
          <ac:chgData name="Sayanti Roy" userId="13325ee0d423e633" providerId="LiveId" clId="{9808786F-2FE8-423D-8159-B6AD62014887}" dt="2022-10-13T08:07:42.221" v="125" actId="14100"/>
          <ac:graphicFrameMkLst>
            <pc:docMk/>
            <pc:sldMk cId="4224906924" sldId="262"/>
            <ac:graphicFrameMk id="16" creationId="{5EB0B0FD-4444-2332-BFD6-4D9151180ACD}"/>
          </ac:graphicFrameMkLst>
        </pc:graphicFrameChg>
        <pc:graphicFrameChg chg="mod modGraphic">
          <ac:chgData name="Sayanti Roy" userId="13325ee0d423e633" providerId="LiveId" clId="{9808786F-2FE8-423D-8159-B6AD62014887}" dt="2022-10-26T13:48:37.835" v="251" actId="20577"/>
          <ac:graphicFrameMkLst>
            <pc:docMk/>
            <pc:sldMk cId="4224906924" sldId="262"/>
            <ac:graphicFrameMk id="17" creationId="{8E29A7AF-D8F6-C52E-783C-AA1FE3FD0D85}"/>
          </ac:graphicFrameMkLst>
        </pc:graphicFrameChg>
      </pc:sldChg>
    </pc:docChg>
  </pc:docChgLst>
  <pc:docChgLst>
    <pc:chgData name="Sayanti Roy" userId="13325ee0d423e633" providerId="LiveId" clId="{02EFE7D1-A4E3-483B-9837-103534D714CC}"/>
    <pc:docChg chg="undo redo custSel addSld delSld modSld sldOrd">
      <pc:chgData name="Sayanti Roy" userId="13325ee0d423e633" providerId="LiveId" clId="{02EFE7D1-A4E3-483B-9837-103534D714CC}" dt="2023-08-21T15:59:51.551" v="1967" actId="207"/>
      <pc:docMkLst>
        <pc:docMk/>
      </pc:docMkLst>
      <pc:sldChg chg="modSp mod">
        <pc:chgData name="Sayanti Roy" userId="13325ee0d423e633" providerId="LiveId" clId="{02EFE7D1-A4E3-483B-9837-103534D714CC}" dt="2023-08-19T18:14:38.612" v="10" actId="20577"/>
        <pc:sldMkLst>
          <pc:docMk/>
          <pc:sldMk cId="415740654" sldId="256"/>
        </pc:sldMkLst>
        <pc:spChg chg="mod">
          <ac:chgData name="Sayanti Roy" userId="13325ee0d423e633" providerId="LiveId" clId="{02EFE7D1-A4E3-483B-9837-103534D714CC}" dt="2023-08-19T18:14:38.612" v="10" actId="20577"/>
          <ac:spMkLst>
            <pc:docMk/>
            <pc:sldMk cId="415740654" sldId="256"/>
            <ac:spMk id="2" creationId="{71202F67-DC17-43D4-4BA2-6A9C52C58701}"/>
          </ac:spMkLst>
        </pc:spChg>
      </pc:sldChg>
      <pc:sldChg chg="del">
        <pc:chgData name="Sayanti Roy" userId="13325ee0d423e633" providerId="LiveId" clId="{02EFE7D1-A4E3-483B-9837-103534D714CC}" dt="2023-08-19T18:14:24.838" v="0" actId="47"/>
        <pc:sldMkLst>
          <pc:docMk/>
          <pc:sldMk cId="2468024980" sldId="257"/>
        </pc:sldMkLst>
      </pc:sldChg>
      <pc:sldChg chg="add del">
        <pc:chgData name="Sayanti Roy" userId="13325ee0d423e633" providerId="LiveId" clId="{02EFE7D1-A4E3-483B-9837-103534D714CC}" dt="2023-08-19T18:15:20.947" v="12" actId="47"/>
        <pc:sldMkLst>
          <pc:docMk/>
          <pc:sldMk cId="2755985180" sldId="257"/>
        </pc:sldMkLst>
      </pc:sldChg>
      <pc:sldChg chg="modSp add del mod">
        <pc:chgData name="Sayanti Roy" userId="13325ee0d423e633" providerId="LiveId" clId="{02EFE7D1-A4E3-483B-9837-103534D714CC}" dt="2023-08-19T19:40:33.503" v="191" actId="20577"/>
        <pc:sldMkLst>
          <pc:docMk/>
          <pc:sldMk cId="3862730485" sldId="258"/>
        </pc:sldMkLst>
        <pc:spChg chg="mod">
          <ac:chgData name="Sayanti Roy" userId="13325ee0d423e633" providerId="LiveId" clId="{02EFE7D1-A4E3-483B-9837-103534D714CC}" dt="2023-08-19T19:40:33.503" v="191" actId="20577"/>
          <ac:spMkLst>
            <pc:docMk/>
            <pc:sldMk cId="3862730485" sldId="258"/>
            <ac:spMk id="3" creationId="{982F81C0-2412-BD4C-C280-D1F70E8B9A4B}"/>
          </ac:spMkLst>
        </pc:spChg>
      </pc:sldChg>
      <pc:sldChg chg="modSp add del mod">
        <pc:chgData name="Sayanti Roy" userId="13325ee0d423e633" providerId="LiveId" clId="{02EFE7D1-A4E3-483B-9837-103534D714CC}" dt="2023-08-19T18:18:48.960" v="30" actId="20577"/>
        <pc:sldMkLst>
          <pc:docMk/>
          <pc:sldMk cId="3071718220" sldId="259"/>
        </pc:sldMkLst>
        <pc:spChg chg="mod">
          <ac:chgData name="Sayanti Roy" userId="13325ee0d423e633" providerId="LiveId" clId="{02EFE7D1-A4E3-483B-9837-103534D714CC}" dt="2023-08-19T18:18:48.960" v="30" actId="20577"/>
          <ac:spMkLst>
            <pc:docMk/>
            <pc:sldMk cId="3071718220" sldId="259"/>
            <ac:spMk id="3" creationId="{5F06DFAC-38F4-5F09-C0E5-7B63C43FAABF}"/>
          </ac:spMkLst>
        </pc:spChg>
      </pc:sldChg>
      <pc:sldChg chg="modSp add del mod">
        <pc:chgData name="Sayanti Roy" userId="13325ee0d423e633" providerId="LiveId" clId="{02EFE7D1-A4E3-483B-9837-103534D714CC}" dt="2023-08-21T13:51:20.097" v="1373" actId="20577"/>
        <pc:sldMkLst>
          <pc:docMk/>
          <pc:sldMk cId="1420696195" sldId="260"/>
        </pc:sldMkLst>
        <pc:spChg chg="mod">
          <ac:chgData name="Sayanti Roy" userId="13325ee0d423e633" providerId="LiveId" clId="{02EFE7D1-A4E3-483B-9837-103534D714CC}" dt="2023-08-21T13:51:20.097" v="1373" actId="20577"/>
          <ac:spMkLst>
            <pc:docMk/>
            <pc:sldMk cId="1420696195" sldId="260"/>
            <ac:spMk id="3" creationId="{7BB6E299-D1F0-F133-4199-D553A3EEA3B8}"/>
          </ac:spMkLst>
        </pc:spChg>
      </pc:sldChg>
      <pc:sldChg chg="modSp add del mod">
        <pc:chgData name="Sayanti Roy" userId="13325ee0d423e633" providerId="LiveId" clId="{02EFE7D1-A4E3-483B-9837-103534D714CC}" dt="2023-08-19T19:49:45.996" v="357"/>
        <pc:sldMkLst>
          <pc:docMk/>
          <pc:sldMk cId="761699295" sldId="261"/>
        </pc:sldMkLst>
        <pc:spChg chg="mod">
          <ac:chgData name="Sayanti Roy" userId="13325ee0d423e633" providerId="LiveId" clId="{02EFE7D1-A4E3-483B-9837-103534D714CC}" dt="2023-08-19T19:49:45.996" v="357"/>
          <ac:spMkLst>
            <pc:docMk/>
            <pc:sldMk cId="761699295" sldId="261"/>
            <ac:spMk id="3" creationId="{9B3C0763-9EB7-15FD-43F8-FD93E8FD75B6}"/>
          </ac:spMkLst>
        </pc:spChg>
      </pc:sldChg>
      <pc:sldChg chg="del">
        <pc:chgData name="Sayanti Roy" userId="13325ee0d423e633" providerId="LiveId" clId="{02EFE7D1-A4E3-483B-9837-103534D714CC}" dt="2023-08-19T18:14:24.838" v="0" actId="47"/>
        <pc:sldMkLst>
          <pc:docMk/>
          <pc:sldMk cId="4224906924" sldId="262"/>
        </pc:sldMkLst>
      </pc:sldChg>
      <pc:sldChg chg="modSp add del mod">
        <pc:chgData name="Sayanti Roy" userId="13325ee0d423e633" providerId="LiveId" clId="{02EFE7D1-A4E3-483B-9837-103534D714CC}" dt="2023-08-21T13:54:55.207" v="1453"/>
        <pc:sldMkLst>
          <pc:docMk/>
          <pc:sldMk cId="1330103076" sldId="263"/>
        </pc:sldMkLst>
        <pc:spChg chg="mod">
          <ac:chgData name="Sayanti Roy" userId="13325ee0d423e633" providerId="LiveId" clId="{02EFE7D1-A4E3-483B-9837-103534D714CC}" dt="2023-08-21T13:54:55.207" v="1453"/>
          <ac:spMkLst>
            <pc:docMk/>
            <pc:sldMk cId="1330103076" sldId="263"/>
            <ac:spMk id="3" creationId="{76041F9E-3258-7E16-12D6-60CAFE8545EE}"/>
          </ac:spMkLst>
        </pc:spChg>
      </pc:sldChg>
      <pc:sldChg chg="del">
        <pc:chgData name="Sayanti Roy" userId="13325ee0d423e633" providerId="LiveId" clId="{02EFE7D1-A4E3-483B-9837-103534D714CC}" dt="2023-08-19T18:14:24.838" v="0" actId="47"/>
        <pc:sldMkLst>
          <pc:docMk/>
          <pc:sldMk cId="444047908" sldId="264"/>
        </pc:sldMkLst>
      </pc:sldChg>
      <pc:sldChg chg="modSp add del mod">
        <pc:chgData name="Sayanti Roy" userId="13325ee0d423e633" providerId="LiveId" clId="{02EFE7D1-A4E3-483B-9837-103534D714CC}" dt="2023-08-19T19:49:50.042" v="363" actId="20577"/>
        <pc:sldMkLst>
          <pc:docMk/>
          <pc:sldMk cId="803506279" sldId="265"/>
        </pc:sldMkLst>
        <pc:spChg chg="mod">
          <ac:chgData name="Sayanti Roy" userId="13325ee0d423e633" providerId="LiveId" clId="{02EFE7D1-A4E3-483B-9837-103534D714CC}" dt="2023-08-19T19:49:50.042" v="363" actId="20577"/>
          <ac:spMkLst>
            <pc:docMk/>
            <pc:sldMk cId="803506279" sldId="265"/>
            <ac:spMk id="3" creationId="{31B89857-9D82-A612-6208-06BB02B2650A}"/>
          </ac:spMkLst>
        </pc:spChg>
      </pc:sldChg>
      <pc:sldChg chg="modSp add del mod">
        <pc:chgData name="Sayanti Roy" userId="13325ee0d423e633" providerId="LiveId" clId="{02EFE7D1-A4E3-483B-9837-103534D714CC}" dt="2023-08-21T13:10:14.309" v="1271" actId="20577"/>
        <pc:sldMkLst>
          <pc:docMk/>
          <pc:sldMk cId="3892103918" sldId="266"/>
        </pc:sldMkLst>
        <pc:spChg chg="mod">
          <ac:chgData name="Sayanti Roy" userId="13325ee0d423e633" providerId="LiveId" clId="{02EFE7D1-A4E3-483B-9837-103534D714CC}" dt="2023-08-21T13:10:14.309" v="1271" actId="20577"/>
          <ac:spMkLst>
            <pc:docMk/>
            <pc:sldMk cId="3892103918" sldId="266"/>
            <ac:spMk id="3" creationId="{EC50DEBF-24FE-A9BE-09CB-3F0E47B3DD2F}"/>
          </ac:spMkLst>
        </pc:spChg>
      </pc:sldChg>
      <pc:sldChg chg="modSp add del mod">
        <pc:chgData name="Sayanti Roy" userId="13325ee0d423e633" providerId="LiveId" clId="{02EFE7D1-A4E3-483B-9837-103534D714CC}" dt="2023-08-21T15:55:05.633" v="1762" actId="20577"/>
        <pc:sldMkLst>
          <pc:docMk/>
          <pc:sldMk cId="3280938055" sldId="267"/>
        </pc:sldMkLst>
        <pc:spChg chg="mod">
          <ac:chgData name="Sayanti Roy" userId="13325ee0d423e633" providerId="LiveId" clId="{02EFE7D1-A4E3-483B-9837-103534D714CC}" dt="2023-08-21T15:55:05.633" v="1762" actId="20577"/>
          <ac:spMkLst>
            <pc:docMk/>
            <pc:sldMk cId="3280938055" sldId="267"/>
            <ac:spMk id="2" creationId="{40AE3FBE-D2FE-E01C-447B-C0D4989DB2AD}"/>
          </ac:spMkLst>
        </pc:spChg>
        <pc:spChg chg="mod">
          <ac:chgData name="Sayanti Roy" userId="13325ee0d423e633" providerId="LiveId" clId="{02EFE7D1-A4E3-483B-9837-103534D714CC}" dt="2023-08-21T13:54:47.607" v="1450" actId="20577"/>
          <ac:spMkLst>
            <pc:docMk/>
            <pc:sldMk cId="3280938055" sldId="267"/>
            <ac:spMk id="3" creationId="{2707F48D-A2D5-B1D0-E92B-939DF140A1A3}"/>
          </ac:spMkLst>
        </pc:spChg>
      </pc:sldChg>
      <pc:sldChg chg="modSp add del mod">
        <pc:chgData name="Sayanti Roy" userId="13325ee0d423e633" providerId="LiveId" clId="{02EFE7D1-A4E3-483B-9837-103534D714CC}" dt="2023-08-21T13:50:06.610" v="1307" actId="207"/>
        <pc:sldMkLst>
          <pc:docMk/>
          <pc:sldMk cId="2769803452" sldId="268"/>
        </pc:sldMkLst>
        <pc:spChg chg="mod">
          <ac:chgData name="Sayanti Roy" userId="13325ee0d423e633" providerId="LiveId" clId="{02EFE7D1-A4E3-483B-9837-103534D714CC}" dt="2023-08-21T13:50:06.610" v="1307" actId="207"/>
          <ac:spMkLst>
            <pc:docMk/>
            <pc:sldMk cId="2769803452" sldId="268"/>
            <ac:spMk id="2" creationId="{5F6B8BB5-213E-8682-E53E-FBF5E05B29F9}"/>
          </ac:spMkLst>
        </pc:spChg>
        <pc:spChg chg="mod">
          <ac:chgData name="Sayanti Roy" userId="13325ee0d423e633" providerId="LiveId" clId="{02EFE7D1-A4E3-483B-9837-103534D714CC}" dt="2023-08-19T19:49:52.994" v="365" actId="20577"/>
          <ac:spMkLst>
            <pc:docMk/>
            <pc:sldMk cId="2769803452" sldId="268"/>
            <ac:spMk id="3" creationId="{1D5FA813-728C-E9E6-900F-9BB6942ADD26}"/>
          </ac:spMkLst>
        </pc:spChg>
      </pc:sldChg>
      <pc:sldChg chg="del">
        <pc:chgData name="Sayanti Roy" userId="13325ee0d423e633" providerId="LiveId" clId="{02EFE7D1-A4E3-483B-9837-103534D714CC}" dt="2023-08-19T18:14:24.838" v="0" actId="47"/>
        <pc:sldMkLst>
          <pc:docMk/>
          <pc:sldMk cId="2200847962" sldId="269"/>
        </pc:sldMkLst>
      </pc:sldChg>
      <pc:sldChg chg="del">
        <pc:chgData name="Sayanti Roy" userId="13325ee0d423e633" providerId="LiveId" clId="{02EFE7D1-A4E3-483B-9837-103534D714CC}" dt="2023-08-19T18:14:24.838" v="0" actId="47"/>
        <pc:sldMkLst>
          <pc:docMk/>
          <pc:sldMk cId="2573419320" sldId="270"/>
        </pc:sldMkLst>
      </pc:sldChg>
      <pc:sldChg chg="del">
        <pc:chgData name="Sayanti Roy" userId="13325ee0d423e633" providerId="LiveId" clId="{02EFE7D1-A4E3-483B-9837-103534D714CC}" dt="2023-08-19T18:14:24.838" v="0" actId="47"/>
        <pc:sldMkLst>
          <pc:docMk/>
          <pc:sldMk cId="2210027191" sldId="271"/>
        </pc:sldMkLst>
      </pc:sldChg>
      <pc:sldChg chg="add del">
        <pc:chgData name="Sayanti Roy" userId="13325ee0d423e633" providerId="LiveId" clId="{02EFE7D1-A4E3-483B-9837-103534D714CC}" dt="2023-08-19T19:49:51.253" v="364" actId="47"/>
        <pc:sldMkLst>
          <pc:docMk/>
          <pc:sldMk cId="2563415906" sldId="272"/>
        </pc:sldMkLst>
      </pc:sldChg>
      <pc:sldChg chg="del">
        <pc:chgData name="Sayanti Roy" userId="13325ee0d423e633" providerId="LiveId" clId="{02EFE7D1-A4E3-483B-9837-103534D714CC}" dt="2023-08-19T18:14:24.838" v="0" actId="47"/>
        <pc:sldMkLst>
          <pc:docMk/>
          <pc:sldMk cId="141939756" sldId="273"/>
        </pc:sldMkLst>
      </pc:sldChg>
      <pc:sldChg chg="del">
        <pc:chgData name="Sayanti Roy" userId="13325ee0d423e633" providerId="LiveId" clId="{02EFE7D1-A4E3-483B-9837-103534D714CC}" dt="2023-08-19T18:14:24.838" v="0" actId="47"/>
        <pc:sldMkLst>
          <pc:docMk/>
          <pc:sldMk cId="2218412287" sldId="274"/>
        </pc:sldMkLst>
      </pc:sldChg>
      <pc:sldChg chg="modSp add mod">
        <pc:chgData name="Sayanti Roy" userId="13325ee0d423e633" providerId="LiveId" clId="{02EFE7D1-A4E3-483B-9837-103534D714CC}" dt="2023-08-21T15:59:51.551" v="1967" actId="207"/>
        <pc:sldMkLst>
          <pc:docMk/>
          <pc:sldMk cId="0" sldId="275"/>
        </pc:sldMkLst>
        <pc:spChg chg="mod">
          <ac:chgData name="Sayanti Roy" userId="13325ee0d423e633" providerId="LiveId" clId="{02EFE7D1-A4E3-483B-9837-103534D714CC}" dt="2023-08-21T14:07:51.806" v="1735" actId="113"/>
          <ac:spMkLst>
            <pc:docMk/>
            <pc:sldMk cId="0" sldId="275"/>
            <ac:spMk id="2" creationId="{00000000-0000-0000-0000-000000000000}"/>
          </ac:spMkLst>
        </pc:spChg>
        <pc:spChg chg="mod">
          <ac:chgData name="Sayanti Roy" userId="13325ee0d423e633" providerId="LiveId" clId="{02EFE7D1-A4E3-483B-9837-103534D714CC}" dt="2023-08-21T15:59:51.551" v="1967" actId="207"/>
          <ac:spMkLst>
            <pc:docMk/>
            <pc:sldMk cId="0" sldId="275"/>
            <ac:spMk id="8" creationId="{00000000-0000-0000-0000-000000000000}"/>
          </ac:spMkLst>
        </pc:spChg>
      </pc:sldChg>
      <pc:sldChg chg="del">
        <pc:chgData name="Sayanti Roy" userId="13325ee0d423e633" providerId="LiveId" clId="{02EFE7D1-A4E3-483B-9837-103534D714CC}" dt="2023-08-19T18:14:24.838" v="0" actId="47"/>
        <pc:sldMkLst>
          <pc:docMk/>
          <pc:sldMk cId="3933065448" sldId="275"/>
        </pc:sldMkLst>
      </pc:sldChg>
      <pc:sldChg chg="del">
        <pc:chgData name="Sayanti Roy" userId="13325ee0d423e633" providerId="LiveId" clId="{02EFE7D1-A4E3-483B-9837-103534D714CC}" dt="2023-08-19T18:14:24.838" v="0" actId="47"/>
        <pc:sldMkLst>
          <pc:docMk/>
          <pc:sldMk cId="3376115418" sldId="276"/>
        </pc:sldMkLst>
      </pc:sldChg>
      <pc:sldChg chg="del">
        <pc:chgData name="Sayanti Roy" userId="13325ee0d423e633" providerId="LiveId" clId="{02EFE7D1-A4E3-483B-9837-103534D714CC}" dt="2023-08-19T18:14:24.838" v="0" actId="47"/>
        <pc:sldMkLst>
          <pc:docMk/>
          <pc:sldMk cId="1203026571" sldId="277"/>
        </pc:sldMkLst>
      </pc:sldChg>
      <pc:sldChg chg="add del">
        <pc:chgData name="Sayanti Roy" userId="13325ee0d423e633" providerId="LiveId" clId="{02EFE7D1-A4E3-483B-9837-103534D714CC}" dt="2023-08-19T19:56:43.167" v="411" actId="47"/>
        <pc:sldMkLst>
          <pc:docMk/>
          <pc:sldMk cId="3591761604" sldId="277"/>
        </pc:sldMkLst>
      </pc:sldChg>
      <pc:sldChg chg="del">
        <pc:chgData name="Sayanti Roy" userId="13325ee0d423e633" providerId="LiveId" clId="{02EFE7D1-A4E3-483B-9837-103534D714CC}" dt="2023-08-19T18:14:24.838" v="0" actId="47"/>
        <pc:sldMkLst>
          <pc:docMk/>
          <pc:sldMk cId="571392141" sldId="278"/>
        </pc:sldMkLst>
      </pc:sldChg>
      <pc:sldChg chg="add del">
        <pc:chgData name="Sayanti Roy" userId="13325ee0d423e633" providerId="LiveId" clId="{02EFE7D1-A4E3-483B-9837-103534D714CC}" dt="2023-08-19T19:56:42.018" v="409" actId="47"/>
        <pc:sldMkLst>
          <pc:docMk/>
          <pc:sldMk cId="2091326759" sldId="278"/>
        </pc:sldMkLst>
      </pc:sldChg>
      <pc:sldChg chg="modSp add del mod">
        <pc:chgData name="Sayanti Roy" userId="13325ee0d423e633" providerId="LiveId" clId="{02EFE7D1-A4E3-483B-9837-103534D714CC}" dt="2023-08-19T19:54:14.249" v="376" actId="27636"/>
        <pc:sldMkLst>
          <pc:docMk/>
          <pc:sldMk cId="235139202" sldId="279"/>
        </pc:sldMkLst>
        <pc:spChg chg="mod">
          <ac:chgData name="Sayanti Roy" userId="13325ee0d423e633" providerId="LiveId" clId="{02EFE7D1-A4E3-483B-9837-103534D714CC}" dt="2023-08-19T19:54:14.249" v="376" actId="27636"/>
          <ac:spMkLst>
            <pc:docMk/>
            <pc:sldMk cId="235139202" sldId="279"/>
            <ac:spMk id="3" creationId="{2E3EA500-D1AC-BE05-1C60-9BE75E4C21E9}"/>
          </ac:spMkLst>
        </pc:spChg>
      </pc:sldChg>
      <pc:sldChg chg="del">
        <pc:chgData name="Sayanti Roy" userId="13325ee0d423e633" providerId="LiveId" clId="{02EFE7D1-A4E3-483B-9837-103534D714CC}" dt="2023-08-19T18:14:24.838" v="0" actId="47"/>
        <pc:sldMkLst>
          <pc:docMk/>
          <pc:sldMk cId="1279790670" sldId="280"/>
        </pc:sldMkLst>
      </pc:sldChg>
      <pc:sldChg chg="add del">
        <pc:chgData name="Sayanti Roy" userId="13325ee0d423e633" providerId="LiveId" clId="{02EFE7D1-A4E3-483B-9837-103534D714CC}" dt="2023-08-19T19:56:40.567" v="405" actId="47"/>
        <pc:sldMkLst>
          <pc:docMk/>
          <pc:sldMk cId="4126566298" sldId="280"/>
        </pc:sldMkLst>
      </pc:sldChg>
      <pc:sldChg chg="add">
        <pc:chgData name="Sayanti Roy" userId="13325ee0d423e633" providerId="LiveId" clId="{02EFE7D1-A4E3-483B-9837-103534D714CC}" dt="2023-08-19T18:15:18.604" v="11"/>
        <pc:sldMkLst>
          <pc:docMk/>
          <pc:sldMk cId="1147149653" sldId="281"/>
        </pc:sldMkLst>
      </pc:sldChg>
      <pc:sldChg chg="add del">
        <pc:chgData name="Sayanti Roy" userId="13325ee0d423e633" providerId="LiveId" clId="{02EFE7D1-A4E3-483B-9837-103534D714CC}" dt="2023-08-19T19:49:47.073" v="359" actId="47"/>
        <pc:sldMkLst>
          <pc:docMk/>
          <pc:sldMk cId="1623606091" sldId="282"/>
        </pc:sldMkLst>
      </pc:sldChg>
      <pc:sldChg chg="add del">
        <pc:chgData name="Sayanti Roy" userId="13325ee0d423e633" providerId="LiveId" clId="{02EFE7D1-A4E3-483B-9837-103534D714CC}" dt="2023-08-19T19:49:47.898" v="360" actId="47"/>
        <pc:sldMkLst>
          <pc:docMk/>
          <pc:sldMk cId="1653791983" sldId="283"/>
        </pc:sldMkLst>
      </pc:sldChg>
      <pc:sldChg chg="modSp add mod">
        <pc:chgData name="Sayanti Roy" userId="13325ee0d423e633" providerId="LiveId" clId="{02EFE7D1-A4E3-483B-9837-103534D714CC}" dt="2023-08-21T13:54:20.297" v="1449" actId="21"/>
        <pc:sldMkLst>
          <pc:docMk/>
          <pc:sldMk cId="1692517338" sldId="288"/>
        </pc:sldMkLst>
        <pc:spChg chg="mod">
          <ac:chgData name="Sayanti Roy" userId="13325ee0d423e633" providerId="LiveId" clId="{02EFE7D1-A4E3-483B-9837-103534D714CC}" dt="2023-08-20T15:48:49.043" v="1175" actId="113"/>
          <ac:spMkLst>
            <pc:docMk/>
            <pc:sldMk cId="1692517338" sldId="288"/>
            <ac:spMk id="2" creationId="{15B6BB74-B02C-76CA-D08B-D6FE8FB29E3E}"/>
          </ac:spMkLst>
        </pc:spChg>
        <pc:spChg chg="mod">
          <ac:chgData name="Sayanti Roy" userId="13325ee0d423e633" providerId="LiveId" clId="{02EFE7D1-A4E3-483B-9837-103534D714CC}" dt="2023-08-21T13:54:20.297" v="1449" actId="21"/>
          <ac:spMkLst>
            <pc:docMk/>
            <pc:sldMk cId="1692517338" sldId="288"/>
            <ac:spMk id="3" creationId="{DBA1F8A7-7EB5-D058-1F38-25A47B05DC2A}"/>
          </ac:spMkLst>
        </pc:spChg>
      </pc:sldChg>
      <pc:sldChg chg="add">
        <pc:chgData name="Sayanti Roy" userId="13325ee0d423e633" providerId="LiveId" clId="{02EFE7D1-A4E3-483B-9837-103534D714CC}" dt="2023-08-19T18:15:18.604" v="11"/>
        <pc:sldMkLst>
          <pc:docMk/>
          <pc:sldMk cId="3810900566" sldId="289"/>
        </pc:sldMkLst>
      </pc:sldChg>
      <pc:sldChg chg="addSp delSp modSp add mod ord">
        <pc:chgData name="Sayanti Roy" userId="13325ee0d423e633" providerId="LiveId" clId="{02EFE7D1-A4E3-483B-9837-103534D714CC}" dt="2023-08-21T14:07:37.966" v="1730" actId="5793"/>
        <pc:sldMkLst>
          <pc:docMk/>
          <pc:sldMk cId="1669242200" sldId="290"/>
        </pc:sldMkLst>
        <pc:spChg chg="mod">
          <ac:chgData name="Sayanti Roy" userId="13325ee0d423e633" providerId="LiveId" clId="{02EFE7D1-A4E3-483B-9837-103534D714CC}" dt="2023-08-19T19:54:29.236" v="386" actId="20577"/>
          <ac:spMkLst>
            <pc:docMk/>
            <pc:sldMk cId="1669242200" sldId="290"/>
            <ac:spMk id="2" creationId="{A1048B45-9809-83ED-9C3E-E2610B8D9294}"/>
          </ac:spMkLst>
        </pc:spChg>
        <pc:spChg chg="mod">
          <ac:chgData name="Sayanti Roy" userId="13325ee0d423e633" providerId="LiveId" clId="{02EFE7D1-A4E3-483B-9837-103534D714CC}" dt="2023-08-21T14:07:37.966" v="1730" actId="5793"/>
          <ac:spMkLst>
            <pc:docMk/>
            <pc:sldMk cId="1669242200" sldId="290"/>
            <ac:spMk id="3" creationId="{F2493CA8-A1BB-0106-C2D3-EA62FD1B85D7}"/>
          </ac:spMkLst>
        </pc:spChg>
        <pc:picChg chg="add del mod">
          <ac:chgData name="Sayanti Roy" userId="13325ee0d423e633" providerId="LiveId" clId="{02EFE7D1-A4E3-483B-9837-103534D714CC}" dt="2023-08-20T15:40:55.629" v="1069" actId="21"/>
          <ac:picMkLst>
            <pc:docMk/>
            <pc:sldMk cId="1669242200" sldId="290"/>
            <ac:picMk id="5" creationId="{FC2CE8CE-0D69-5A18-B5DC-339350467784}"/>
          </ac:picMkLst>
        </pc:picChg>
        <pc:picChg chg="add del mod">
          <ac:chgData name="Sayanti Roy" userId="13325ee0d423e633" providerId="LiveId" clId="{02EFE7D1-A4E3-483B-9837-103534D714CC}" dt="2023-08-20T15:41:47.073" v="1077" actId="478"/>
          <ac:picMkLst>
            <pc:docMk/>
            <pc:sldMk cId="1669242200" sldId="290"/>
            <ac:picMk id="6" creationId="{FBCF8970-199D-05FD-0538-9B9A5980F51A}"/>
          </ac:picMkLst>
        </pc:picChg>
        <pc:picChg chg="add del mod">
          <ac:chgData name="Sayanti Roy" userId="13325ee0d423e633" providerId="LiveId" clId="{02EFE7D1-A4E3-483B-9837-103534D714CC}" dt="2023-08-20T15:42:25.361" v="1081" actId="478"/>
          <ac:picMkLst>
            <pc:docMk/>
            <pc:sldMk cId="1669242200" sldId="290"/>
            <ac:picMk id="7" creationId="{82FD873D-4B3B-BD29-7699-5D438CB75B98}"/>
          </ac:picMkLst>
        </pc:picChg>
      </pc:sldChg>
      <pc:sldChg chg="addSp delSp modSp new del mod">
        <pc:chgData name="Sayanti Roy" userId="13325ee0d423e633" providerId="LiveId" clId="{02EFE7D1-A4E3-483B-9837-103534D714CC}" dt="2023-08-19T20:02:34.797" v="422" actId="47"/>
        <pc:sldMkLst>
          <pc:docMk/>
          <pc:sldMk cId="1306742085" sldId="291"/>
        </pc:sldMkLst>
        <pc:spChg chg="mod">
          <ac:chgData name="Sayanti Roy" userId="13325ee0d423e633" providerId="LiveId" clId="{02EFE7D1-A4E3-483B-9837-103534D714CC}" dt="2023-08-19T19:59:46.466" v="414" actId="20577"/>
          <ac:spMkLst>
            <pc:docMk/>
            <pc:sldMk cId="1306742085" sldId="291"/>
            <ac:spMk id="2" creationId="{61128939-47CC-DF06-8E39-26E77A3324BC}"/>
          </ac:spMkLst>
        </pc:spChg>
        <pc:spChg chg="del">
          <ac:chgData name="Sayanti Roy" userId="13325ee0d423e633" providerId="LiveId" clId="{02EFE7D1-A4E3-483B-9837-103534D714CC}" dt="2023-08-19T19:59:50.403" v="415"/>
          <ac:spMkLst>
            <pc:docMk/>
            <pc:sldMk cId="1306742085" sldId="291"/>
            <ac:spMk id="3" creationId="{EFA83D93-9D86-AD1E-C747-31E7AF8B9231}"/>
          </ac:spMkLst>
        </pc:spChg>
        <pc:spChg chg="add mod">
          <ac:chgData name="Sayanti Roy" userId="13325ee0d423e633" providerId="LiveId" clId="{02EFE7D1-A4E3-483B-9837-103534D714CC}" dt="2023-08-19T20:00:21.686" v="421" actId="478"/>
          <ac:spMkLst>
            <pc:docMk/>
            <pc:sldMk cId="1306742085" sldId="291"/>
            <ac:spMk id="7" creationId="{664BA426-4D66-D989-CAEB-B4767F213D71}"/>
          </ac:spMkLst>
        </pc:spChg>
        <pc:picChg chg="add del mod modCrop">
          <ac:chgData name="Sayanti Roy" userId="13325ee0d423e633" providerId="LiveId" clId="{02EFE7D1-A4E3-483B-9837-103534D714CC}" dt="2023-08-19T20:00:21.686" v="421" actId="478"/>
          <ac:picMkLst>
            <pc:docMk/>
            <pc:sldMk cId="1306742085" sldId="291"/>
            <ac:picMk id="5" creationId="{E3510E90-FAE0-21A2-E869-B7BA43769DE7}"/>
          </ac:picMkLst>
        </pc:picChg>
      </pc:sldChg>
      <pc:sldChg chg="new del">
        <pc:chgData name="Sayanti Roy" userId="13325ee0d423e633" providerId="LiveId" clId="{02EFE7D1-A4E3-483B-9837-103534D714CC}" dt="2023-08-19T20:04:51.117" v="424" actId="47"/>
        <pc:sldMkLst>
          <pc:docMk/>
          <pc:sldMk cId="2459912889" sldId="291"/>
        </pc:sldMkLst>
      </pc:sldChg>
      <pc:sldChg chg="modSp add mod">
        <pc:chgData name="Sayanti Roy" userId="13325ee0d423e633" providerId="LiveId" clId="{02EFE7D1-A4E3-483B-9837-103534D714CC}" dt="2023-08-20T15:48:35.679" v="1173"/>
        <pc:sldMkLst>
          <pc:docMk/>
          <pc:sldMk cId="2597008311" sldId="291"/>
        </pc:sldMkLst>
        <pc:spChg chg="mod">
          <ac:chgData name="Sayanti Roy" userId="13325ee0d423e633" providerId="LiveId" clId="{02EFE7D1-A4E3-483B-9837-103534D714CC}" dt="2023-08-20T15:48:35.679" v="1173"/>
          <ac:spMkLst>
            <pc:docMk/>
            <pc:sldMk cId="2597008311" sldId="291"/>
            <ac:spMk id="2" creationId="{DA9BA301-5878-E7ED-49F2-4BA5AF98F401}"/>
          </ac:spMkLst>
        </pc:spChg>
        <pc:spChg chg="mod">
          <ac:chgData name="Sayanti Roy" userId="13325ee0d423e633" providerId="LiveId" clId="{02EFE7D1-A4E3-483B-9837-103534D714CC}" dt="2023-08-20T15:03:17.141" v="469" actId="207"/>
          <ac:spMkLst>
            <pc:docMk/>
            <pc:sldMk cId="2597008311" sldId="291"/>
            <ac:spMk id="3" creationId="{28CE6918-E16B-555D-BA7F-1AE77A884422}"/>
          </ac:spMkLst>
        </pc:spChg>
      </pc:sldChg>
      <pc:sldChg chg="add del">
        <pc:chgData name="Sayanti Roy" userId="13325ee0d423e633" providerId="LiveId" clId="{02EFE7D1-A4E3-483B-9837-103534D714CC}" dt="2023-08-19T19:56:42.417" v="410" actId="47"/>
        <pc:sldMkLst>
          <pc:docMk/>
          <pc:sldMk cId="3284739339" sldId="295"/>
        </pc:sldMkLst>
      </pc:sldChg>
      <pc:sldChg chg="add del">
        <pc:chgData name="Sayanti Roy" userId="13325ee0d423e633" providerId="LiveId" clId="{02EFE7D1-A4E3-483B-9837-103534D714CC}" dt="2023-08-19T19:56:41.674" v="408" actId="47"/>
        <pc:sldMkLst>
          <pc:docMk/>
          <pc:sldMk cId="2287211582" sldId="296"/>
        </pc:sldMkLst>
      </pc:sldChg>
      <pc:sldChg chg="add del">
        <pc:chgData name="Sayanti Roy" userId="13325ee0d423e633" providerId="LiveId" clId="{02EFE7D1-A4E3-483B-9837-103534D714CC}" dt="2023-08-19T19:56:41.299" v="407" actId="47"/>
        <pc:sldMkLst>
          <pc:docMk/>
          <pc:sldMk cId="3796767063" sldId="297"/>
        </pc:sldMkLst>
      </pc:sldChg>
      <pc:sldChg chg="add del">
        <pc:chgData name="Sayanti Roy" userId="13325ee0d423e633" providerId="LiveId" clId="{02EFE7D1-A4E3-483B-9837-103534D714CC}" dt="2023-08-19T19:56:40.935" v="406" actId="47"/>
        <pc:sldMkLst>
          <pc:docMk/>
          <pc:sldMk cId="679825614" sldId="298"/>
        </pc:sldMkLst>
      </pc:sldChg>
      <pc:sldChg chg="modSp add mod">
        <pc:chgData name="Sayanti Roy" userId="13325ee0d423e633" providerId="LiveId" clId="{02EFE7D1-A4E3-483B-9837-103534D714CC}" dt="2023-08-20T15:48:25.228" v="1172"/>
        <pc:sldMkLst>
          <pc:docMk/>
          <pc:sldMk cId="2581749768" sldId="303"/>
        </pc:sldMkLst>
        <pc:spChg chg="mod">
          <ac:chgData name="Sayanti Roy" userId="13325ee0d423e633" providerId="LiveId" clId="{02EFE7D1-A4E3-483B-9837-103534D714CC}" dt="2023-08-20T15:48:25.228" v="1172"/>
          <ac:spMkLst>
            <pc:docMk/>
            <pc:sldMk cId="2581749768" sldId="303"/>
            <ac:spMk id="2" creationId="{E980180C-34AE-C6B4-A677-E62A7261C430}"/>
          </ac:spMkLst>
        </pc:spChg>
        <pc:spChg chg="mod">
          <ac:chgData name="Sayanti Roy" userId="13325ee0d423e633" providerId="LiveId" clId="{02EFE7D1-A4E3-483B-9837-103534D714CC}" dt="2023-08-20T15:19:41.751" v="876" actId="113"/>
          <ac:spMkLst>
            <pc:docMk/>
            <pc:sldMk cId="2581749768" sldId="303"/>
            <ac:spMk id="3" creationId="{04C77279-5C74-50AF-F87D-9AAE2EFA1E32}"/>
          </ac:spMkLst>
        </pc:spChg>
      </pc:sldChg>
      <pc:sldChg chg="modSp add mod">
        <pc:chgData name="Sayanti Roy" userId="13325ee0d423e633" providerId="LiveId" clId="{02EFE7D1-A4E3-483B-9837-103534D714CC}" dt="2023-08-20T15:03:25.951" v="471" actId="1076"/>
        <pc:sldMkLst>
          <pc:docMk/>
          <pc:sldMk cId="1876391075" sldId="304"/>
        </pc:sldMkLst>
        <pc:picChg chg="mod">
          <ac:chgData name="Sayanti Roy" userId="13325ee0d423e633" providerId="LiveId" clId="{02EFE7D1-A4E3-483B-9837-103534D714CC}" dt="2023-08-20T15:03:25.951" v="471" actId="1076"/>
          <ac:picMkLst>
            <pc:docMk/>
            <pc:sldMk cId="1876391075" sldId="304"/>
            <ac:picMk id="6" creationId="{8B0A4209-26D6-E94B-8044-2F6E2AF6BE73}"/>
          </ac:picMkLst>
        </pc:picChg>
      </pc:sldChg>
      <pc:sldChg chg="add del">
        <pc:chgData name="Sayanti Roy" userId="13325ee0d423e633" providerId="LiveId" clId="{02EFE7D1-A4E3-483B-9837-103534D714CC}" dt="2023-08-19T19:56:39.864" v="403" actId="47"/>
        <pc:sldMkLst>
          <pc:docMk/>
          <pc:sldMk cId="2627869629" sldId="304"/>
        </pc:sldMkLst>
      </pc:sldChg>
      <pc:sldChg chg="addSp modSp add mod">
        <pc:chgData name="Sayanti Roy" userId="13325ee0d423e633" providerId="LiveId" clId="{02EFE7D1-A4E3-483B-9837-103534D714CC}" dt="2023-08-21T14:00:04.690" v="1597" actId="20577"/>
        <pc:sldMkLst>
          <pc:docMk/>
          <pc:sldMk cId="1726522783" sldId="305"/>
        </pc:sldMkLst>
        <pc:spChg chg="mod">
          <ac:chgData name="Sayanti Roy" userId="13325ee0d423e633" providerId="LiveId" clId="{02EFE7D1-A4E3-483B-9837-103534D714CC}" dt="2023-08-20T15:48:17.406" v="1171"/>
          <ac:spMkLst>
            <pc:docMk/>
            <pc:sldMk cId="1726522783" sldId="305"/>
            <ac:spMk id="2" creationId="{048BA6EF-667C-DD77-E0A2-9F11428B3C59}"/>
          </ac:spMkLst>
        </pc:spChg>
        <pc:spChg chg="mod">
          <ac:chgData name="Sayanti Roy" userId="13325ee0d423e633" providerId="LiveId" clId="{02EFE7D1-A4E3-483B-9837-103534D714CC}" dt="2023-08-21T14:00:04.690" v="1597" actId="20577"/>
          <ac:spMkLst>
            <pc:docMk/>
            <pc:sldMk cId="1726522783" sldId="305"/>
            <ac:spMk id="3" creationId="{ECA3411C-1924-029F-D8FA-268C91AAE316}"/>
          </ac:spMkLst>
        </pc:spChg>
        <pc:picChg chg="add mod">
          <ac:chgData name="Sayanti Roy" userId="13325ee0d423e633" providerId="LiveId" clId="{02EFE7D1-A4E3-483B-9837-103534D714CC}" dt="2023-08-20T15:27:26.515" v="896" actId="1076"/>
          <ac:picMkLst>
            <pc:docMk/>
            <pc:sldMk cId="1726522783" sldId="305"/>
            <ac:picMk id="6" creationId="{70C07D18-4037-0744-E639-C8FDF232FD74}"/>
          </ac:picMkLst>
        </pc:picChg>
        <pc:picChg chg="add mod">
          <ac:chgData name="Sayanti Roy" userId="13325ee0d423e633" providerId="LiveId" clId="{02EFE7D1-A4E3-483B-9837-103534D714CC}" dt="2023-08-20T15:27:32.913" v="898" actId="1076"/>
          <ac:picMkLst>
            <pc:docMk/>
            <pc:sldMk cId="1726522783" sldId="305"/>
            <ac:picMk id="7" creationId="{D51DE211-12CA-A5D9-C72C-91F5BD23B95D}"/>
          </ac:picMkLst>
        </pc:picChg>
        <pc:picChg chg="add mod">
          <ac:chgData name="Sayanti Roy" userId="13325ee0d423e633" providerId="LiveId" clId="{02EFE7D1-A4E3-483B-9837-103534D714CC}" dt="2023-08-20T15:27:38.739" v="901" actId="1076"/>
          <ac:picMkLst>
            <pc:docMk/>
            <pc:sldMk cId="1726522783" sldId="305"/>
            <ac:picMk id="8" creationId="{07396E24-2D18-8D48-53A1-6E3428A9E34B}"/>
          </ac:picMkLst>
        </pc:picChg>
      </pc:sldChg>
      <pc:sldChg chg="delSp modSp add mod">
        <pc:chgData name="Sayanti Roy" userId="13325ee0d423e633" providerId="LiveId" clId="{02EFE7D1-A4E3-483B-9837-103534D714CC}" dt="2023-08-20T15:48:11.697" v="1170"/>
        <pc:sldMkLst>
          <pc:docMk/>
          <pc:sldMk cId="233005929" sldId="306"/>
        </pc:sldMkLst>
        <pc:spChg chg="mod">
          <ac:chgData name="Sayanti Roy" userId="13325ee0d423e633" providerId="LiveId" clId="{02EFE7D1-A4E3-483B-9837-103534D714CC}" dt="2023-08-20T15:48:11.697" v="1170"/>
          <ac:spMkLst>
            <pc:docMk/>
            <pc:sldMk cId="233005929" sldId="306"/>
            <ac:spMk id="2" creationId="{0AB4A9B7-6779-C50E-8B63-BF487E0309D0}"/>
          </ac:spMkLst>
        </pc:spChg>
        <pc:spChg chg="mod">
          <ac:chgData name="Sayanti Roy" userId="13325ee0d423e633" providerId="LiveId" clId="{02EFE7D1-A4E3-483B-9837-103534D714CC}" dt="2023-08-20T15:12:05.622" v="725" actId="20577"/>
          <ac:spMkLst>
            <pc:docMk/>
            <pc:sldMk cId="233005929" sldId="306"/>
            <ac:spMk id="3" creationId="{6D70135B-13A0-0711-AAB2-98E1613BC15E}"/>
          </ac:spMkLst>
        </pc:spChg>
        <pc:picChg chg="del">
          <ac:chgData name="Sayanti Roy" userId="13325ee0d423e633" providerId="LiveId" clId="{02EFE7D1-A4E3-483B-9837-103534D714CC}" dt="2023-08-20T15:10:12.360" v="586" actId="478"/>
          <ac:picMkLst>
            <pc:docMk/>
            <pc:sldMk cId="233005929" sldId="306"/>
            <ac:picMk id="6" creationId="{A9EC0ECD-DBDB-593B-F5B1-C569643913EC}"/>
          </ac:picMkLst>
        </pc:picChg>
      </pc:sldChg>
      <pc:sldChg chg="modSp add mod">
        <pc:chgData name="Sayanti Roy" userId="13325ee0d423e633" providerId="LiveId" clId="{02EFE7D1-A4E3-483B-9837-103534D714CC}" dt="2023-08-20T15:48:03.716" v="1169"/>
        <pc:sldMkLst>
          <pc:docMk/>
          <pc:sldMk cId="1572999912" sldId="307"/>
        </pc:sldMkLst>
        <pc:spChg chg="mod">
          <ac:chgData name="Sayanti Roy" userId="13325ee0d423e633" providerId="LiveId" clId="{02EFE7D1-A4E3-483B-9837-103534D714CC}" dt="2023-08-20T15:06:47.910" v="534" actId="207"/>
          <ac:spMkLst>
            <pc:docMk/>
            <pc:sldMk cId="1572999912" sldId="307"/>
            <ac:spMk id="3" creationId="{AFCFDDBE-C1F9-E5DF-68DD-4C56811F5CDB}"/>
          </ac:spMkLst>
        </pc:spChg>
        <pc:spChg chg="mod">
          <ac:chgData name="Sayanti Roy" userId="13325ee0d423e633" providerId="LiveId" clId="{02EFE7D1-A4E3-483B-9837-103534D714CC}" dt="2023-08-20T15:48:03.716" v="1169"/>
          <ac:spMkLst>
            <pc:docMk/>
            <pc:sldMk cId="1572999912" sldId="307"/>
            <ac:spMk id="8" creationId="{471DB304-A276-02BE-7226-BD85DA23FD3C}"/>
          </ac:spMkLst>
        </pc:spChg>
      </pc:sldChg>
      <pc:sldChg chg="add del">
        <pc:chgData name="Sayanti Roy" userId="13325ee0d423e633" providerId="LiveId" clId="{02EFE7D1-A4E3-483B-9837-103534D714CC}" dt="2023-08-19T19:56:40.223" v="404" actId="47"/>
        <pc:sldMkLst>
          <pc:docMk/>
          <pc:sldMk cId="375862539" sldId="308"/>
        </pc:sldMkLst>
      </pc:sldChg>
      <pc:sldChg chg="modSp add mod">
        <pc:chgData name="Sayanti Roy" userId="13325ee0d423e633" providerId="LiveId" clId="{02EFE7D1-A4E3-483B-9837-103534D714CC}" dt="2023-08-20T15:04:09.134" v="477" actId="20577"/>
        <pc:sldMkLst>
          <pc:docMk/>
          <pc:sldMk cId="1501613117" sldId="323"/>
        </pc:sldMkLst>
        <pc:graphicFrameChg chg="modGraphic">
          <ac:chgData name="Sayanti Roy" userId="13325ee0d423e633" providerId="LiveId" clId="{02EFE7D1-A4E3-483B-9837-103534D714CC}" dt="2023-08-20T15:04:09.134" v="477" actId="20577"/>
          <ac:graphicFrameMkLst>
            <pc:docMk/>
            <pc:sldMk cId="1501613117" sldId="323"/>
            <ac:graphicFrameMk id="6" creationId="{0BDEA0F2-28FC-89EA-EAE6-1A454F21A699}"/>
          </ac:graphicFrameMkLst>
        </pc:graphicFrameChg>
      </pc:sldChg>
      <pc:sldChg chg="addSp modSp new mod">
        <pc:chgData name="Sayanti Roy" userId="13325ee0d423e633" providerId="LiveId" clId="{02EFE7D1-A4E3-483B-9837-103534D714CC}" dt="2023-08-20T15:47:55.729" v="1168"/>
        <pc:sldMkLst>
          <pc:docMk/>
          <pc:sldMk cId="1168444880" sldId="324"/>
        </pc:sldMkLst>
        <pc:spChg chg="mod">
          <ac:chgData name="Sayanti Roy" userId="13325ee0d423e633" providerId="LiveId" clId="{02EFE7D1-A4E3-483B-9837-103534D714CC}" dt="2023-08-20T15:47:55.729" v="1168"/>
          <ac:spMkLst>
            <pc:docMk/>
            <pc:sldMk cId="1168444880" sldId="324"/>
            <ac:spMk id="2" creationId="{99979BD3-CDAF-F8EF-5B44-B7F6A58C0FE9}"/>
          </ac:spMkLst>
        </pc:spChg>
        <pc:spChg chg="mod">
          <ac:chgData name="Sayanti Roy" userId="13325ee0d423e633" providerId="LiveId" clId="{02EFE7D1-A4E3-483B-9837-103534D714CC}" dt="2023-08-20T15:07:56.687" v="585" actId="113"/>
          <ac:spMkLst>
            <pc:docMk/>
            <pc:sldMk cId="1168444880" sldId="324"/>
            <ac:spMk id="3" creationId="{95E5C2FE-6F3F-5AB5-0BF5-B484427A8389}"/>
          </ac:spMkLst>
        </pc:spChg>
        <pc:picChg chg="add mod">
          <ac:chgData name="Sayanti Roy" userId="13325ee0d423e633" providerId="LiveId" clId="{02EFE7D1-A4E3-483B-9837-103534D714CC}" dt="2023-08-20T15:13:25.544" v="728" actId="1076"/>
          <ac:picMkLst>
            <pc:docMk/>
            <pc:sldMk cId="1168444880" sldId="324"/>
            <ac:picMk id="5" creationId="{EB6E54FC-04B1-2B7B-B25D-AF2C17E21524}"/>
          </ac:picMkLst>
        </pc:picChg>
      </pc:sldChg>
      <pc:sldChg chg="addSp modSp new mod">
        <pc:chgData name="Sayanti Roy" userId="13325ee0d423e633" providerId="LiveId" clId="{02EFE7D1-A4E3-483B-9837-103534D714CC}" dt="2023-08-20T15:47:50.194" v="1167" actId="14100"/>
        <pc:sldMkLst>
          <pc:docMk/>
          <pc:sldMk cId="1820393160" sldId="325"/>
        </pc:sldMkLst>
        <pc:spChg chg="mod">
          <ac:chgData name="Sayanti Roy" userId="13325ee0d423e633" providerId="LiveId" clId="{02EFE7D1-A4E3-483B-9837-103534D714CC}" dt="2023-08-20T15:47:47.061" v="1165"/>
          <ac:spMkLst>
            <pc:docMk/>
            <pc:sldMk cId="1820393160" sldId="325"/>
            <ac:spMk id="2" creationId="{314C9E63-6C7B-D063-1749-92A66550062B}"/>
          </ac:spMkLst>
        </pc:spChg>
        <pc:spChg chg="mod">
          <ac:chgData name="Sayanti Roy" userId="13325ee0d423e633" providerId="LiveId" clId="{02EFE7D1-A4E3-483B-9837-103534D714CC}" dt="2023-08-20T15:41:07.225" v="1070" actId="14100"/>
          <ac:spMkLst>
            <pc:docMk/>
            <pc:sldMk cId="1820393160" sldId="325"/>
            <ac:spMk id="3" creationId="{BD0A6580-8147-C211-771A-FE785A1CBEA6}"/>
          </ac:spMkLst>
        </pc:spChg>
        <pc:picChg chg="add mod">
          <ac:chgData name="Sayanti Roy" userId="13325ee0d423e633" providerId="LiveId" clId="{02EFE7D1-A4E3-483B-9837-103534D714CC}" dt="2023-08-20T15:47:50.194" v="1167" actId="14100"/>
          <ac:picMkLst>
            <pc:docMk/>
            <pc:sldMk cId="1820393160" sldId="325"/>
            <ac:picMk id="5" creationId="{EB0B7AFE-B211-57D3-A640-24A9FB81DE2A}"/>
          </ac:picMkLst>
        </pc:picChg>
      </pc:sldChg>
      <pc:sldChg chg="modSp new mod">
        <pc:chgData name="Sayanti Roy" userId="13325ee0d423e633" providerId="LiveId" clId="{02EFE7D1-A4E3-483B-9837-103534D714CC}" dt="2023-08-21T14:01:55.761" v="1719" actId="5793"/>
        <pc:sldMkLst>
          <pc:docMk/>
          <pc:sldMk cId="2716039222" sldId="326"/>
        </pc:sldMkLst>
        <pc:spChg chg="mod">
          <ac:chgData name="Sayanti Roy" userId="13325ee0d423e633" providerId="LiveId" clId="{02EFE7D1-A4E3-483B-9837-103534D714CC}" dt="2023-08-20T15:47:36.449" v="1164"/>
          <ac:spMkLst>
            <pc:docMk/>
            <pc:sldMk cId="2716039222" sldId="326"/>
            <ac:spMk id="2" creationId="{2B2B1F14-759B-73B8-BFD9-FF4D969D7E78}"/>
          </ac:spMkLst>
        </pc:spChg>
        <pc:spChg chg="mod">
          <ac:chgData name="Sayanti Roy" userId="13325ee0d423e633" providerId="LiveId" clId="{02EFE7D1-A4E3-483B-9837-103534D714CC}" dt="2023-08-21T14:01:55.761" v="1719" actId="5793"/>
          <ac:spMkLst>
            <pc:docMk/>
            <pc:sldMk cId="2716039222" sldId="326"/>
            <ac:spMk id="3" creationId="{5F4A59AF-917B-1549-87F8-F522D52142E2}"/>
          </ac:spMkLst>
        </pc:spChg>
      </pc:sldChg>
      <pc:sldChg chg="modSp new mod">
        <pc:chgData name="Sayanti Roy" userId="13325ee0d423e633" providerId="LiveId" clId="{02EFE7D1-A4E3-483B-9837-103534D714CC}" dt="2023-08-21T13:56:52.713" v="1476" actId="20577"/>
        <pc:sldMkLst>
          <pc:docMk/>
          <pc:sldMk cId="4020834979" sldId="327"/>
        </pc:sldMkLst>
        <pc:spChg chg="mod">
          <ac:chgData name="Sayanti Roy" userId="13325ee0d423e633" providerId="LiveId" clId="{02EFE7D1-A4E3-483B-9837-103534D714CC}" dt="2023-08-21T13:56:52.713" v="1476" actId="20577"/>
          <ac:spMkLst>
            <pc:docMk/>
            <pc:sldMk cId="4020834979" sldId="327"/>
            <ac:spMk id="2" creationId="{F44C2C8F-C919-3B67-566A-E975579F14F1}"/>
          </ac:spMkLst>
        </pc:spChg>
        <pc:spChg chg="mod">
          <ac:chgData name="Sayanti Roy" userId="13325ee0d423e633" providerId="LiveId" clId="{02EFE7D1-A4E3-483B-9837-103534D714CC}" dt="2023-08-21T13:12:30.716" v="1300" actId="20577"/>
          <ac:spMkLst>
            <pc:docMk/>
            <pc:sldMk cId="4020834979" sldId="327"/>
            <ac:spMk id="3" creationId="{63140F1E-160F-185F-61B1-71F23CF432C6}"/>
          </ac:spMkLst>
        </pc:spChg>
      </pc:sldChg>
      <pc:sldChg chg="new del">
        <pc:chgData name="Sayanti Roy" userId="13325ee0d423e633" providerId="LiveId" clId="{02EFE7D1-A4E3-483B-9837-103534D714CC}" dt="2023-08-21T14:07:25.255" v="1725" actId="680"/>
        <pc:sldMkLst>
          <pc:docMk/>
          <pc:sldMk cId="1624218053" sldId="328"/>
        </pc:sldMkLst>
      </pc:sldChg>
      <pc:sldChg chg="modSp new mod">
        <pc:chgData name="Sayanti Roy" userId="13325ee0d423e633" providerId="LiveId" clId="{02EFE7D1-A4E3-483B-9837-103534D714CC}" dt="2023-08-21T14:08:20.554" v="1759"/>
        <pc:sldMkLst>
          <pc:docMk/>
          <pc:sldMk cId="3920910169" sldId="328"/>
        </pc:sldMkLst>
        <pc:spChg chg="mod">
          <ac:chgData name="Sayanti Roy" userId="13325ee0d423e633" providerId="LiveId" clId="{02EFE7D1-A4E3-483B-9837-103534D714CC}" dt="2023-08-21T14:08:20.554" v="1759"/>
          <ac:spMkLst>
            <pc:docMk/>
            <pc:sldMk cId="3920910169" sldId="328"/>
            <ac:spMk id="2" creationId="{29E78ABE-87EC-2925-B1CD-C8AC15352798}"/>
          </ac:spMkLst>
        </pc:spChg>
        <pc:spChg chg="mod">
          <ac:chgData name="Sayanti Roy" userId="13325ee0d423e633" providerId="LiveId" clId="{02EFE7D1-A4E3-483B-9837-103534D714CC}" dt="2023-08-21T14:08:06.497" v="1755"/>
          <ac:spMkLst>
            <pc:docMk/>
            <pc:sldMk cId="3920910169" sldId="328"/>
            <ac:spMk id="3" creationId="{19A62394-7785-E9C1-DA22-8B954BD17324}"/>
          </ac:spMkLst>
        </pc:spChg>
      </pc:sldChg>
    </pc:docChg>
  </pc:docChgLst>
  <pc:docChgLst>
    <pc:chgData name="Sayanti Roy" userId="13325ee0d423e633" providerId="LiveId" clId="{2E3F4603-2306-4915-A6D4-51F65687978A}"/>
    <pc:docChg chg="undo custSel delSld modSld">
      <pc:chgData name="Sayanti Roy" userId="13325ee0d423e633" providerId="LiveId" clId="{2E3F4603-2306-4915-A6D4-51F65687978A}" dt="2022-09-04T15:48:19.145" v="2332" actId="20577"/>
      <pc:docMkLst>
        <pc:docMk/>
      </pc:docMkLst>
      <pc:sldChg chg="addSp modSp mod">
        <pc:chgData name="Sayanti Roy" userId="13325ee0d423e633" providerId="LiveId" clId="{2E3F4603-2306-4915-A6D4-51F65687978A}" dt="2022-08-22T02:21:36.183" v="2318" actId="1076"/>
        <pc:sldMkLst>
          <pc:docMk/>
          <pc:sldMk cId="415740654" sldId="256"/>
        </pc:sldMkLst>
        <pc:spChg chg="mod">
          <ac:chgData name="Sayanti Roy" userId="13325ee0d423e633" providerId="LiveId" clId="{2E3F4603-2306-4915-A6D4-51F65687978A}" dt="2022-08-21T01:02:33.461" v="21" actId="113"/>
          <ac:spMkLst>
            <pc:docMk/>
            <pc:sldMk cId="415740654" sldId="256"/>
            <ac:spMk id="2" creationId="{71202F67-DC17-43D4-4BA2-6A9C52C58701}"/>
          </ac:spMkLst>
        </pc:spChg>
        <pc:picChg chg="add mod">
          <ac:chgData name="Sayanti Roy" userId="13325ee0d423e633" providerId="LiveId" clId="{2E3F4603-2306-4915-A6D4-51F65687978A}" dt="2022-08-22T02:21:36.183" v="2318" actId="1076"/>
          <ac:picMkLst>
            <pc:docMk/>
            <pc:sldMk cId="415740654" sldId="256"/>
            <ac:picMk id="1026" creationId="{394C52A8-E6DD-EAA0-7F46-AF3E5FF115A4}"/>
          </ac:picMkLst>
        </pc:picChg>
      </pc:sldChg>
      <pc:sldChg chg="modSp mod">
        <pc:chgData name="Sayanti Roy" userId="13325ee0d423e633" providerId="LiveId" clId="{2E3F4603-2306-4915-A6D4-51F65687978A}" dt="2022-08-21T01:09:45.256" v="119" actId="20577"/>
        <pc:sldMkLst>
          <pc:docMk/>
          <pc:sldMk cId="3862730485" sldId="258"/>
        </pc:sldMkLst>
        <pc:spChg chg="mod">
          <ac:chgData name="Sayanti Roy" userId="13325ee0d423e633" providerId="LiveId" clId="{2E3F4603-2306-4915-A6D4-51F65687978A}" dt="2022-08-21T01:09:45.256" v="119" actId="20577"/>
          <ac:spMkLst>
            <pc:docMk/>
            <pc:sldMk cId="3862730485" sldId="258"/>
            <ac:spMk id="3" creationId="{982F81C0-2412-BD4C-C280-D1F70E8B9A4B}"/>
          </ac:spMkLst>
        </pc:spChg>
      </pc:sldChg>
      <pc:sldChg chg="modSp mod">
        <pc:chgData name="Sayanti Roy" userId="13325ee0d423e633" providerId="LiveId" clId="{2E3F4603-2306-4915-A6D4-51F65687978A}" dt="2022-08-21T15:24:25.110" v="2283" actId="20577"/>
        <pc:sldMkLst>
          <pc:docMk/>
          <pc:sldMk cId="3071718220" sldId="259"/>
        </pc:sldMkLst>
        <pc:spChg chg="mod">
          <ac:chgData name="Sayanti Roy" userId="13325ee0d423e633" providerId="LiveId" clId="{2E3F4603-2306-4915-A6D4-51F65687978A}" dt="2022-08-21T15:24:25.110" v="2283" actId="20577"/>
          <ac:spMkLst>
            <pc:docMk/>
            <pc:sldMk cId="3071718220" sldId="259"/>
            <ac:spMk id="3" creationId="{5F06DFAC-38F4-5F09-C0E5-7B63C43FAABF}"/>
          </ac:spMkLst>
        </pc:spChg>
      </pc:sldChg>
      <pc:sldChg chg="modSp mod">
        <pc:chgData name="Sayanti Roy" userId="13325ee0d423e633" providerId="LiveId" clId="{2E3F4603-2306-4915-A6D4-51F65687978A}" dt="2022-08-21T15:35:52.018" v="2316" actId="20577"/>
        <pc:sldMkLst>
          <pc:docMk/>
          <pc:sldMk cId="1420696195" sldId="260"/>
        </pc:sldMkLst>
        <pc:spChg chg="mod">
          <ac:chgData name="Sayanti Roy" userId="13325ee0d423e633" providerId="LiveId" clId="{2E3F4603-2306-4915-A6D4-51F65687978A}" dt="2022-08-21T15:35:40.170" v="2315" actId="1076"/>
          <ac:spMkLst>
            <pc:docMk/>
            <pc:sldMk cId="1420696195" sldId="260"/>
            <ac:spMk id="2" creationId="{C3DB62E3-572E-256D-BC73-F0BAD77FCE52}"/>
          </ac:spMkLst>
        </pc:spChg>
        <pc:spChg chg="mod">
          <ac:chgData name="Sayanti Roy" userId="13325ee0d423e633" providerId="LiveId" clId="{2E3F4603-2306-4915-A6D4-51F65687978A}" dt="2022-08-21T15:35:52.018" v="2316" actId="20577"/>
          <ac:spMkLst>
            <pc:docMk/>
            <pc:sldMk cId="1420696195" sldId="260"/>
            <ac:spMk id="3" creationId="{7BB6E299-D1F0-F133-4199-D553A3EEA3B8}"/>
          </ac:spMkLst>
        </pc:spChg>
      </pc:sldChg>
      <pc:sldChg chg="modSp mod">
        <pc:chgData name="Sayanti Roy" userId="13325ee0d423e633" providerId="LiveId" clId="{2E3F4603-2306-4915-A6D4-51F65687978A}" dt="2022-08-21T01:23:18.088" v="344" actId="14100"/>
        <pc:sldMkLst>
          <pc:docMk/>
          <pc:sldMk cId="761699295" sldId="261"/>
        </pc:sldMkLst>
        <pc:spChg chg="mod">
          <ac:chgData name="Sayanti Roy" userId="13325ee0d423e633" providerId="LiveId" clId="{2E3F4603-2306-4915-A6D4-51F65687978A}" dt="2022-08-21T01:23:08.009" v="339" actId="14100"/>
          <ac:spMkLst>
            <pc:docMk/>
            <pc:sldMk cId="761699295" sldId="261"/>
            <ac:spMk id="2" creationId="{6C142878-1951-6678-2193-D80946A42D0B}"/>
          </ac:spMkLst>
        </pc:spChg>
        <pc:spChg chg="mod">
          <ac:chgData name="Sayanti Roy" userId="13325ee0d423e633" providerId="LiveId" clId="{2E3F4603-2306-4915-A6D4-51F65687978A}" dt="2022-08-21T01:23:18.088" v="344" actId="14100"/>
          <ac:spMkLst>
            <pc:docMk/>
            <pc:sldMk cId="761699295" sldId="261"/>
            <ac:spMk id="3" creationId="{9B3C0763-9EB7-15FD-43F8-FD93E8FD75B6}"/>
          </ac:spMkLst>
        </pc:spChg>
      </pc:sldChg>
      <pc:sldChg chg="modSp mod">
        <pc:chgData name="Sayanti Roy" userId="13325ee0d423e633" providerId="LiveId" clId="{2E3F4603-2306-4915-A6D4-51F65687978A}" dt="2022-09-04T15:48:19.145" v="2332" actId="20577"/>
        <pc:sldMkLst>
          <pc:docMk/>
          <pc:sldMk cId="4224906924" sldId="262"/>
        </pc:sldMkLst>
        <pc:spChg chg="mod">
          <ac:chgData name="Sayanti Roy" userId="13325ee0d423e633" providerId="LiveId" clId="{2E3F4603-2306-4915-A6D4-51F65687978A}" dt="2022-08-21T04:24:24.005" v="930" actId="27636"/>
          <ac:spMkLst>
            <pc:docMk/>
            <pc:sldMk cId="4224906924" sldId="262"/>
            <ac:spMk id="2" creationId="{E6D5B1BE-645F-90C3-C2B9-40345C01D630}"/>
          </ac:spMkLst>
        </pc:spChg>
        <pc:graphicFrameChg chg="mod modGraphic">
          <ac:chgData name="Sayanti Roy" userId="13325ee0d423e633" providerId="LiveId" clId="{2E3F4603-2306-4915-A6D4-51F65687978A}" dt="2022-09-04T15:48:19.145" v="2332" actId="20577"/>
          <ac:graphicFrameMkLst>
            <pc:docMk/>
            <pc:sldMk cId="4224906924" sldId="262"/>
            <ac:graphicFrameMk id="16" creationId="{5EB0B0FD-4444-2332-BFD6-4D9151180ACD}"/>
          </ac:graphicFrameMkLst>
        </pc:graphicFrameChg>
        <pc:graphicFrameChg chg="mod modGraphic">
          <ac:chgData name="Sayanti Roy" userId="13325ee0d423e633" providerId="LiveId" clId="{2E3F4603-2306-4915-A6D4-51F65687978A}" dt="2022-08-21T05:07:24.910" v="2267" actId="20577"/>
          <ac:graphicFrameMkLst>
            <pc:docMk/>
            <pc:sldMk cId="4224906924" sldId="262"/>
            <ac:graphicFrameMk id="17" creationId="{8E29A7AF-D8F6-C52E-783C-AA1FE3FD0D85}"/>
          </ac:graphicFrameMkLst>
        </pc:graphicFrameChg>
      </pc:sldChg>
      <pc:sldChg chg="modSp mod">
        <pc:chgData name="Sayanti Roy" userId="13325ee0d423e633" providerId="LiveId" clId="{2E3F4603-2306-4915-A6D4-51F65687978A}" dt="2022-08-21T01:14:14.501" v="193" actId="20577"/>
        <pc:sldMkLst>
          <pc:docMk/>
          <pc:sldMk cId="1330103076" sldId="263"/>
        </pc:sldMkLst>
        <pc:spChg chg="mod">
          <ac:chgData name="Sayanti Roy" userId="13325ee0d423e633" providerId="LiveId" clId="{2E3F4603-2306-4915-A6D4-51F65687978A}" dt="2022-08-21T01:14:14.501" v="193" actId="20577"/>
          <ac:spMkLst>
            <pc:docMk/>
            <pc:sldMk cId="1330103076" sldId="263"/>
            <ac:spMk id="3" creationId="{76041F9E-3258-7E16-12D6-60CAFE8545EE}"/>
          </ac:spMkLst>
        </pc:spChg>
      </pc:sldChg>
      <pc:sldChg chg="modSp mod">
        <pc:chgData name="Sayanti Roy" userId="13325ee0d423e633" providerId="LiveId" clId="{2E3F4603-2306-4915-A6D4-51F65687978A}" dt="2022-08-21T15:26:14.834" v="2298" actId="20577"/>
        <pc:sldMkLst>
          <pc:docMk/>
          <pc:sldMk cId="444047908" sldId="264"/>
        </pc:sldMkLst>
        <pc:spChg chg="mod">
          <ac:chgData name="Sayanti Roy" userId="13325ee0d423e633" providerId="LiveId" clId="{2E3F4603-2306-4915-A6D4-51F65687978A}" dt="2022-08-21T15:26:14.834" v="2298" actId="20577"/>
          <ac:spMkLst>
            <pc:docMk/>
            <pc:sldMk cId="444047908" sldId="264"/>
            <ac:spMk id="2" creationId="{75597102-AC34-B8A6-3654-8C2B7AAB0986}"/>
          </ac:spMkLst>
        </pc:spChg>
      </pc:sldChg>
      <pc:sldChg chg="modSp mod">
        <pc:chgData name="Sayanti Roy" userId="13325ee0d423e633" providerId="LiveId" clId="{2E3F4603-2306-4915-A6D4-51F65687978A}" dt="2022-08-21T04:47:21.771" v="1553" actId="20577"/>
        <pc:sldMkLst>
          <pc:docMk/>
          <pc:sldMk cId="803506279" sldId="265"/>
        </pc:sldMkLst>
        <pc:spChg chg="mod">
          <ac:chgData name="Sayanti Roy" userId="13325ee0d423e633" providerId="LiveId" clId="{2E3F4603-2306-4915-A6D4-51F65687978A}" dt="2022-08-21T01:14:54.567" v="204" actId="20577"/>
          <ac:spMkLst>
            <pc:docMk/>
            <pc:sldMk cId="803506279" sldId="265"/>
            <ac:spMk id="2" creationId="{786D6918-9249-EA2C-EFCD-2592670E577F}"/>
          </ac:spMkLst>
        </pc:spChg>
        <pc:spChg chg="mod">
          <ac:chgData name="Sayanti Roy" userId="13325ee0d423e633" providerId="LiveId" clId="{2E3F4603-2306-4915-A6D4-51F65687978A}" dt="2022-08-21T04:47:21.771" v="1553" actId="20577"/>
          <ac:spMkLst>
            <pc:docMk/>
            <pc:sldMk cId="803506279" sldId="265"/>
            <ac:spMk id="3" creationId="{31B89857-9D82-A612-6208-06BB02B2650A}"/>
          </ac:spMkLst>
        </pc:spChg>
      </pc:sldChg>
      <pc:sldChg chg="modSp mod">
        <pc:chgData name="Sayanti Roy" userId="13325ee0d423e633" providerId="LiveId" clId="{2E3F4603-2306-4915-A6D4-51F65687978A}" dt="2022-08-21T15:24:47.833" v="2297" actId="20577"/>
        <pc:sldMkLst>
          <pc:docMk/>
          <pc:sldMk cId="3892103918" sldId="266"/>
        </pc:sldMkLst>
        <pc:spChg chg="mod">
          <ac:chgData name="Sayanti Roy" userId="13325ee0d423e633" providerId="LiveId" clId="{2E3F4603-2306-4915-A6D4-51F65687978A}" dt="2022-08-21T15:24:47.833" v="2297" actId="20577"/>
          <ac:spMkLst>
            <pc:docMk/>
            <pc:sldMk cId="3892103918" sldId="266"/>
            <ac:spMk id="3" creationId="{EC50DEBF-24FE-A9BE-09CB-3F0E47B3DD2F}"/>
          </ac:spMkLst>
        </pc:spChg>
      </pc:sldChg>
      <pc:sldChg chg="modSp mod">
        <pc:chgData name="Sayanti Roy" userId="13325ee0d423e633" providerId="LiveId" clId="{2E3F4603-2306-4915-A6D4-51F65687978A}" dt="2022-08-21T15:27:16" v="2299" actId="6549"/>
        <pc:sldMkLst>
          <pc:docMk/>
          <pc:sldMk cId="3280938055" sldId="267"/>
        </pc:sldMkLst>
        <pc:spChg chg="mod">
          <ac:chgData name="Sayanti Roy" userId="13325ee0d423e633" providerId="LiveId" clId="{2E3F4603-2306-4915-A6D4-51F65687978A}" dt="2022-08-21T15:27:16" v="2299" actId="6549"/>
          <ac:spMkLst>
            <pc:docMk/>
            <pc:sldMk cId="3280938055" sldId="267"/>
            <ac:spMk id="2" creationId="{40AE3FBE-D2FE-E01C-447B-C0D4989DB2AD}"/>
          </ac:spMkLst>
        </pc:spChg>
      </pc:sldChg>
      <pc:sldChg chg="modSp mod">
        <pc:chgData name="Sayanti Roy" userId="13325ee0d423e633" providerId="LiveId" clId="{2E3F4603-2306-4915-A6D4-51F65687978A}" dt="2022-08-21T01:19:17.700" v="315" actId="2711"/>
        <pc:sldMkLst>
          <pc:docMk/>
          <pc:sldMk cId="2769803452" sldId="268"/>
        </pc:sldMkLst>
        <pc:spChg chg="mod">
          <ac:chgData name="Sayanti Roy" userId="13325ee0d423e633" providerId="LiveId" clId="{2E3F4603-2306-4915-A6D4-51F65687978A}" dt="2022-08-21T01:19:17.700" v="315" actId="2711"/>
          <ac:spMkLst>
            <pc:docMk/>
            <pc:sldMk cId="2769803452" sldId="268"/>
            <ac:spMk id="3" creationId="{1D5FA813-728C-E9E6-900F-9BB6942ADD26}"/>
          </ac:spMkLst>
        </pc:spChg>
      </pc:sldChg>
      <pc:sldChg chg="del">
        <pc:chgData name="Sayanti Roy" userId="13325ee0d423e633" providerId="LiveId" clId="{2E3F4603-2306-4915-A6D4-51F65687978A}" dt="2022-08-21T01:18:21.432" v="304" actId="47"/>
        <pc:sldMkLst>
          <pc:docMk/>
          <pc:sldMk cId="2563415906" sldId="272"/>
        </pc:sldMkLst>
      </pc:sldChg>
      <pc:sldChg chg="modSp mod">
        <pc:chgData name="Sayanti Roy" userId="13325ee0d423e633" providerId="LiveId" clId="{2E3F4603-2306-4915-A6D4-51F65687978A}" dt="2022-08-21T15:34:50.601" v="2314" actId="20577"/>
        <pc:sldMkLst>
          <pc:docMk/>
          <pc:sldMk cId="571392141" sldId="278"/>
        </pc:sldMkLst>
        <pc:spChg chg="mod">
          <ac:chgData name="Sayanti Roy" userId="13325ee0d423e633" providerId="LiveId" clId="{2E3F4603-2306-4915-A6D4-51F65687978A}" dt="2022-08-21T15:34:50.601" v="2314" actId="20577"/>
          <ac:spMkLst>
            <pc:docMk/>
            <pc:sldMk cId="571392141" sldId="278"/>
            <ac:spMk id="3" creationId="{6236CE48-0523-CBB9-74A4-F9B443787755}"/>
          </ac:spMkLst>
        </pc:spChg>
      </pc:sldChg>
      <pc:sldChg chg="modSp mod">
        <pc:chgData name="Sayanti Roy" userId="13325ee0d423e633" providerId="LiveId" clId="{2E3F4603-2306-4915-A6D4-51F65687978A}" dt="2022-08-21T01:25:46.605" v="347" actId="27636"/>
        <pc:sldMkLst>
          <pc:docMk/>
          <pc:sldMk cId="235139202" sldId="279"/>
        </pc:sldMkLst>
        <pc:spChg chg="mod">
          <ac:chgData name="Sayanti Roy" userId="13325ee0d423e633" providerId="LiveId" clId="{2E3F4603-2306-4915-A6D4-51F65687978A}" dt="2022-08-21T01:25:46.605" v="347" actId="27636"/>
          <ac:spMkLst>
            <pc:docMk/>
            <pc:sldMk cId="235139202" sldId="279"/>
            <ac:spMk id="3" creationId="{2E3EA500-D1AC-BE05-1C60-9BE75E4C21E9}"/>
          </ac:spMkLst>
        </pc:spChg>
      </pc:sldChg>
      <pc:sldChg chg="modSp mod">
        <pc:chgData name="Sayanti Roy" userId="13325ee0d423e633" providerId="LiveId" clId="{2E3F4603-2306-4915-A6D4-51F65687978A}" dt="2022-08-21T01:26:41.616" v="411" actId="20577"/>
        <pc:sldMkLst>
          <pc:docMk/>
          <pc:sldMk cId="1279790670" sldId="280"/>
        </pc:sldMkLst>
        <pc:spChg chg="mod">
          <ac:chgData name="Sayanti Roy" userId="13325ee0d423e633" providerId="LiveId" clId="{2E3F4603-2306-4915-A6D4-51F65687978A}" dt="2022-08-21T01:26:41.616" v="411" actId="20577"/>
          <ac:spMkLst>
            <pc:docMk/>
            <pc:sldMk cId="1279790670" sldId="280"/>
            <ac:spMk id="3" creationId="{717FB80A-CA02-7E0E-A25E-3EC03D79C671}"/>
          </ac:spMkLst>
        </pc:spChg>
      </pc:sldChg>
    </pc:docChg>
  </pc:docChgLst>
  <pc:docChgLst>
    <pc:chgData name="Sayanti Roy" userId="13325ee0d423e633" providerId="LiveId" clId="{F2E8F1DB-15B4-4D43-B348-9948115332BE}"/>
    <pc:docChg chg="undo custSel addSld delSld modSld sldOrd">
      <pc:chgData name="Sayanti Roy" userId="13325ee0d423e633" providerId="LiveId" clId="{F2E8F1DB-15B4-4D43-B348-9948115332BE}" dt="2024-08-23T13:35:01.048" v="1007" actId="20577"/>
      <pc:docMkLst>
        <pc:docMk/>
      </pc:docMkLst>
      <pc:sldChg chg="modSp mod">
        <pc:chgData name="Sayanti Roy" userId="13325ee0d423e633" providerId="LiveId" clId="{F2E8F1DB-15B4-4D43-B348-9948115332BE}" dt="2024-08-18T22:23:13.691" v="5" actId="20577"/>
        <pc:sldMkLst>
          <pc:docMk/>
          <pc:sldMk cId="415740654" sldId="256"/>
        </pc:sldMkLst>
        <pc:spChg chg="mod">
          <ac:chgData name="Sayanti Roy" userId="13325ee0d423e633" providerId="LiveId" clId="{F2E8F1DB-15B4-4D43-B348-9948115332BE}" dt="2024-08-18T22:23:13.691" v="5" actId="20577"/>
          <ac:spMkLst>
            <pc:docMk/>
            <pc:sldMk cId="415740654" sldId="256"/>
            <ac:spMk id="2" creationId="{71202F67-DC17-43D4-4BA2-6A9C52C58701}"/>
          </ac:spMkLst>
        </pc:spChg>
      </pc:sldChg>
      <pc:sldChg chg="modSp mod">
        <pc:chgData name="Sayanti Roy" userId="13325ee0d423e633" providerId="LiveId" clId="{F2E8F1DB-15B4-4D43-B348-9948115332BE}" dt="2024-08-18T22:34:35.718" v="39" actId="20577"/>
        <pc:sldMkLst>
          <pc:docMk/>
          <pc:sldMk cId="3862730485" sldId="258"/>
        </pc:sldMkLst>
        <pc:spChg chg="mod">
          <ac:chgData name="Sayanti Roy" userId="13325ee0d423e633" providerId="LiveId" clId="{F2E8F1DB-15B4-4D43-B348-9948115332BE}" dt="2024-08-18T22:34:35.718" v="39" actId="20577"/>
          <ac:spMkLst>
            <pc:docMk/>
            <pc:sldMk cId="3862730485" sldId="258"/>
            <ac:spMk id="3" creationId="{982F81C0-2412-BD4C-C280-D1F70E8B9A4B}"/>
          </ac:spMkLst>
        </pc:spChg>
      </pc:sldChg>
      <pc:sldChg chg="modSp mod">
        <pc:chgData name="Sayanti Roy" userId="13325ee0d423e633" providerId="LiveId" clId="{F2E8F1DB-15B4-4D43-B348-9948115332BE}" dt="2024-08-23T13:35:01.048" v="1007" actId="20577"/>
        <pc:sldMkLst>
          <pc:docMk/>
          <pc:sldMk cId="3071718220" sldId="259"/>
        </pc:sldMkLst>
        <pc:spChg chg="mod">
          <ac:chgData name="Sayanti Roy" userId="13325ee0d423e633" providerId="LiveId" clId="{F2E8F1DB-15B4-4D43-B348-9948115332BE}" dt="2024-08-23T13:35:01.048" v="1007" actId="20577"/>
          <ac:spMkLst>
            <pc:docMk/>
            <pc:sldMk cId="3071718220" sldId="259"/>
            <ac:spMk id="3" creationId="{5F06DFAC-38F4-5F09-C0E5-7B63C43FAABF}"/>
          </ac:spMkLst>
        </pc:spChg>
      </pc:sldChg>
      <pc:sldChg chg="modSp mod">
        <pc:chgData name="Sayanti Roy" userId="13325ee0d423e633" providerId="LiveId" clId="{F2E8F1DB-15B4-4D43-B348-9948115332BE}" dt="2024-08-18T22:53:44.910" v="318" actId="6549"/>
        <pc:sldMkLst>
          <pc:docMk/>
          <pc:sldMk cId="1420696195" sldId="260"/>
        </pc:sldMkLst>
        <pc:spChg chg="mod">
          <ac:chgData name="Sayanti Roy" userId="13325ee0d423e633" providerId="LiveId" clId="{F2E8F1DB-15B4-4D43-B348-9948115332BE}" dt="2024-08-18T22:53:44.910" v="318" actId="6549"/>
          <ac:spMkLst>
            <pc:docMk/>
            <pc:sldMk cId="1420696195" sldId="260"/>
            <ac:spMk id="3" creationId="{7BB6E299-D1F0-F133-4199-D553A3EEA3B8}"/>
          </ac:spMkLst>
        </pc:spChg>
      </pc:sldChg>
      <pc:sldChg chg="modSp mod">
        <pc:chgData name="Sayanti Roy" userId="13325ee0d423e633" providerId="LiveId" clId="{F2E8F1DB-15B4-4D43-B348-9948115332BE}" dt="2024-08-18T22:43:09.344" v="162" actId="20577"/>
        <pc:sldMkLst>
          <pc:docMk/>
          <pc:sldMk cId="761699295" sldId="261"/>
        </pc:sldMkLst>
        <pc:spChg chg="mod">
          <ac:chgData name="Sayanti Roy" userId="13325ee0d423e633" providerId="LiveId" clId="{F2E8F1DB-15B4-4D43-B348-9948115332BE}" dt="2024-08-18T22:43:09.344" v="162" actId="20577"/>
          <ac:spMkLst>
            <pc:docMk/>
            <pc:sldMk cId="761699295" sldId="261"/>
            <ac:spMk id="3" creationId="{9B3C0763-9EB7-15FD-43F8-FD93E8FD75B6}"/>
          </ac:spMkLst>
        </pc:spChg>
      </pc:sldChg>
      <pc:sldChg chg="modSp mod ord">
        <pc:chgData name="Sayanti Roy" userId="13325ee0d423e633" providerId="LiveId" clId="{F2E8F1DB-15B4-4D43-B348-9948115332BE}" dt="2024-08-18T23:25:27.347" v="634"/>
        <pc:sldMkLst>
          <pc:docMk/>
          <pc:sldMk cId="1330103076" sldId="263"/>
        </pc:sldMkLst>
        <pc:spChg chg="mod">
          <ac:chgData name="Sayanti Roy" userId="13325ee0d423e633" providerId="LiveId" clId="{F2E8F1DB-15B4-4D43-B348-9948115332BE}" dt="2024-08-18T22:52:48.701" v="278" actId="20577"/>
          <ac:spMkLst>
            <pc:docMk/>
            <pc:sldMk cId="1330103076" sldId="263"/>
            <ac:spMk id="2" creationId="{1D25A746-8CC2-FA4D-6894-3C2D45A6FF46}"/>
          </ac:spMkLst>
        </pc:spChg>
        <pc:spChg chg="mod">
          <ac:chgData name="Sayanti Roy" userId="13325ee0d423e633" providerId="LiveId" clId="{F2E8F1DB-15B4-4D43-B348-9948115332BE}" dt="2024-08-18T22:52:14.276" v="268"/>
          <ac:spMkLst>
            <pc:docMk/>
            <pc:sldMk cId="1330103076" sldId="263"/>
            <ac:spMk id="3" creationId="{76041F9E-3258-7E16-12D6-60CAFE8545EE}"/>
          </ac:spMkLst>
        </pc:spChg>
      </pc:sldChg>
      <pc:sldChg chg="modSp mod">
        <pc:chgData name="Sayanti Roy" userId="13325ee0d423e633" providerId="LiveId" clId="{F2E8F1DB-15B4-4D43-B348-9948115332BE}" dt="2024-08-18T23:13:23.723" v="441" actId="20577"/>
        <pc:sldMkLst>
          <pc:docMk/>
          <pc:sldMk cId="803506279" sldId="265"/>
        </pc:sldMkLst>
        <pc:spChg chg="mod">
          <ac:chgData name="Sayanti Roy" userId="13325ee0d423e633" providerId="LiveId" clId="{F2E8F1DB-15B4-4D43-B348-9948115332BE}" dt="2024-08-18T23:13:23.723" v="441" actId="20577"/>
          <ac:spMkLst>
            <pc:docMk/>
            <pc:sldMk cId="803506279" sldId="265"/>
            <ac:spMk id="3" creationId="{31B89857-9D82-A612-6208-06BB02B2650A}"/>
          </ac:spMkLst>
        </pc:spChg>
      </pc:sldChg>
      <pc:sldChg chg="modSp mod">
        <pc:chgData name="Sayanti Roy" userId="13325ee0d423e633" providerId="LiveId" clId="{F2E8F1DB-15B4-4D43-B348-9948115332BE}" dt="2024-08-18T23:31:51.901" v="822" actId="20577"/>
        <pc:sldMkLst>
          <pc:docMk/>
          <pc:sldMk cId="3280938055" sldId="267"/>
        </pc:sldMkLst>
        <pc:spChg chg="mod">
          <ac:chgData name="Sayanti Roy" userId="13325ee0d423e633" providerId="LiveId" clId="{F2E8F1DB-15B4-4D43-B348-9948115332BE}" dt="2024-08-18T22:36:31.709" v="110" actId="20577"/>
          <ac:spMkLst>
            <pc:docMk/>
            <pc:sldMk cId="3280938055" sldId="267"/>
            <ac:spMk id="2" creationId="{40AE3FBE-D2FE-E01C-447B-C0D4989DB2AD}"/>
          </ac:spMkLst>
        </pc:spChg>
        <pc:spChg chg="mod">
          <ac:chgData name="Sayanti Roy" userId="13325ee0d423e633" providerId="LiveId" clId="{F2E8F1DB-15B4-4D43-B348-9948115332BE}" dt="2024-08-18T23:31:51.901" v="822" actId="20577"/>
          <ac:spMkLst>
            <pc:docMk/>
            <pc:sldMk cId="3280938055" sldId="267"/>
            <ac:spMk id="3" creationId="{2707F48D-A2D5-B1D0-E92B-939DF140A1A3}"/>
          </ac:spMkLst>
        </pc:spChg>
      </pc:sldChg>
      <pc:sldChg chg="modSp mod">
        <pc:chgData name="Sayanti Roy" userId="13325ee0d423e633" providerId="LiveId" clId="{F2E8F1DB-15B4-4D43-B348-9948115332BE}" dt="2024-08-18T23:13:52.816" v="444" actId="21"/>
        <pc:sldMkLst>
          <pc:docMk/>
          <pc:sldMk cId="2769803452" sldId="268"/>
        </pc:sldMkLst>
        <pc:spChg chg="mod">
          <ac:chgData name="Sayanti Roy" userId="13325ee0d423e633" providerId="LiveId" clId="{F2E8F1DB-15B4-4D43-B348-9948115332BE}" dt="2024-08-18T23:13:52.816" v="444" actId="21"/>
          <ac:spMkLst>
            <pc:docMk/>
            <pc:sldMk cId="2769803452" sldId="268"/>
            <ac:spMk id="3" creationId="{1D5FA813-728C-E9E6-900F-9BB6942ADD26}"/>
          </ac:spMkLst>
        </pc:spChg>
      </pc:sldChg>
      <pc:sldChg chg="modSp mod ord">
        <pc:chgData name="Sayanti Roy" userId="13325ee0d423e633" providerId="LiveId" clId="{F2E8F1DB-15B4-4D43-B348-9948115332BE}" dt="2024-08-18T23:48:19.434" v="930"/>
        <pc:sldMkLst>
          <pc:docMk/>
          <pc:sldMk cId="0" sldId="275"/>
        </pc:sldMkLst>
        <pc:spChg chg="mod">
          <ac:chgData name="Sayanti Roy" userId="13325ee0d423e633" providerId="LiveId" clId="{F2E8F1DB-15B4-4D43-B348-9948115332BE}" dt="2024-08-18T23:32:44.868" v="861" actId="20577"/>
          <ac:spMkLst>
            <pc:docMk/>
            <pc:sldMk cId="0" sldId="275"/>
            <ac:spMk id="2" creationId="{00000000-0000-0000-0000-000000000000}"/>
          </ac:spMkLst>
        </pc:spChg>
        <pc:spChg chg="mod">
          <ac:chgData name="Sayanti Roy" userId="13325ee0d423e633" providerId="LiveId" clId="{F2E8F1DB-15B4-4D43-B348-9948115332BE}" dt="2024-08-18T23:24:43.408" v="625" actId="20577"/>
          <ac:spMkLst>
            <pc:docMk/>
            <pc:sldMk cId="0" sldId="275"/>
            <ac:spMk id="8" creationId="{00000000-0000-0000-0000-000000000000}"/>
          </ac:spMkLst>
        </pc:spChg>
      </pc:sldChg>
      <pc:sldChg chg="modSp mod">
        <pc:chgData name="Sayanti Roy" userId="13325ee0d423e633" providerId="LiveId" clId="{F2E8F1DB-15B4-4D43-B348-9948115332BE}" dt="2024-08-18T23:44:34.603" v="895" actId="20577"/>
        <pc:sldMkLst>
          <pc:docMk/>
          <pc:sldMk cId="1147149653" sldId="281"/>
        </pc:sldMkLst>
        <pc:spChg chg="mod">
          <ac:chgData name="Sayanti Roy" userId="13325ee0d423e633" providerId="LiveId" clId="{F2E8F1DB-15B4-4D43-B348-9948115332BE}" dt="2024-08-18T23:44:34.603" v="895" actId="20577"/>
          <ac:spMkLst>
            <pc:docMk/>
            <pc:sldMk cId="1147149653" sldId="281"/>
            <ac:spMk id="3" creationId="{2BE1EB5A-23CB-67B5-3AE1-AC9F64CE450D}"/>
          </ac:spMkLst>
        </pc:spChg>
      </pc:sldChg>
      <pc:sldChg chg="del">
        <pc:chgData name="Sayanti Roy" userId="13325ee0d423e633" providerId="LiveId" clId="{F2E8F1DB-15B4-4D43-B348-9948115332BE}" dt="2024-08-18T23:15:55.281" v="474" actId="47"/>
        <pc:sldMkLst>
          <pc:docMk/>
          <pc:sldMk cId="1692517338" sldId="288"/>
        </pc:sldMkLst>
      </pc:sldChg>
      <pc:sldChg chg="modSp del mod">
        <pc:chgData name="Sayanti Roy" userId="13325ee0d423e633" providerId="LiveId" clId="{F2E8F1DB-15B4-4D43-B348-9948115332BE}" dt="2024-08-18T23:38:05.277" v="893" actId="47"/>
        <pc:sldMkLst>
          <pc:docMk/>
          <pc:sldMk cId="1669242200" sldId="290"/>
        </pc:sldMkLst>
        <pc:spChg chg="mod">
          <ac:chgData name="Sayanti Roy" userId="13325ee0d423e633" providerId="LiveId" clId="{F2E8F1DB-15B4-4D43-B348-9948115332BE}" dt="2024-08-18T23:37:42.574" v="886" actId="21"/>
          <ac:spMkLst>
            <pc:docMk/>
            <pc:sldMk cId="1669242200" sldId="290"/>
            <ac:spMk id="3" creationId="{F2493CA8-A1BB-0106-C2D3-EA62FD1B85D7}"/>
          </ac:spMkLst>
        </pc:spChg>
      </pc:sldChg>
      <pc:sldChg chg="ord">
        <pc:chgData name="Sayanti Roy" userId="13325ee0d423e633" providerId="LiveId" clId="{F2E8F1DB-15B4-4D43-B348-9948115332BE}" dt="2024-08-18T23:46:53.542" v="901"/>
        <pc:sldMkLst>
          <pc:docMk/>
          <pc:sldMk cId="2597008311" sldId="291"/>
        </pc:sldMkLst>
      </pc:sldChg>
      <pc:sldChg chg="addSp delSp modSp mod ord setBg">
        <pc:chgData name="Sayanti Roy" userId="13325ee0d423e633" providerId="LiveId" clId="{F2E8F1DB-15B4-4D43-B348-9948115332BE}" dt="2024-08-18T23:48:06.084" v="926"/>
        <pc:sldMkLst>
          <pc:docMk/>
          <pc:sldMk cId="1876391075" sldId="304"/>
        </pc:sldMkLst>
        <pc:spChg chg="add del mod">
          <ac:chgData name="Sayanti Roy" userId="13325ee0d423e633" providerId="LiveId" clId="{F2E8F1DB-15B4-4D43-B348-9948115332BE}" dt="2024-08-18T23:46:56.952" v="904"/>
          <ac:spMkLst>
            <pc:docMk/>
            <pc:sldMk cId="1876391075" sldId="304"/>
            <ac:spMk id="3" creationId="{9F916753-70E6-FF54-4E8B-544A46E5EFA6}"/>
          </ac:spMkLst>
        </pc:spChg>
        <pc:spChg chg="mod">
          <ac:chgData name="Sayanti Roy" userId="13325ee0d423e633" providerId="LiveId" clId="{F2E8F1DB-15B4-4D43-B348-9948115332BE}" dt="2024-08-18T23:47:16.292" v="916" actId="26606"/>
          <ac:spMkLst>
            <pc:docMk/>
            <pc:sldMk cId="1876391075" sldId="304"/>
            <ac:spMk id="4" creationId="{05A5E8B7-065D-2D24-4F99-CDBD6112C5DA}"/>
          </ac:spMkLst>
        </pc:spChg>
        <pc:spChg chg="mod ord">
          <ac:chgData name="Sayanti Roy" userId="13325ee0d423e633" providerId="LiveId" clId="{F2E8F1DB-15B4-4D43-B348-9948115332BE}" dt="2024-08-18T23:47:16.292" v="916" actId="26606"/>
          <ac:spMkLst>
            <pc:docMk/>
            <pc:sldMk cId="1876391075" sldId="304"/>
            <ac:spMk id="5" creationId="{46074F53-BD55-EEF2-BDCC-2DD6C39B90FB}"/>
          </ac:spMkLst>
        </pc:spChg>
        <pc:spChg chg="add del">
          <ac:chgData name="Sayanti Roy" userId="13325ee0d423e633" providerId="LiveId" clId="{F2E8F1DB-15B4-4D43-B348-9948115332BE}" dt="2024-08-18T23:47:04.342" v="906" actId="26606"/>
          <ac:spMkLst>
            <pc:docMk/>
            <pc:sldMk cId="1876391075" sldId="304"/>
            <ac:spMk id="11" creationId="{14AA056D-6669-1525-5526-A4CE703DAED1}"/>
          </ac:spMkLst>
        </pc:spChg>
        <pc:spChg chg="add del">
          <ac:chgData name="Sayanti Roy" userId="13325ee0d423e633" providerId="LiveId" clId="{F2E8F1DB-15B4-4D43-B348-9948115332BE}" dt="2024-08-18T23:47:04.342" v="906" actId="26606"/>
          <ac:spMkLst>
            <pc:docMk/>
            <pc:sldMk cId="1876391075" sldId="304"/>
            <ac:spMk id="14" creationId="{3AFE8227-C443-417B-BA91-520EB1EF4559}"/>
          </ac:spMkLst>
        </pc:spChg>
        <pc:spChg chg="add del">
          <ac:chgData name="Sayanti Roy" userId="13325ee0d423e633" providerId="LiveId" clId="{F2E8F1DB-15B4-4D43-B348-9948115332BE}" dt="2024-08-18T23:47:04.342" v="906" actId="26606"/>
          <ac:spMkLst>
            <pc:docMk/>
            <pc:sldMk cId="1876391075" sldId="304"/>
            <ac:spMk id="16" creationId="{907741FC-B544-4A6E-B831-6789D042333D}"/>
          </ac:spMkLst>
        </pc:spChg>
        <pc:spChg chg="add del">
          <ac:chgData name="Sayanti Roy" userId="13325ee0d423e633" providerId="LiveId" clId="{F2E8F1DB-15B4-4D43-B348-9948115332BE}" dt="2024-08-18T23:47:04.342" v="906" actId="26606"/>
          <ac:spMkLst>
            <pc:docMk/>
            <pc:sldMk cId="1876391075" sldId="304"/>
            <ac:spMk id="18" creationId="{3F0BE7ED-7814-4273-B18A-F26CC0380380}"/>
          </ac:spMkLst>
        </pc:spChg>
        <pc:spChg chg="add del">
          <ac:chgData name="Sayanti Roy" userId="13325ee0d423e633" providerId="LiveId" clId="{F2E8F1DB-15B4-4D43-B348-9948115332BE}" dt="2024-08-18T23:47:16.292" v="916" actId="26606"/>
          <ac:spMkLst>
            <pc:docMk/>
            <pc:sldMk cId="1876391075" sldId="304"/>
            <ac:spMk id="20" creationId="{3ECBE1F1-D69B-4AFA-ABD5-8E41720EF6DE}"/>
          </ac:spMkLst>
        </pc:spChg>
        <pc:spChg chg="add del">
          <ac:chgData name="Sayanti Roy" userId="13325ee0d423e633" providerId="LiveId" clId="{F2E8F1DB-15B4-4D43-B348-9948115332BE}" dt="2024-08-18T23:47:16.292" v="916" actId="26606"/>
          <ac:spMkLst>
            <pc:docMk/>
            <pc:sldMk cId="1876391075" sldId="304"/>
            <ac:spMk id="21" creationId="{603A6265-E10C-4B85-9C20-E75FCAF9CC63}"/>
          </ac:spMkLst>
        </pc:spChg>
        <pc:spChg chg="add del">
          <ac:chgData name="Sayanti Roy" userId="13325ee0d423e633" providerId="LiveId" clId="{F2E8F1DB-15B4-4D43-B348-9948115332BE}" dt="2024-08-18T23:47:16.292" v="916" actId="26606"/>
          <ac:spMkLst>
            <pc:docMk/>
            <pc:sldMk cId="1876391075" sldId="304"/>
            <ac:spMk id="22" creationId="{5198A3CA-724C-52D1-79BC-4F0936C1FF16}"/>
          </ac:spMkLst>
        </pc:spChg>
        <pc:picChg chg="del">
          <ac:chgData name="Sayanti Roy" userId="13325ee0d423e633" providerId="LiveId" clId="{F2E8F1DB-15B4-4D43-B348-9948115332BE}" dt="2024-08-18T23:45:38.536" v="898" actId="478"/>
          <ac:picMkLst>
            <pc:docMk/>
            <pc:sldMk cId="1876391075" sldId="304"/>
            <ac:picMk id="6" creationId="{8B0A4209-26D6-E94B-8044-2F6E2AF6BE73}"/>
          </ac:picMkLst>
        </pc:picChg>
        <pc:picChg chg="add mod ord modCrop">
          <ac:chgData name="Sayanti Roy" userId="13325ee0d423e633" providerId="LiveId" clId="{F2E8F1DB-15B4-4D43-B348-9948115332BE}" dt="2024-08-18T23:47:47.656" v="921" actId="14100"/>
          <ac:picMkLst>
            <pc:docMk/>
            <pc:sldMk cId="1876391075" sldId="304"/>
            <ac:picMk id="7" creationId="{5E46BE9C-F897-2871-A323-07E474D1EF33}"/>
          </ac:picMkLst>
        </pc:picChg>
      </pc:sldChg>
      <pc:sldChg chg="del">
        <pc:chgData name="Sayanti Roy" userId="13325ee0d423e633" providerId="LiveId" clId="{F2E8F1DB-15B4-4D43-B348-9948115332BE}" dt="2024-08-18T23:45:34.121" v="897" actId="47"/>
        <pc:sldMkLst>
          <pc:docMk/>
          <pc:sldMk cId="1501613117" sldId="323"/>
        </pc:sldMkLst>
      </pc:sldChg>
      <pc:sldChg chg="ord">
        <pc:chgData name="Sayanti Roy" userId="13325ee0d423e633" providerId="LiveId" clId="{F2E8F1DB-15B4-4D43-B348-9948115332BE}" dt="2024-08-18T23:48:21.344" v="932"/>
        <pc:sldMkLst>
          <pc:docMk/>
          <pc:sldMk cId="1820393160" sldId="325"/>
        </pc:sldMkLst>
      </pc:sldChg>
      <pc:sldChg chg="ord">
        <pc:chgData name="Sayanti Roy" userId="13325ee0d423e633" providerId="LiveId" clId="{F2E8F1DB-15B4-4D43-B348-9948115332BE}" dt="2024-08-18T23:48:23.152" v="934"/>
        <pc:sldMkLst>
          <pc:docMk/>
          <pc:sldMk cId="2716039222" sldId="326"/>
        </pc:sldMkLst>
      </pc:sldChg>
      <pc:sldChg chg="ord">
        <pc:chgData name="Sayanti Roy" userId="13325ee0d423e633" providerId="LiveId" clId="{F2E8F1DB-15B4-4D43-B348-9948115332BE}" dt="2024-08-18T23:48:03.379" v="924"/>
        <pc:sldMkLst>
          <pc:docMk/>
          <pc:sldMk cId="3920910169" sldId="328"/>
        </pc:sldMkLst>
      </pc:sldChg>
      <pc:sldChg chg="modSp new mod">
        <pc:chgData name="Sayanti Roy" userId="13325ee0d423e633" providerId="LiveId" clId="{F2E8F1DB-15B4-4D43-B348-9948115332BE}" dt="2024-08-18T22:50:33.849" v="241" actId="5793"/>
        <pc:sldMkLst>
          <pc:docMk/>
          <pc:sldMk cId="1502185213" sldId="329"/>
        </pc:sldMkLst>
        <pc:spChg chg="mod">
          <ac:chgData name="Sayanti Roy" userId="13325ee0d423e633" providerId="LiveId" clId="{F2E8F1DB-15B4-4D43-B348-9948115332BE}" dt="2024-08-18T22:42:30.364" v="159" actId="14100"/>
          <ac:spMkLst>
            <pc:docMk/>
            <pc:sldMk cId="1502185213" sldId="329"/>
            <ac:spMk id="2" creationId="{919EEBC0-9A1B-1CA5-7AD0-73B7CD425611}"/>
          </ac:spMkLst>
        </pc:spChg>
        <pc:spChg chg="mod">
          <ac:chgData name="Sayanti Roy" userId="13325ee0d423e633" providerId="LiveId" clId="{F2E8F1DB-15B4-4D43-B348-9948115332BE}" dt="2024-08-18T22:50:33.849" v="241" actId="5793"/>
          <ac:spMkLst>
            <pc:docMk/>
            <pc:sldMk cId="1502185213" sldId="329"/>
            <ac:spMk id="3" creationId="{41FEEA7C-99C9-16D2-357A-CFBE8201E896}"/>
          </ac:spMkLst>
        </pc:spChg>
      </pc:sldChg>
      <pc:sldChg chg="modSp add mod">
        <pc:chgData name="Sayanti Roy" userId="13325ee0d423e633" providerId="LiveId" clId="{F2E8F1DB-15B4-4D43-B348-9948115332BE}" dt="2024-08-18T23:11:53.004" v="425" actId="20577"/>
        <pc:sldMkLst>
          <pc:docMk/>
          <pc:sldMk cId="3720173448" sldId="330"/>
        </pc:sldMkLst>
        <pc:spChg chg="mod">
          <ac:chgData name="Sayanti Roy" userId="13325ee0d423e633" providerId="LiveId" clId="{F2E8F1DB-15B4-4D43-B348-9948115332BE}" dt="2024-08-18T23:11:53.004" v="425" actId="20577"/>
          <ac:spMkLst>
            <pc:docMk/>
            <pc:sldMk cId="3720173448" sldId="330"/>
            <ac:spMk id="2" creationId="{919EEBC0-9A1B-1CA5-7AD0-73B7CD425611}"/>
          </ac:spMkLst>
        </pc:spChg>
        <pc:spChg chg="mod">
          <ac:chgData name="Sayanti Roy" userId="13325ee0d423e633" providerId="LiveId" clId="{F2E8F1DB-15B4-4D43-B348-9948115332BE}" dt="2024-08-18T22:52:58.601" v="299" actId="1035"/>
          <ac:spMkLst>
            <pc:docMk/>
            <pc:sldMk cId="3720173448" sldId="330"/>
            <ac:spMk id="3" creationId="{41FEEA7C-99C9-16D2-357A-CFBE8201E896}"/>
          </ac:spMkLst>
        </pc:spChg>
      </pc:sldChg>
      <pc:sldChg chg="modSp new mod">
        <pc:chgData name="Sayanti Roy" userId="13325ee0d423e633" providerId="LiveId" clId="{F2E8F1DB-15B4-4D43-B348-9948115332BE}" dt="2024-08-18T23:12:07.651" v="428" actId="5793"/>
        <pc:sldMkLst>
          <pc:docMk/>
          <pc:sldMk cId="2835475935" sldId="331"/>
        </pc:sldMkLst>
        <pc:spChg chg="mod">
          <ac:chgData name="Sayanti Roy" userId="13325ee0d423e633" providerId="LiveId" clId="{F2E8F1DB-15B4-4D43-B348-9948115332BE}" dt="2024-08-18T23:11:45.994" v="415" actId="20577"/>
          <ac:spMkLst>
            <pc:docMk/>
            <pc:sldMk cId="2835475935" sldId="331"/>
            <ac:spMk id="2" creationId="{A1253422-E5F1-3F6B-6B94-DA6C2E552D91}"/>
          </ac:spMkLst>
        </pc:spChg>
        <pc:spChg chg="mod">
          <ac:chgData name="Sayanti Roy" userId="13325ee0d423e633" providerId="LiveId" clId="{F2E8F1DB-15B4-4D43-B348-9948115332BE}" dt="2024-08-18T23:12:07.651" v="428" actId="5793"/>
          <ac:spMkLst>
            <pc:docMk/>
            <pc:sldMk cId="2835475935" sldId="331"/>
            <ac:spMk id="3" creationId="{138549C6-B944-FDB5-B693-5214D3C1179F}"/>
          </ac:spMkLst>
        </pc:spChg>
      </pc:sldChg>
      <pc:sldChg chg="modSp new mod">
        <pc:chgData name="Sayanti Roy" userId="13325ee0d423e633" providerId="LiveId" clId="{F2E8F1DB-15B4-4D43-B348-9948115332BE}" dt="2024-08-18T23:15:25.395" v="473" actId="14100"/>
        <pc:sldMkLst>
          <pc:docMk/>
          <pc:sldMk cId="3083298536" sldId="332"/>
        </pc:sldMkLst>
        <pc:spChg chg="mod">
          <ac:chgData name="Sayanti Roy" userId="13325ee0d423e633" providerId="LiveId" clId="{F2E8F1DB-15B4-4D43-B348-9948115332BE}" dt="2024-08-18T23:14:18.099" v="457" actId="2711"/>
          <ac:spMkLst>
            <pc:docMk/>
            <pc:sldMk cId="3083298536" sldId="332"/>
            <ac:spMk id="2" creationId="{59B13060-C315-84F8-A4E0-C2EF25C6564A}"/>
          </ac:spMkLst>
        </pc:spChg>
        <pc:spChg chg="mod">
          <ac:chgData name="Sayanti Roy" userId="13325ee0d423e633" providerId="LiveId" clId="{F2E8F1DB-15B4-4D43-B348-9948115332BE}" dt="2024-08-18T23:15:25.395" v="473" actId="14100"/>
          <ac:spMkLst>
            <pc:docMk/>
            <pc:sldMk cId="3083298536" sldId="332"/>
            <ac:spMk id="3" creationId="{68B47EC4-8580-478E-8C36-4C860A0F1EBC}"/>
          </ac:spMkLst>
        </pc:spChg>
      </pc:sldChg>
      <pc:sldChg chg="modSp new mod">
        <pc:chgData name="Sayanti Roy" userId="13325ee0d423e633" providerId="LiveId" clId="{F2E8F1DB-15B4-4D43-B348-9948115332BE}" dt="2024-08-18T23:17:44.956" v="579" actId="14100"/>
        <pc:sldMkLst>
          <pc:docMk/>
          <pc:sldMk cId="389450106" sldId="333"/>
        </pc:sldMkLst>
        <pc:spChg chg="mod">
          <ac:chgData name="Sayanti Roy" userId="13325ee0d423e633" providerId="LiveId" clId="{F2E8F1DB-15B4-4D43-B348-9948115332BE}" dt="2024-08-18T23:17:39.616" v="578" actId="313"/>
          <ac:spMkLst>
            <pc:docMk/>
            <pc:sldMk cId="389450106" sldId="333"/>
            <ac:spMk id="2" creationId="{D6BADC56-84AB-FE13-3C4D-8929AD0312C6}"/>
          </ac:spMkLst>
        </pc:spChg>
        <pc:spChg chg="mod">
          <ac:chgData name="Sayanti Roy" userId="13325ee0d423e633" providerId="LiveId" clId="{F2E8F1DB-15B4-4D43-B348-9948115332BE}" dt="2024-08-18T23:17:44.956" v="579" actId="14100"/>
          <ac:spMkLst>
            <pc:docMk/>
            <pc:sldMk cId="389450106" sldId="333"/>
            <ac:spMk id="3" creationId="{772EC195-6040-F286-8425-9BFFE3C006BC}"/>
          </ac:spMkLst>
        </pc:spChg>
      </pc:sldChg>
      <pc:sldChg chg="delSp modSp new mod">
        <pc:chgData name="Sayanti Roy" userId="13325ee0d423e633" providerId="LiveId" clId="{F2E8F1DB-15B4-4D43-B348-9948115332BE}" dt="2024-08-18T23:23:46.260" v="623" actId="14100"/>
        <pc:sldMkLst>
          <pc:docMk/>
          <pc:sldMk cId="1963495888" sldId="334"/>
        </pc:sldMkLst>
        <pc:spChg chg="del">
          <ac:chgData name="Sayanti Roy" userId="13325ee0d423e633" providerId="LiveId" clId="{F2E8F1DB-15B4-4D43-B348-9948115332BE}" dt="2024-08-18T23:23:42.115" v="622" actId="478"/>
          <ac:spMkLst>
            <pc:docMk/>
            <pc:sldMk cId="1963495888" sldId="334"/>
            <ac:spMk id="2" creationId="{010ADF09-16FD-5433-A991-C114562DE9B6}"/>
          </ac:spMkLst>
        </pc:spChg>
        <pc:spChg chg="mod">
          <ac:chgData name="Sayanti Roy" userId="13325ee0d423e633" providerId="LiveId" clId="{F2E8F1DB-15B4-4D43-B348-9948115332BE}" dt="2024-08-18T23:23:46.260" v="623" actId="14100"/>
          <ac:spMkLst>
            <pc:docMk/>
            <pc:sldMk cId="1963495888" sldId="334"/>
            <ac:spMk id="3" creationId="{001325E2-F0D1-34E6-4B9E-BDD7EE44EA27}"/>
          </ac:spMkLst>
        </pc:spChg>
      </pc:sldChg>
      <pc:sldChg chg="modSp new mod ord">
        <pc:chgData name="Sayanti Roy" userId="13325ee0d423e633" providerId="LiveId" clId="{F2E8F1DB-15B4-4D43-B348-9948115332BE}" dt="2024-08-18T23:31:36.429" v="821" actId="20577"/>
        <pc:sldMkLst>
          <pc:docMk/>
          <pc:sldMk cId="3492648505" sldId="335"/>
        </pc:sldMkLst>
        <pc:spChg chg="mod">
          <ac:chgData name="Sayanti Roy" userId="13325ee0d423e633" providerId="LiveId" clId="{F2E8F1DB-15B4-4D43-B348-9948115332BE}" dt="2024-08-18T23:26:04.857" v="658" actId="2711"/>
          <ac:spMkLst>
            <pc:docMk/>
            <pc:sldMk cId="3492648505" sldId="335"/>
            <ac:spMk id="2" creationId="{CFF01217-44CD-C8A3-B992-14D16D31FEF8}"/>
          </ac:spMkLst>
        </pc:spChg>
        <pc:spChg chg="mod">
          <ac:chgData name="Sayanti Roy" userId="13325ee0d423e633" providerId="LiveId" clId="{F2E8F1DB-15B4-4D43-B348-9948115332BE}" dt="2024-08-18T23:31:36.429" v="821" actId="20577"/>
          <ac:spMkLst>
            <pc:docMk/>
            <pc:sldMk cId="3492648505" sldId="335"/>
            <ac:spMk id="3" creationId="{DF999C4F-E0B1-7518-0D3E-7354F07DEBAD}"/>
          </ac:spMkLst>
        </pc:spChg>
      </pc:sldChg>
      <pc:sldChg chg="addSp delSp modSp new mod setBg">
        <pc:chgData name="Sayanti Roy" userId="13325ee0d423e633" providerId="LiveId" clId="{F2E8F1DB-15B4-4D43-B348-9948115332BE}" dt="2024-08-18T23:38:02.404" v="892" actId="26606"/>
        <pc:sldMkLst>
          <pc:docMk/>
          <pc:sldMk cId="1496596952" sldId="336"/>
        </pc:sldMkLst>
        <pc:spChg chg="del">
          <ac:chgData name="Sayanti Roy" userId="13325ee0d423e633" providerId="LiveId" clId="{F2E8F1DB-15B4-4D43-B348-9948115332BE}" dt="2024-08-18T23:36:09.637" v="863" actId="478"/>
          <ac:spMkLst>
            <pc:docMk/>
            <pc:sldMk cId="1496596952" sldId="336"/>
            <ac:spMk id="2" creationId="{34CC7F7F-57C2-0633-287F-90F2927A356A}"/>
          </ac:spMkLst>
        </pc:spChg>
        <pc:spChg chg="del mod">
          <ac:chgData name="Sayanti Roy" userId="13325ee0d423e633" providerId="LiveId" clId="{F2E8F1DB-15B4-4D43-B348-9948115332BE}" dt="2024-08-18T23:36:14.938" v="865"/>
          <ac:spMkLst>
            <pc:docMk/>
            <pc:sldMk cId="1496596952" sldId="336"/>
            <ac:spMk id="3" creationId="{7B10334B-303B-B42F-B3D3-BF7FC0B2A9B5}"/>
          </ac:spMkLst>
        </pc:spChg>
        <pc:spChg chg="mod ord">
          <ac:chgData name="Sayanti Roy" userId="13325ee0d423e633" providerId="LiveId" clId="{F2E8F1DB-15B4-4D43-B348-9948115332BE}" dt="2024-08-18T23:38:02.404" v="892" actId="26606"/>
          <ac:spMkLst>
            <pc:docMk/>
            <pc:sldMk cId="1496596952" sldId="336"/>
            <ac:spMk id="4" creationId="{183E79B7-FCF9-50BB-830C-5E64B9598E9B}"/>
          </ac:spMkLst>
        </pc:spChg>
        <pc:spChg chg="add mod ord">
          <ac:chgData name="Sayanti Roy" userId="13325ee0d423e633" providerId="LiveId" clId="{F2E8F1DB-15B4-4D43-B348-9948115332BE}" dt="2024-08-18T23:38:02.404" v="892" actId="26606"/>
          <ac:spMkLst>
            <pc:docMk/>
            <pc:sldMk cId="1496596952" sldId="336"/>
            <ac:spMk id="7" creationId="{EFA4EAB0-4550-0FBB-0B54-0C2B9E7339D9}"/>
          </ac:spMkLst>
        </pc:spChg>
        <pc:spChg chg="add del">
          <ac:chgData name="Sayanti Roy" userId="13325ee0d423e633" providerId="LiveId" clId="{F2E8F1DB-15B4-4D43-B348-9948115332BE}" dt="2024-08-18T23:38:02.388" v="891" actId="26606"/>
          <ac:spMkLst>
            <pc:docMk/>
            <pc:sldMk cId="1496596952" sldId="336"/>
            <ac:spMk id="12" creationId="{F13C74B1-5B17-4795-BED0-7140497B445A}"/>
          </ac:spMkLst>
        </pc:spChg>
        <pc:spChg chg="add del">
          <ac:chgData name="Sayanti Roy" userId="13325ee0d423e633" providerId="LiveId" clId="{F2E8F1DB-15B4-4D43-B348-9948115332BE}" dt="2024-08-18T23:38:02.388" v="891" actId="26606"/>
          <ac:spMkLst>
            <pc:docMk/>
            <pc:sldMk cId="1496596952" sldId="336"/>
            <ac:spMk id="14" creationId="{D4974D33-8DC5-464E-8C6D-BE58F0669C17}"/>
          </ac:spMkLst>
        </pc:spChg>
        <pc:spChg chg="add">
          <ac:chgData name="Sayanti Roy" userId="13325ee0d423e633" providerId="LiveId" clId="{F2E8F1DB-15B4-4D43-B348-9948115332BE}" dt="2024-08-18T23:38:02.404" v="892" actId="26606"/>
          <ac:spMkLst>
            <pc:docMk/>
            <pc:sldMk cId="1496596952" sldId="336"/>
            <ac:spMk id="16" creationId="{3ECBE1F1-D69B-4AFA-ABD5-8E41720EF6DE}"/>
          </ac:spMkLst>
        </pc:spChg>
        <pc:spChg chg="add">
          <ac:chgData name="Sayanti Roy" userId="13325ee0d423e633" providerId="LiveId" clId="{F2E8F1DB-15B4-4D43-B348-9948115332BE}" dt="2024-08-18T23:38:02.404" v="892" actId="26606"/>
          <ac:spMkLst>
            <pc:docMk/>
            <pc:sldMk cId="1496596952" sldId="336"/>
            <ac:spMk id="17" creationId="{603A6265-E10C-4B85-9C20-E75FCAF9CC63}"/>
          </ac:spMkLst>
        </pc:spChg>
        <pc:picChg chg="add mod modCrop">
          <ac:chgData name="Sayanti Roy" userId="13325ee0d423e633" providerId="LiveId" clId="{F2E8F1DB-15B4-4D43-B348-9948115332BE}" dt="2024-08-18T23:38:02.404" v="892" actId="26606"/>
          <ac:picMkLst>
            <pc:docMk/>
            <pc:sldMk cId="1496596952" sldId="336"/>
            <ac:picMk id="5" creationId="{DA14CCD0-4658-F9BA-EC75-F2289E9FFC0E}"/>
          </ac:picMkLst>
        </pc:picChg>
        <pc:picChg chg="add">
          <ac:chgData name="Sayanti Roy" userId="13325ee0d423e633" providerId="LiveId" clId="{F2E8F1DB-15B4-4D43-B348-9948115332BE}" dt="2024-08-18T23:37:51.424" v="888"/>
          <ac:picMkLst>
            <pc:docMk/>
            <pc:sldMk cId="1496596952" sldId="336"/>
            <ac:picMk id="6" creationId="{46505A43-8CFD-45A3-3075-26960390EA11}"/>
          </ac:picMkLst>
        </pc:picChg>
      </pc:sldChg>
      <pc:sldChg chg="modSp new mod ord">
        <pc:chgData name="Sayanti Roy" userId="13325ee0d423e633" providerId="LiveId" clId="{F2E8F1DB-15B4-4D43-B348-9948115332BE}" dt="2024-08-18T23:52:22.322" v="1004" actId="20577"/>
        <pc:sldMkLst>
          <pc:docMk/>
          <pc:sldMk cId="1949548505" sldId="337"/>
        </pc:sldMkLst>
        <pc:spChg chg="mod">
          <ac:chgData name="Sayanti Roy" userId="13325ee0d423e633" providerId="LiveId" clId="{F2E8F1DB-15B4-4D43-B348-9948115332BE}" dt="2024-08-18T23:52:22.322" v="1004" actId="20577"/>
          <ac:spMkLst>
            <pc:docMk/>
            <pc:sldMk cId="1949548505" sldId="337"/>
            <ac:spMk id="3" creationId="{F720E90C-6827-7E95-0E02-7B018D1CB46E}"/>
          </ac:spMkLst>
        </pc:spChg>
      </pc:sldChg>
    </pc:docChg>
  </pc:docChgLst>
  <pc:docChgLst>
    <pc:chgData name="Sayanti Roy" userId="13325ee0d423e633" providerId="LiveId" clId="{6DB330CF-7E7D-4D63-9D57-741F977F7B6E}"/>
    <pc:docChg chg="undo custSel addSld modSld sldOrd">
      <pc:chgData name="Sayanti Roy" userId="13325ee0d423e633" providerId="LiveId" clId="{6DB330CF-7E7D-4D63-9D57-741F977F7B6E}" dt="2022-08-21T00:53:38.793" v="3618" actId="20577"/>
      <pc:docMkLst>
        <pc:docMk/>
      </pc:docMkLst>
      <pc:sldChg chg="delSp modSp new mod ord">
        <pc:chgData name="Sayanti Roy" userId="13325ee0d423e633" providerId="LiveId" clId="{6DB330CF-7E7D-4D63-9D57-741F977F7B6E}" dt="2022-08-21T00:44:24.422" v="3289" actId="113"/>
        <pc:sldMkLst>
          <pc:docMk/>
          <pc:sldMk cId="415740654" sldId="256"/>
        </pc:sldMkLst>
        <pc:spChg chg="mod">
          <ac:chgData name="Sayanti Roy" userId="13325ee0d423e633" providerId="LiveId" clId="{6DB330CF-7E7D-4D63-9D57-741F977F7B6E}" dt="2022-08-21T00:44:24.422" v="3289" actId="113"/>
          <ac:spMkLst>
            <pc:docMk/>
            <pc:sldMk cId="415740654" sldId="256"/>
            <ac:spMk id="2" creationId="{71202F67-DC17-43D4-4BA2-6A9C52C58701}"/>
          </ac:spMkLst>
        </pc:spChg>
        <pc:spChg chg="del mod">
          <ac:chgData name="Sayanti Roy" userId="13325ee0d423e633" providerId="LiveId" clId="{6DB330CF-7E7D-4D63-9D57-741F977F7B6E}" dt="2022-08-20T19:39:06.552" v="17" actId="478"/>
          <ac:spMkLst>
            <pc:docMk/>
            <pc:sldMk cId="415740654" sldId="256"/>
            <ac:spMk id="3" creationId="{4C28505C-C483-5980-F1E5-5E1AE77D68BD}"/>
          </ac:spMkLst>
        </pc:spChg>
      </pc:sldChg>
      <pc:sldChg chg="modSp new mod">
        <pc:chgData name="Sayanti Roy" userId="13325ee0d423e633" providerId="LiveId" clId="{6DB330CF-7E7D-4D63-9D57-741F977F7B6E}" dt="2022-08-21T00:44:48.100" v="3291" actId="113"/>
        <pc:sldMkLst>
          <pc:docMk/>
          <pc:sldMk cId="2468024980" sldId="257"/>
        </pc:sldMkLst>
        <pc:spChg chg="mod">
          <ac:chgData name="Sayanti Roy" userId="13325ee0d423e633" providerId="LiveId" clId="{6DB330CF-7E7D-4D63-9D57-741F977F7B6E}" dt="2022-08-21T00:44:48.100" v="3291" actId="113"/>
          <ac:spMkLst>
            <pc:docMk/>
            <pc:sldMk cId="2468024980" sldId="257"/>
            <ac:spMk id="2" creationId="{AF373490-C151-2175-EFC8-5226F9A6F250}"/>
          </ac:spMkLst>
        </pc:spChg>
        <pc:spChg chg="mod">
          <ac:chgData name="Sayanti Roy" userId="13325ee0d423e633" providerId="LiveId" clId="{6DB330CF-7E7D-4D63-9D57-741F977F7B6E}" dt="2022-08-20T19:47:28.607" v="331" actId="20577"/>
          <ac:spMkLst>
            <pc:docMk/>
            <pc:sldMk cId="2468024980" sldId="257"/>
            <ac:spMk id="3" creationId="{2BE1EB5A-23CB-67B5-3AE1-AC9F64CE450D}"/>
          </ac:spMkLst>
        </pc:spChg>
      </pc:sldChg>
      <pc:sldChg chg="modSp new mod">
        <pc:chgData name="Sayanti Roy" userId="13325ee0d423e633" providerId="LiveId" clId="{6DB330CF-7E7D-4D63-9D57-741F977F7B6E}" dt="2022-08-21T00:45:30.501" v="3295" actId="113"/>
        <pc:sldMkLst>
          <pc:docMk/>
          <pc:sldMk cId="3862730485" sldId="258"/>
        </pc:sldMkLst>
        <pc:spChg chg="mod">
          <ac:chgData name="Sayanti Roy" userId="13325ee0d423e633" providerId="LiveId" clId="{6DB330CF-7E7D-4D63-9D57-741F977F7B6E}" dt="2022-08-21T00:45:30.501" v="3295" actId="113"/>
          <ac:spMkLst>
            <pc:docMk/>
            <pc:sldMk cId="3862730485" sldId="258"/>
            <ac:spMk id="2" creationId="{F79DF314-1844-1106-0527-2935AFC13CCA}"/>
          </ac:spMkLst>
        </pc:spChg>
        <pc:spChg chg="mod">
          <ac:chgData name="Sayanti Roy" userId="13325ee0d423e633" providerId="LiveId" clId="{6DB330CF-7E7D-4D63-9D57-741F977F7B6E}" dt="2022-08-20T19:52:34.403" v="440" actId="14100"/>
          <ac:spMkLst>
            <pc:docMk/>
            <pc:sldMk cId="3862730485" sldId="258"/>
            <ac:spMk id="3" creationId="{982F81C0-2412-BD4C-C280-D1F70E8B9A4B}"/>
          </ac:spMkLst>
        </pc:spChg>
      </pc:sldChg>
      <pc:sldChg chg="modSp new mod ord">
        <pc:chgData name="Sayanti Roy" userId="13325ee0d423e633" providerId="LiveId" clId="{6DB330CF-7E7D-4D63-9D57-741F977F7B6E}" dt="2022-08-21T00:45:01.704" v="3293" actId="113"/>
        <pc:sldMkLst>
          <pc:docMk/>
          <pc:sldMk cId="3071718220" sldId="259"/>
        </pc:sldMkLst>
        <pc:spChg chg="mod">
          <ac:chgData name="Sayanti Roy" userId="13325ee0d423e633" providerId="LiveId" clId="{6DB330CF-7E7D-4D63-9D57-741F977F7B6E}" dt="2022-08-21T00:45:01.704" v="3293" actId="113"/>
          <ac:spMkLst>
            <pc:docMk/>
            <pc:sldMk cId="3071718220" sldId="259"/>
            <ac:spMk id="2" creationId="{CF7D050A-D87E-E8E5-A4D9-DE1BBD809AD0}"/>
          </ac:spMkLst>
        </pc:spChg>
        <pc:spChg chg="mod">
          <ac:chgData name="Sayanti Roy" userId="13325ee0d423e633" providerId="LiveId" clId="{6DB330CF-7E7D-4D63-9D57-741F977F7B6E}" dt="2022-08-20T19:56:51.410" v="567" actId="20577"/>
          <ac:spMkLst>
            <pc:docMk/>
            <pc:sldMk cId="3071718220" sldId="259"/>
            <ac:spMk id="3" creationId="{5F06DFAC-38F4-5F09-C0E5-7B63C43FAABF}"/>
          </ac:spMkLst>
        </pc:spChg>
      </pc:sldChg>
      <pc:sldChg chg="modSp new mod">
        <pc:chgData name="Sayanti Roy" userId="13325ee0d423e633" providerId="LiveId" clId="{6DB330CF-7E7D-4D63-9D57-741F977F7B6E}" dt="2022-08-21T00:45:43.179" v="3297" actId="113"/>
        <pc:sldMkLst>
          <pc:docMk/>
          <pc:sldMk cId="1420696195" sldId="260"/>
        </pc:sldMkLst>
        <pc:spChg chg="mod">
          <ac:chgData name="Sayanti Roy" userId="13325ee0d423e633" providerId="LiveId" clId="{6DB330CF-7E7D-4D63-9D57-741F977F7B6E}" dt="2022-08-21T00:45:43.179" v="3297" actId="113"/>
          <ac:spMkLst>
            <pc:docMk/>
            <pc:sldMk cId="1420696195" sldId="260"/>
            <ac:spMk id="2" creationId="{C3DB62E3-572E-256D-BC73-F0BAD77FCE52}"/>
          </ac:spMkLst>
        </pc:spChg>
        <pc:spChg chg="mod">
          <ac:chgData name="Sayanti Roy" userId="13325ee0d423e633" providerId="LiveId" clId="{6DB330CF-7E7D-4D63-9D57-741F977F7B6E}" dt="2022-08-20T23:43:01.732" v="2068" actId="20577"/>
          <ac:spMkLst>
            <pc:docMk/>
            <pc:sldMk cId="1420696195" sldId="260"/>
            <ac:spMk id="3" creationId="{7BB6E299-D1F0-F133-4199-D553A3EEA3B8}"/>
          </ac:spMkLst>
        </pc:spChg>
      </pc:sldChg>
      <pc:sldChg chg="modSp new mod">
        <pc:chgData name="Sayanti Roy" userId="13325ee0d423e633" providerId="LiveId" clId="{6DB330CF-7E7D-4D63-9D57-741F977F7B6E}" dt="2022-08-21T00:45:49.676" v="3298" actId="113"/>
        <pc:sldMkLst>
          <pc:docMk/>
          <pc:sldMk cId="761699295" sldId="261"/>
        </pc:sldMkLst>
        <pc:spChg chg="mod">
          <ac:chgData name="Sayanti Roy" userId="13325ee0d423e633" providerId="LiveId" clId="{6DB330CF-7E7D-4D63-9D57-741F977F7B6E}" dt="2022-08-21T00:45:49.676" v="3298" actId="113"/>
          <ac:spMkLst>
            <pc:docMk/>
            <pc:sldMk cId="761699295" sldId="261"/>
            <ac:spMk id="2" creationId="{6C142878-1951-6678-2193-D80946A42D0B}"/>
          </ac:spMkLst>
        </pc:spChg>
        <pc:spChg chg="mod">
          <ac:chgData name="Sayanti Roy" userId="13325ee0d423e633" providerId="LiveId" clId="{6DB330CF-7E7D-4D63-9D57-741F977F7B6E}" dt="2022-08-20T20:25:26.082" v="1065" actId="20577"/>
          <ac:spMkLst>
            <pc:docMk/>
            <pc:sldMk cId="761699295" sldId="261"/>
            <ac:spMk id="3" creationId="{9B3C0763-9EB7-15FD-43F8-FD93E8FD75B6}"/>
          </ac:spMkLst>
        </pc:spChg>
      </pc:sldChg>
      <pc:sldChg chg="addSp delSp modSp new mod ord">
        <pc:chgData name="Sayanti Roy" userId="13325ee0d423e633" providerId="LiveId" clId="{6DB330CF-7E7D-4D63-9D57-741F977F7B6E}" dt="2022-08-21T00:47:46.661" v="3324" actId="113"/>
        <pc:sldMkLst>
          <pc:docMk/>
          <pc:sldMk cId="4224906924" sldId="262"/>
        </pc:sldMkLst>
        <pc:spChg chg="mod">
          <ac:chgData name="Sayanti Roy" userId="13325ee0d423e633" providerId="LiveId" clId="{6DB330CF-7E7D-4D63-9D57-741F977F7B6E}" dt="2022-08-21T00:47:46.661" v="3324" actId="113"/>
          <ac:spMkLst>
            <pc:docMk/>
            <pc:sldMk cId="4224906924" sldId="262"/>
            <ac:spMk id="2" creationId="{E6D5B1BE-645F-90C3-C2B9-40345C01D630}"/>
          </ac:spMkLst>
        </pc:spChg>
        <pc:spChg chg="del">
          <ac:chgData name="Sayanti Roy" userId="13325ee0d423e633" providerId="LiveId" clId="{6DB330CF-7E7D-4D63-9D57-741F977F7B6E}" dt="2022-08-20T20:26:11.056" v="1067" actId="3680"/>
          <ac:spMkLst>
            <pc:docMk/>
            <pc:sldMk cId="4224906924" sldId="262"/>
            <ac:spMk id="3" creationId="{56E22B26-B2B9-501A-0A38-66D9E5EC3F92}"/>
          </ac:spMkLst>
        </pc:spChg>
        <pc:spChg chg="add del mod">
          <ac:chgData name="Sayanti Roy" userId="13325ee0d423e633" providerId="LiveId" clId="{6DB330CF-7E7D-4D63-9D57-741F977F7B6E}" dt="2022-08-20T20:30:55.946" v="1102" actId="3680"/>
          <ac:spMkLst>
            <pc:docMk/>
            <pc:sldMk cId="4224906924" sldId="262"/>
            <ac:spMk id="7" creationId="{AEA98834-3544-FEF0-747E-F0F3D6871705}"/>
          </ac:spMkLst>
        </pc:spChg>
        <pc:spChg chg="add del mod">
          <ac:chgData name="Sayanti Roy" userId="13325ee0d423e633" providerId="LiveId" clId="{6DB330CF-7E7D-4D63-9D57-741F977F7B6E}" dt="2022-08-20T20:31:28.296" v="1106" actId="3680"/>
          <ac:spMkLst>
            <pc:docMk/>
            <pc:sldMk cId="4224906924" sldId="262"/>
            <ac:spMk id="12" creationId="{2A767FED-60F5-6E16-7F32-DD688D7973D8}"/>
          </ac:spMkLst>
        </pc:spChg>
        <pc:spChg chg="add del mod">
          <ac:chgData name="Sayanti Roy" userId="13325ee0d423e633" providerId="LiveId" clId="{6DB330CF-7E7D-4D63-9D57-741F977F7B6E}" dt="2022-08-20T20:32:59.327" v="1113" actId="3680"/>
          <ac:spMkLst>
            <pc:docMk/>
            <pc:sldMk cId="4224906924" sldId="262"/>
            <ac:spMk id="15" creationId="{D34C2324-1FE6-9A02-CC2E-BEAF5DCF10AC}"/>
          </ac:spMkLst>
        </pc:spChg>
        <pc:graphicFrameChg chg="add del mod ord modGraphic">
          <ac:chgData name="Sayanti Roy" userId="13325ee0d423e633" providerId="LiveId" clId="{6DB330CF-7E7D-4D63-9D57-741F977F7B6E}" dt="2022-08-20T20:28:45.540" v="1097" actId="478"/>
          <ac:graphicFrameMkLst>
            <pc:docMk/>
            <pc:sldMk cId="4224906924" sldId="262"/>
            <ac:graphicFrameMk id="4" creationId="{684FC22E-31CD-46C1-0F22-D98E56EA0184}"/>
          </ac:graphicFrameMkLst>
        </pc:graphicFrameChg>
        <pc:graphicFrameChg chg="add del">
          <ac:chgData name="Sayanti Roy" userId="13325ee0d423e633" providerId="LiveId" clId="{6DB330CF-7E7D-4D63-9D57-741F977F7B6E}" dt="2022-08-20T20:27:48.356" v="1093" actId="3680"/>
          <ac:graphicFrameMkLst>
            <pc:docMk/>
            <pc:sldMk cId="4224906924" sldId="262"/>
            <ac:graphicFrameMk id="5" creationId="{6FBCCB86-70B7-5FF5-EEB1-8BC3D5A38217}"/>
          </ac:graphicFrameMkLst>
        </pc:graphicFrameChg>
        <pc:graphicFrameChg chg="add del mod ord modGraphic">
          <ac:chgData name="Sayanti Roy" userId="13325ee0d423e633" providerId="LiveId" clId="{6DB330CF-7E7D-4D63-9D57-741F977F7B6E}" dt="2022-08-20T20:30:27.717" v="1099" actId="3680"/>
          <ac:graphicFrameMkLst>
            <pc:docMk/>
            <pc:sldMk cId="4224906924" sldId="262"/>
            <ac:graphicFrameMk id="8" creationId="{3CFAF76F-B132-5300-0C68-5481CFE43225}"/>
          </ac:graphicFrameMkLst>
        </pc:graphicFrameChg>
        <pc:graphicFrameChg chg="add del mod ord modGraphic">
          <ac:chgData name="Sayanti Roy" userId="13325ee0d423e633" providerId="LiveId" clId="{6DB330CF-7E7D-4D63-9D57-741F977F7B6E}" dt="2022-08-20T20:30:42.317" v="1101" actId="3680"/>
          <ac:graphicFrameMkLst>
            <pc:docMk/>
            <pc:sldMk cId="4224906924" sldId="262"/>
            <ac:graphicFrameMk id="9" creationId="{E5B9954D-05B7-97C6-C2FC-B07E4EF1DE86}"/>
          </ac:graphicFrameMkLst>
        </pc:graphicFrameChg>
        <pc:graphicFrameChg chg="add del mod ord modGraphic">
          <ac:chgData name="Sayanti Roy" userId="13325ee0d423e633" providerId="LiveId" clId="{6DB330CF-7E7D-4D63-9D57-741F977F7B6E}" dt="2022-08-20T20:31:16.067" v="1105" actId="478"/>
          <ac:graphicFrameMkLst>
            <pc:docMk/>
            <pc:sldMk cId="4224906924" sldId="262"/>
            <ac:graphicFrameMk id="10" creationId="{4D7778AC-2A1D-8729-AF0E-BADBAD063BCA}"/>
          </ac:graphicFrameMkLst>
        </pc:graphicFrameChg>
        <pc:graphicFrameChg chg="add del mod ord modGraphic">
          <ac:chgData name="Sayanti Roy" userId="13325ee0d423e633" providerId="LiveId" clId="{6DB330CF-7E7D-4D63-9D57-741F977F7B6E}" dt="2022-08-20T20:32:45.023" v="1112" actId="478"/>
          <ac:graphicFrameMkLst>
            <pc:docMk/>
            <pc:sldMk cId="4224906924" sldId="262"/>
            <ac:graphicFrameMk id="13" creationId="{267FC02D-4525-912D-AF41-370CEC58C211}"/>
          </ac:graphicFrameMkLst>
        </pc:graphicFrameChg>
        <pc:graphicFrameChg chg="add mod ord modGraphic">
          <ac:chgData name="Sayanti Roy" userId="13325ee0d423e633" providerId="LiveId" clId="{6DB330CF-7E7D-4D63-9D57-741F977F7B6E}" dt="2022-08-20T20:34:47.676" v="1137" actId="2161"/>
          <ac:graphicFrameMkLst>
            <pc:docMk/>
            <pc:sldMk cId="4224906924" sldId="262"/>
            <ac:graphicFrameMk id="16" creationId="{5EB0B0FD-4444-2332-BFD6-4D9151180ACD}"/>
          </ac:graphicFrameMkLst>
        </pc:graphicFrameChg>
        <pc:graphicFrameChg chg="add mod modGraphic">
          <ac:chgData name="Sayanti Roy" userId="13325ee0d423e633" providerId="LiveId" clId="{6DB330CF-7E7D-4D63-9D57-741F977F7B6E}" dt="2022-08-20T20:34:52.143" v="1138" actId="2161"/>
          <ac:graphicFrameMkLst>
            <pc:docMk/>
            <pc:sldMk cId="4224906924" sldId="262"/>
            <ac:graphicFrameMk id="17" creationId="{8E29A7AF-D8F6-C52E-783C-AA1FE3FD0D85}"/>
          </ac:graphicFrameMkLst>
        </pc:graphicFrameChg>
      </pc:sldChg>
      <pc:sldChg chg="modSp new mod">
        <pc:chgData name="Sayanti Roy" userId="13325ee0d423e633" providerId="LiveId" clId="{6DB330CF-7E7D-4D63-9D57-741F977F7B6E}" dt="2022-08-21T00:46:05.299" v="3302" actId="255"/>
        <pc:sldMkLst>
          <pc:docMk/>
          <pc:sldMk cId="1330103076" sldId="263"/>
        </pc:sldMkLst>
        <pc:spChg chg="mod">
          <ac:chgData name="Sayanti Roy" userId="13325ee0d423e633" providerId="LiveId" clId="{6DB330CF-7E7D-4D63-9D57-741F977F7B6E}" dt="2022-08-21T00:46:05.299" v="3302" actId="255"/>
          <ac:spMkLst>
            <pc:docMk/>
            <pc:sldMk cId="1330103076" sldId="263"/>
            <ac:spMk id="2" creationId="{1D25A746-8CC2-FA4D-6894-3C2D45A6FF46}"/>
          </ac:spMkLst>
        </pc:spChg>
        <pc:spChg chg="mod">
          <ac:chgData name="Sayanti Roy" userId="13325ee0d423e633" providerId="LiveId" clId="{6DB330CF-7E7D-4D63-9D57-741F977F7B6E}" dt="2022-08-20T23:37:46.747" v="1769" actId="20577"/>
          <ac:spMkLst>
            <pc:docMk/>
            <pc:sldMk cId="1330103076" sldId="263"/>
            <ac:spMk id="3" creationId="{76041F9E-3258-7E16-12D6-60CAFE8545EE}"/>
          </ac:spMkLst>
        </pc:spChg>
      </pc:sldChg>
      <pc:sldChg chg="modSp new mod">
        <pc:chgData name="Sayanti Roy" userId="13325ee0d423e633" providerId="LiveId" clId="{6DB330CF-7E7D-4D63-9D57-741F977F7B6E}" dt="2022-08-21T00:46:23.547" v="3303" actId="2711"/>
        <pc:sldMkLst>
          <pc:docMk/>
          <pc:sldMk cId="444047908" sldId="264"/>
        </pc:sldMkLst>
        <pc:spChg chg="mod">
          <ac:chgData name="Sayanti Roy" userId="13325ee0d423e633" providerId="LiveId" clId="{6DB330CF-7E7D-4D63-9D57-741F977F7B6E}" dt="2022-08-21T00:46:23.547" v="3303" actId="2711"/>
          <ac:spMkLst>
            <pc:docMk/>
            <pc:sldMk cId="444047908" sldId="264"/>
            <ac:spMk id="2" creationId="{75597102-AC34-B8A6-3654-8C2B7AAB0986}"/>
          </ac:spMkLst>
        </pc:spChg>
        <pc:spChg chg="mod">
          <ac:chgData name="Sayanti Roy" userId="13325ee0d423e633" providerId="LiveId" clId="{6DB330CF-7E7D-4D63-9D57-741F977F7B6E}" dt="2022-08-20T23:34:02.208" v="1536" actId="20577"/>
          <ac:spMkLst>
            <pc:docMk/>
            <pc:sldMk cId="444047908" sldId="264"/>
            <ac:spMk id="3" creationId="{B5FC1D50-4671-FA77-F751-9FC954C7ED0B}"/>
          </ac:spMkLst>
        </pc:spChg>
      </pc:sldChg>
      <pc:sldChg chg="modSp new mod">
        <pc:chgData name="Sayanti Roy" userId="13325ee0d423e633" providerId="LiveId" clId="{6DB330CF-7E7D-4D63-9D57-741F977F7B6E}" dt="2022-08-21T00:46:43.138" v="3313" actId="6549"/>
        <pc:sldMkLst>
          <pc:docMk/>
          <pc:sldMk cId="803506279" sldId="265"/>
        </pc:sldMkLst>
        <pc:spChg chg="mod">
          <ac:chgData name="Sayanti Roy" userId="13325ee0d423e633" providerId="LiveId" clId="{6DB330CF-7E7D-4D63-9D57-741F977F7B6E}" dt="2022-08-21T00:46:43.138" v="3313" actId="6549"/>
          <ac:spMkLst>
            <pc:docMk/>
            <pc:sldMk cId="803506279" sldId="265"/>
            <ac:spMk id="2" creationId="{786D6918-9249-EA2C-EFCD-2592670E577F}"/>
          </ac:spMkLst>
        </pc:spChg>
        <pc:spChg chg="mod">
          <ac:chgData name="Sayanti Roy" userId="13325ee0d423e633" providerId="LiveId" clId="{6DB330CF-7E7D-4D63-9D57-741F977F7B6E}" dt="2022-08-20T23:42:17.443" v="2059" actId="14100"/>
          <ac:spMkLst>
            <pc:docMk/>
            <pc:sldMk cId="803506279" sldId="265"/>
            <ac:spMk id="3" creationId="{31B89857-9D82-A612-6208-06BB02B2650A}"/>
          </ac:spMkLst>
        </pc:spChg>
      </pc:sldChg>
      <pc:sldChg chg="modSp new mod">
        <pc:chgData name="Sayanti Roy" userId="13325ee0d423e633" providerId="LiveId" clId="{6DB330CF-7E7D-4D63-9D57-741F977F7B6E}" dt="2022-08-21T00:45:20.031" v="3294" actId="113"/>
        <pc:sldMkLst>
          <pc:docMk/>
          <pc:sldMk cId="3892103918" sldId="266"/>
        </pc:sldMkLst>
        <pc:spChg chg="mod">
          <ac:chgData name="Sayanti Roy" userId="13325ee0d423e633" providerId="LiveId" clId="{6DB330CF-7E7D-4D63-9D57-741F977F7B6E}" dt="2022-08-21T00:45:20.031" v="3294" actId="113"/>
          <ac:spMkLst>
            <pc:docMk/>
            <pc:sldMk cId="3892103918" sldId="266"/>
            <ac:spMk id="2" creationId="{8A3B3EA6-56D2-6531-68B2-11D463B1BA82}"/>
          </ac:spMkLst>
        </pc:spChg>
        <pc:spChg chg="mod">
          <ac:chgData name="Sayanti Roy" userId="13325ee0d423e633" providerId="LiveId" clId="{6DB330CF-7E7D-4D63-9D57-741F977F7B6E}" dt="2022-08-20T20:01:15.820" v="632" actId="20577"/>
          <ac:spMkLst>
            <pc:docMk/>
            <pc:sldMk cId="3892103918" sldId="266"/>
            <ac:spMk id="3" creationId="{EC50DEBF-24FE-A9BE-09CB-3F0E47B3DD2F}"/>
          </ac:spMkLst>
        </pc:spChg>
      </pc:sldChg>
      <pc:sldChg chg="modSp new mod">
        <pc:chgData name="Sayanti Roy" userId="13325ee0d423e633" providerId="LiveId" clId="{6DB330CF-7E7D-4D63-9D57-741F977F7B6E}" dt="2022-08-21T00:47:18.674" v="3320" actId="14100"/>
        <pc:sldMkLst>
          <pc:docMk/>
          <pc:sldMk cId="3280938055" sldId="267"/>
        </pc:sldMkLst>
        <pc:spChg chg="mod">
          <ac:chgData name="Sayanti Roy" userId="13325ee0d423e633" providerId="LiveId" clId="{6DB330CF-7E7D-4D63-9D57-741F977F7B6E}" dt="2022-08-21T00:47:18.674" v="3320" actId="14100"/>
          <ac:spMkLst>
            <pc:docMk/>
            <pc:sldMk cId="3280938055" sldId="267"/>
            <ac:spMk id="2" creationId="{40AE3FBE-D2FE-E01C-447B-C0D4989DB2AD}"/>
          </ac:spMkLst>
        </pc:spChg>
        <pc:spChg chg="mod">
          <ac:chgData name="Sayanti Roy" userId="13325ee0d423e633" providerId="LiveId" clId="{6DB330CF-7E7D-4D63-9D57-741F977F7B6E}" dt="2022-08-21T00:47:09.691" v="3317" actId="14100"/>
          <ac:spMkLst>
            <pc:docMk/>
            <pc:sldMk cId="3280938055" sldId="267"/>
            <ac:spMk id="3" creationId="{2707F48D-A2D5-B1D0-E92B-939DF140A1A3}"/>
          </ac:spMkLst>
        </pc:spChg>
      </pc:sldChg>
      <pc:sldChg chg="modSp new mod">
        <pc:chgData name="Sayanti Roy" userId="13325ee0d423e633" providerId="LiveId" clId="{6DB330CF-7E7D-4D63-9D57-741F977F7B6E}" dt="2022-08-21T00:47:55.975" v="3325" actId="113"/>
        <pc:sldMkLst>
          <pc:docMk/>
          <pc:sldMk cId="2769803452" sldId="268"/>
        </pc:sldMkLst>
        <pc:spChg chg="mod">
          <ac:chgData name="Sayanti Roy" userId="13325ee0d423e633" providerId="LiveId" clId="{6DB330CF-7E7D-4D63-9D57-741F977F7B6E}" dt="2022-08-21T00:47:55.975" v="3325" actId="113"/>
          <ac:spMkLst>
            <pc:docMk/>
            <pc:sldMk cId="2769803452" sldId="268"/>
            <ac:spMk id="2" creationId="{5F6B8BB5-213E-8682-E53E-FBF5E05B29F9}"/>
          </ac:spMkLst>
        </pc:spChg>
        <pc:spChg chg="mod">
          <ac:chgData name="Sayanti Roy" userId="13325ee0d423e633" providerId="LiveId" clId="{6DB330CF-7E7D-4D63-9D57-741F977F7B6E}" dt="2022-08-20T23:58:27.211" v="2589" actId="27636"/>
          <ac:spMkLst>
            <pc:docMk/>
            <pc:sldMk cId="2769803452" sldId="268"/>
            <ac:spMk id="3" creationId="{1D5FA813-728C-E9E6-900F-9BB6942ADD26}"/>
          </ac:spMkLst>
        </pc:spChg>
      </pc:sldChg>
      <pc:sldChg chg="modSp new mod">
        <pc:chgData name="Sayanti Roy" userId="13325ee0d423e633" providerId="LiveId" clId="{6DB330CF-7E7D-4D63-9D57-741F977F7B6E}" dt="2022-08-21T00:48:01.158" v="3326" actId="113"/>
        <pc:sldMkLst>
          <pc:docMk/>
          <pc:sldMk cId="2200847962" sldId="269"/>
        </pc:sldMkLst>
        <pc:spChg chg="mod">
          <ac:chgData name="Sayanti Roy" userId="13325ee0d423e633" providerId="LiveId" clId="{6DB330CF-7E7D-4D63-9D57-741F977F7B6E}" dt="2022-08-21T00:48:01.158" v="3326" actId="113"/>
          <ac:spMkLst>
            <pc:docMk/>
            <pc:sldMk cId="2200847962" sldId="269"/>
            <ac:spMk id="2" creationId="{DA9E1C68-1A9A-EEC1-7832-18FB8C5D4CAF}"/>
          </ac:spMkLst>
        </pc:spChg>
        <pc:spChg chg="mod">
          <ac:chgData name="Sayanti Roy" userId="13325ee0d423e633" providerId="LiveId" clId="{6DB330CF-7E7D-4D63-9D57-741F977F7B6E}" dt="2022-08-21T00:01:19.370" v="2618" actId="207"/>
          <ac:spMkLst>
            <pc:docMk/>
            <pc:sldMk cId="2200847962" sldId="269"/>
            <ac:spMk id="3" creationId="{7B4C79B8-3633-1E69-0C14-F9D898F453FD}"/>
          </ac:spMkLst>
        </pc:spChg>
      </pc:sldChg>
      <pc:sldChg chg="modSp new mod">
        <pc:chgData name="Sayanti Roy" userId="13325ee0d423e633" providerId="LiveId" clId="{6DB330CF-7E7D-4D63-9D57-741F977F7B6E}" dt="2022-08-21T00:48:18.278" v="3329" actId="113"/>
        <pc:sldMkLst>
          <pc:docMk/>
          <pc:sldMk cId="2573419320" sldId="270"/>
        </pc:sldMkLst>
        <pc:spChg chg="mod">
          <ac:chgData name="Sayanti Roy" userId="13325ee0d423e633" providerId="LiveId" clId="{6DB330CF-7E7D-4D63-9D57-741F977F7B6E}" dt="2022-08-21T00:48:18.278" v="3329" actId="113"/>
          <ac:spMkLst>
            <pc:docMk/>
            <pc:sldMk cId="2573419320" sldId="270"/>
            <ac:spMk id="2" creationId="{01D29B23-499E-E5B0-4F91-35CFCB5670EF}"/>
          </ac:spMkLst>
        </pc:spChg>
        <pc:spChg chg="mod">
          <ac:chgData name="Sayanti Roy" userId="13325ee0d423e633" providerId="LiveId" clId="{6DB330CF-7E7D-4D63-9D57-741F977F7B6E}" dt="2022-08-21T00:14:39.308" v="2810" actId="14100"/>
          <ac:spMkLst>
            <pc:docMk/>
            <pc:sldMk cId="2573419320" sldId="270"/>
            <ac:spMk id="3" creationId="{806F6C76-0BA4-A464-E610-B2D10AE0119C}"/>
          </ac:spMkLst>
        </pc:spChg>
      </pc:sldChg>
      <pc:sldChg chg="modSp new mod">
        <pc:chgData name="Sayanti Roy" userId="13325ee0d423e633" providerId="LiveId" clId="{6DB330CF-7E7D-4D63-9D57-741F977F7B6E}" dt="2022-08-21T00:25:36.387" v="2951" actId="113"/>
        <pc:sldMkLst>
          <pc:docMk/>
          <pc:sldMk cId="2210027191" sldId="271"/>
        </pc:sldMkLst>
        <pc:spChg chg="mod">
          <ac:chgData name="Sayanti Roy" userId="13325ee0d423e633" providerId="LiveId" clId="{6DB330CF-7E7D-4D63-9D57-741F977F7B6E}" dt="2022-08-21T00:25:36.387" v="2951" actId="113"/>
          <ac:spMkLst>
            <pc:docMk/>
            <pc:sldMk cId="2210027191" sldId="271"/>
            <ac:spMk id="2" creationId="{147F87E0-0FF9-78EC-6E1C-CE287CD96ED8}"/>
          </ac:spMkLst>
        </pc:spChg>
        <pc:spChg chg="mod">
          <ac:chgData name="Sayanti Roy" userId="13325ee0d423e633" providerId="LiveId" clId="{6DB330CF-7E7D-4D63-9D57-741F977F7B6E}" dt="2022-08-21T00:21:27.641" v="2871" actId="20577"/>
          <ac:spMkLst>
            <pc:docMk/>
            <pc:sldMk cId="2210027191" sldId="271"/>
            <ac:spMk id="3" creationId="{29490232-C8C5-2F2B-692B-09513158547F}"/>
          </ac:spMkLst>
        </pc:spChg>
      </pc:sldChg>
      <pc:sldChg chg="modSp new mod">
        <pc:chgData name="Sayanti Roy" userId="13325ee0d423e633" providerId="LiveId" clId="{6DB330CF-7E7D-4D63-9D57-741F977F7B6E}" dt="2022-08-21T00:47:36.640" v="3323" actId="207"/>
        <pc:sldMkLst>
          <pc:docMk/>
          <pc:sldMk cId="2563415906" sldId="272"/>
        </pc:sldMkLst>
        <pc:spChg chg="mod">
          <ac:chgData name="Sayanti Roy" userId="13325ee0d423e633" providerId="LiveId" clId="{6DB330CF-7E7D-4D63-9D57-741F977F7B6E}" dt="2022-08-21T00:47:28.609" v="3321" actId="2711"/>
          <ac:spMkLst>
            <pc:docMk/>
            <pc:sldMk cId="2563415906" sldId="272"/>
            <ac:spMk id="2" creationId="{5751717E-5869-4D8F-18FF-54A8C054B80D}"/>
          </ac:spMkLst>
        </pc:spChg>
        <pc:spChg chg="mod">
          <ac:chgData name="Sayanti Roy" userId="13325ee0d423e633" providerId="LiveId" clId="{6DB330CF-7E7D-4D63-9D57-741F977F7B6E}" dt="2022-08-21T00:47:36.640" v="3323" actId="207"/>
          <ac:spMkLst>
            <pc:docMk/>
            <pc:sldMk cId="2563415906" sldId="272"/>
            <ac:spMk id="3" creationId="{0B424E31-093E-032F-18E4-59498C4D2C56}"/>
          </ac:spMkLst>
        </pc:spChg>
      </pc:sldChg>
      <pc:sldChg chg="modSp new mod">
        <pc:chgData name="Sayanti Roy" userId="13325ee0d423e633" providerId="LiveId" clId="{6DB330CF-7E7D-4D63-9D57-741F977F7B6E}" dt="2022-08-21T00:25:29.869" v="2950" actId="113"/>
        <pc:sldMkLst>
          <pc:docMk/>
          <pc:sldMk cId="141939756" sldId="273"/>
        </pc:sldMkLst>
        <pc:spChg chg="mod">
          <ac:chgData name="Sayanti Roy" userId="13325ee0d423e633" providerId="LiveId" clId="{6DB330CF-7E7D-4D63-9D57-741F977F7B6E}" dt="2022-08-21T00:25:29.869" v="2950" actId="113"/>
          <ac:spMkLst>
            <pc:docMk/>
            <pc:sldMk cId="141939756" sldId="273"/>
            <ac:spMk id="2" creationId="{8133D501-5488-6359-449C-65A078EAD92A}"/>
          </ac:spMkLst>
        </pc:spChg>
        <pc:spChg chg="mod">
          <ac:chgData name="Sayanti Roy" userId="13325ee0d423e633" providerId="LiveId" clId="{6DB330CF-7E7D-4D63-9D57-741F977F7B6E}" dt="2022-08-21T00:24:18.697" v="2943" actId="20577"/>
          <ac:spMkLst>
            <pc:docMk/>
            <pc:sldMk cId="141939756" sldId="273"/>
            <ac:spMk id="3" creationId="{2D3626CD-83F2-9D91-E158-5F9CDAB0BE47}"/>
          </ac:spMkLst>
        </pc:spChg>
      </pc:sldChg>
      <pc:sldChg chg="modSp new mod">
        <pc:chgData name="Sayanti Roy" userId="13325ee0d423e633" providerId="LiveId" clId="{6DB330CF-7E7D-4D63-9D57-741F977F7B6E}" dt="2022-08-21T00:30:18.937" v="2985" actId="947"/>
        <pc:sldMkLst>
          <pc:docMk/>
          <pc:sldMk cId="2218412287" sldId="274"/>
        </pc:sldMkLst>
        <pc:spChg chg="mod">
          <ac:chgData name="Sayanti Roy" userId="13325ee0d423e633" providerId="LiveId" clId="{6DB330CF-7E7D-4D63-9D57-741F977F7B6E}" dt="2022-08-21T00:30:18.937" v="2985" actId="947"/>
          <ac:spMkLst>
            <pc:docMk/>
            <pc:sldMk cId="2218412287" sldId="274"/>
            <ac:spMk id="2" creationId="{0191C6FD-FB4F-1880-EDE9-E909D80B4B2A}"/>
          </ac:spMkLst>
        </pc:spChg>
        <pc:spChg chg="mod">
          <ac:chgData name="Sayanti Roy" userId="13325ee0d423e633" providerId="LiveId" clId="{6DB330CF-7E7D-4D63-9D57-741F977F7B6E}" dt="2022-08-21T00:28:59.833" v="2976" actId="20577"/>
          <ac:spMkLst>
            <pc:docMk/>
            <pc:sldMk cId="2218412287" sldId="274"/>
            <ac:spMk id="3" creationId="{0641029F-1D5C-2482-7B62-58BD1DE7CDAD}"/>
          </ac:spMkLst>
        </pc:spChg>
      </pc:sldChg>
      <pc:sldChg chg="modSp new mod">
        <pc:chgData name="Sayanti Roy" userId="13325ee0d423e633" providerId="LiveId" clId="{6DB330CF-7E7D-4D63-9D57-741F977F7B6E}" dt="2022-08-21T00:31:47.722" v="3007" actId="207"/>
        <pc:sldMkLst>
          <pc:docMk/>
          <pc:sldMk cId="3933065448" sldId="275"/>
        </pc:sldMkLst>
        <pc:spChg chg="mod">
          <ac:chgData name="Sayanti Roy" userId="13325ee0d423e633" providerId="LiveId" clId="{6DB330CF-7E7D-4D63-9D57-741F977F7B6E}" dt="2022-08-21T00:31:34.570" v="3005" actId="14100"/>
          <ac:spMkLst>
            <pc:docMk/>
            <pc:sldMk cId="3933065448" sldId="275"/>
            <ac:spMk id="2" creationId="{FF0FC3F3-0AB3-82EF-C9AE-C90F46EAE362}"/>
          </ac:spMkLst>
        </pc:spChg>
        <pc:spChg chg="mod">
          <ac:chgData name="Sayanti Roy" userId="13325ee0d423e633" providerId="LiveId" clId="{6DB330CF-7E7D-4D63-9D57-741F977F7B6E}" dt="2022-08-21T00:31:47.722" v="3007" actId="207"/>
          <ac:spMkLst>
            <pc:docMk/>
            <pc:sldMk cId="3933065448" sldId="275"/>
            <ac:spMk id="3" creationId="{83309C0F-405E-7719-F9DC-817C5692B12B}"/>
          </ac:spMkLst>
        </pc:spChg>
      </pc:sldChg>
      <pc:sldChg chg="modSp new mod">
        <pc:chgData name="Sayanti Roy" userId="13325ee0d423e633" providerId="LiveId" clId="{6DB330CF-7E7D-4D63-9D57-741F977F7B6E}" dt="2022-08-21T00:33:26.668" v="3025" actId="14100"/>
        <pc:sldMkLst>
          <pc:docMk/>
          <pc:sldMk cId="3376115418" sldId="276"/>
        </pc:sldMkLst>
        <pc:spChg chg="mod">
          <ac:chgData name="Sayanti Roy" userId="13325ee0d423e633" providerId="LiveId" clId="{6DB330CF-7E7D-4D63-9D57-741F977F7B6E}" dt="2022-08-21T00:33:26.668" v="3025" actId="14100"/>
          <ac:spMkLst>
            <pc:docMk/>
            <pc:sldMk cId="3376115418" sldId="276"/>
            <ac:spMk id="2" creationId="{AA25CDAF-728E-6AE6-903B-1A79D2E808BE}"/>
          </ac:spMkLst>
        </pc:spChg>
        <pc:spChg chg="mod">
          <ac:chgData name="Sayanti Roy" userId="13325ee0d423e633" providerId="LiveId" clId="{6DB330CF-7E7D-4D63-9D57-741F977F7B6E}" dt="2022-08-21T00:33:22.130" v="3024" actId="14100"/>
          <ac:spMkLst>
            <pc:docMk/>
            <pc:sldMk cId="3376115418" sldId="276"/>
            <ac:spMk id="3" creationId="{847B2FB5-9DFF-306D-7445-F4BCFCF63846}"/>
          </ac:spMkLst>
        </pc:spChg>
      </pc:sldChg>
      <pc:sldChg chg="modSp new mod">
        <pc:chgData name="Sayanti Roy" userId="13325ee0d423e633" providerId="LiveId" clId="{6DB330CF-7E7D-4D63-9D57-741F977F7B6E}" dt="2022-08-21T00:48:42.338" v="3330" actId="113"/>
        <pc:sldMkLst>
          <pc:docMk/>
          <pc:sldMk cId="1203026571" sldId="277"/>
        </pc:sldMkLst>
        <pc:spChg chg="mod">
          <ac:chgData name="Sayanti Roy" userId="13325ee0d423e633" providerId="LiveId" clId="{6DB330CF-7E7D-4D63-9D57-741F977F7B6E}" dt="2022-08-21T00:48:42.338" v="3330" actId="113"/>
          <ac:spMkLst>
            <pc:docMk/>
            <pc:sldMk cId="1203026571" sldId="277"/>
            <ac:spMk id="2" creationId="{C5BF9AF8-5492-B8D7-623A-DCF28C2A8DCE}"/>
          </ac:spMkLst>
        </pc:spChg>
        <pc:spChg chg="mod">
          <ac:chgData name="Sayanti Roy" userId="13325ee0d423e633" providerId="LiveId" clId="{6DB330CF-7E7D-4D63-9D57-741F977F7B6E}" dt="2022-08-21T00:39:53.945" v="3162" actId="207"/>
          <ac:spMkLst>
            <pc:docMk/>
            <pc:sldMk cId="1203026571" sldId="277"/>
            <ac:spMk id="3" creationId="{12A6531B-1F53-EDF3-3D4E-948B6A54B63A}"/>
          </ac:spMkLst>
        </pc:spChg>
      </pc:sldChg>
      <pc:sldChg chg="modSp new mod">
        <pc:chgData name="Sayanti Roy" userId="13325ee0d423e633" providerId="LiveId" clId="{6DB330CF-7E7D-4D63-9D57-741F977F7B6E}" dt="2022-08-21T00:43:57.778" v="3287" actId="20577"/>
        <pc:sldMkLst>
          <pc:docMk/>
          <pc:sldMk cId="571392141" sldId="278"/>
        </pc:sldMkLst>
        <pc:spChg chg="mod">
          <ac:chgData name="Sayanti Roy" userId="13325ee0d423e633" providerId="LiveId" clId="{6DB330CF-7E7D-4D63-9D57-741F977F7B6E}" dt="2022-08-21T00:42:25.979" v="3182" actId="113"/>
          <ac:spMkLst>
            <pc:docMk/>
            <pc:sldMk cId="571392141" sldId="278"/>
            <ac:spMk id="2" creationId="{264B7471-F33F-59C4-FC84-CBB85E20C09D}"/>
          </ac:spMkLst>
        </pc:spChg>
        <pc:spChg chg="mod">
          <ac:chgData name="Sayanti Roy" userId="13325ee0d423e633" providerId="LiveId" clId="{6DB330CF-7E7D-4D63-9D57-741F977F7B6E}" dt="2022-08-21T00:43:57.778" v="3287" actId="20577"/>
          <ac:spMkLst>
            <pc:docMk/>
            <pc:sldMk cId="571392141" sldId="278"/>
            <ac:spMk id="3" creationId="{6236CE48-0523-CBB9-74A4-F9B443787755}"/>
          </ac:spMkLst>
        </pc:spChg>
      </pc:sldChg>
      <pc:sldChg chg="modSp new mod">
        <pc:chgData name="Sayanti Roy" userId="13325ee0d423e633" providerId="LiveId" clId="{6DB330CF-7E7D-4D63-9D57-741F977F7B6E}" dt="2022-08-21T00:52:21.884" v="3491" actId="20577"/>
        <pc:sldMkLst>
          <pc:docMk/>
          <pc:sldMk cId="235139202" sldId="279"/>
        </pc:sldMkLst>
        <pc:spChg chg="mod">
          <ac:chgData name="Sayanti Roy" userId="13325ee0d423e633" providerId="LiveId" clId="{6DB330CF-7E7D-4D63-9D57-741F977F7B6E}" dt="2022-08-21T00:51:31.390" v="3461" actId="113"/>
          <ac:spMkLst>
            <pc:docMk/>
            <pc:sldMk cId="235139202" sldId="279"/>
            <ac:spMk id="2" creationId="{300BA7CD-5991-E2BD-7D2C-A90CCCF3A5B9}"/>
          </ac:spMkLst>
        </pc:spChg>
        <pc:spChg chg="mod">
          <ac:chgData name="Sayanti Roy" userId="13325ee0d423e633" providerId="LiveId" clId="{6DB330CF-7E7D-4D63-9D57-741F977F7B6E}" dt="2022-08-21T00:52:21.884" v="3491" actId="20577"/>
          <ac:spMkLst>
            <pc:docMk/>
            <pc:sldMk cId="235139202" sldId="279"/>
            <ac:spMk id="3" creationId="{2E3EA500-D1AC-BE05-1C60-9BE75E4C21E9}"/>
          </ac:spMkLst>
        </pc:spChg>
      </pc:sldChg>
      <pc:sldChg chg="modSp new mod">
        <pc:chgData name="Sayanti Roy" userId="13325ee0d423e633" providerId="LiveId" clId="{6DB330CF-7E7D-4D63-9D57-741F977F7B6E}" dt="2022-08-21T00:53:38.793" v="3618" actId="20577"/>
        <pc:sldMkLst>
          <pc:docMk/>
          <pc:sldMk cId="1279790670" sldId="280"/>
        </pc:sldMkLst>
        <pc:spChg chg="mod">
          <ac:chgData name="Sayanti Roy" userId="13325ee0d423e633" providerId="LiveId" clId="{6DB330CF-7E7D-4D63-9D57-741F977F7B6E}" dt="2022-08-21T00:53:38.793" v="3618" actId="20577"/>
          <ac:spMkLst>
            <pc:docMk/>
            <pc:sldMk cId="1279790670" sldId="280"/>
            <ac:spMk id="3" creationId="{717FB80A-CA02-7E0E-A25E-3EC03D79C6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7F589-4DD8-4F70-8E35-5DFF4D8694F5}"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A1CFC8-955A-43F4-8E60-7CBB21470C39}" type="slidenum">
              <a:rPr lang="en-US" smtClean="0"/>
              <a:t>‹#›</a:t>
            </a:fld>
            <a:endParaRPr lang="en-US"/>
          </a:p>
        </p:txBody>
      </p:sp>
    </p:spTree>
    <p:extLst>
      <p:ext uri="{BB962C8B-B14F-4D97-AF65-F5344CB8AC3E}">
        <p14:creationId xmlns:p14="http://schemas.microsoft.com/office/powerpoint/2010/main" val="79372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62FF-299B-7B7C-4AD5-DBB3284D86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FB74C5-0650-E62E-8962-5BB94DC168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5531D9-0423-7E18-CCDA-DB2E52E49C46}"/>
              </a:ext>
            </a:extLst>
          </p:cNvPr>
          <p:cNvSpPr>
            <a:spLocks noGrp="1"/>
          </p:cNvSpPr>
          <p:nvPr>
            <p:ph type="dt" sz="half" idx="10"/>
          </p:nvPr>
        </p:nvSpPr>
        <p:spPr/>
        <p:txBody>
          <a:bodyPr/>
          <a:lstStyle/>
          <a:p>
            <a:fld id="{87626CEB-BD3F-47C1-9639-B26F7168483A}" type="datetime1">
              <a:rPr lang="en-US" smtClean="0"/>
              <a:t>1/15/2026</a:t>
            </a:fld>
            <a:endParaRPr lang="en-US"/>
          </a:p>
        </p:txBody>
      </p:sp>
      <p:sp>
        <p:nvSpPr>
          <p:cNvPr id="5" name="Footer Placeholder 4">
            <a:extLst>
              <a:ext uri="{FF2B5EF4-FFF2-40B4-BE49-F238E27FC236}">
                <a16:creationId xmlns:a16="http://schemas.microsoft.com/office/drawing/2014/main" id="{193D529B-1C20-2681-83B3-2B6B5DEDEA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8668CC-3D46-1521-CEC0-7DB6E4F11ABC}"/>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1355284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23985-A4D6-6D83-498F-76019890CF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704347-A16D-7515-279D-460E68F5FF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DF1E15-FDE7-09DB-8D7F-63752C0DD27D}"/>
              </a:ext>
            </a:extLst>
          </p:cNvPr>
          <p:cNvSpPr>
            <a:spLocks noGrp="1"/>
          </p:cNvSpPr>
          <p:nvPr>
            <p:ph type="dt" sz="half" idx="10"/>
          </p:nvPr>
        </p:nvSpPr>
        <p:spPr/>
        <p:txBody>
          <a:bodyPr/>
          <a:lstStyle/>
          <a:p>
            <a:fld id="{CABC1828-23E2-48E2-A931-80D111A9327C}" type="datetime1">
              <a:rPr lang="en-US" smtClean="0"/>
              <a:t>1/15/2026</a:t>
            </a:fld>
            <a:endParaRPr lang="en-US"/>
          </a:p>
        </p:txBody>
      </p:sp>
      <p:sp>
        <p:nvSpPr>
          <p:cNvPr id="5" name="Footer Placeholder 4">
            <a:extLst>
              <a:ext uri="{FF2B5EF4-FFF2-40B4-BE49-F238E27FC236}">
                <a16:creationId xmlns:a16="http://schemas.microsoft.com/office/drawing/2014/main" id="{D40D6C1F-609A-6EFA-F2BA-AC8B6685CC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22930D-6A7B-9CED-2675-B4C3A95B2727}"/>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3360957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C5DD9-49A0-98A3-1F47-022F82E46E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1C44F8-1E97-4E29-2E66-E25C376E1B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66DE5A-6619-C786-A073-99E0C68FEE8C}"/>
              </a:ext>
            </a:extLst>
          </p:cNvPr>
          <p:cNvSpPr>
            <a:spLocks noGrp="1"/>
          </p:cNvSpPr>
          <p:nvPr>
            <p:ph type="dt" sz="half" idx="10"/>
          </p:nvPr>
        </p:nvSpPr>
        <p:spPr/>
        <p:txBody>
          <a:bodyPr/>
          <a:lstStyle/>
          <a:p>
            <a:fld id="{75D1F8DE-3B70-4C91-9402-7CE315B72381}" type="datetime1">
              <a:rPr lang="en-US" smtClean="0"/>
              <a:t>1/15/2026</a:t>
            </a:fld>
            <a:endParaRPr lang="en-US"/>
          </a:p>
        </p:txBody>
      </p:sp>
      <p:sp>
        <p:nvSpPr>
          <p:cNvPr id="5" name="Footer Placeholder 4">
            <a:extLst>
              <a:ext uri="{FF2B5EF4-FFF2-40B4-BE49-F238E27FC236}">
                <a16:creationId xmlns:a16="http://schemas.microsoft.com/office/drawing/2014/main" id="{E51B1DD9-3F8C-2CEF-6D04-54E12086EF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9899B9-4CF0-C663-95DF-497E7577D8AE}"/>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3074935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B410D-AD36-B3F8-7FD7-70AE3F19AD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945686-F81B-455A-827A-BB588939CC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C0D0F7-65A0-A13C-0B0A-025672676F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5C985C-0C5F-7D92-605B-8CD33B36108C}"/>
              </a:ext>
            </a:extLst>
          </p:cNvPr>
          <p:cNvSpPr>
            <a:spLocks noGrp="1"/>
          </p:cNvSpPr>
          <p:nvPr>
            <p:ph type="dt" sz="half" idx="10"/>
          </p:nvPr>
        </p:nvSpPr>
        <p:spPr/>
        <p:txBody>
          <a:bodyPr/>
          <a:lstStyle/>
          <a:p>
            <a:fld id="{18C01873-ABF6-4194-9C74-C7EA2B003A45}" type="datetime1">
              <a:rPr lang="en-US" smtClean="0"/>
              <a:t>1/15/2026</a:t>
            </a:fld>
            <a:endParaRPr lang="en-US"/>
          </a:p>
        </p:txBody>
      </p:sp>
      <p:sp>
        <p:nvSpPr>
          <p:cNvPr id="6" name="Footer Placeholder 5">
            <a:extLst>
              <a:ext uri="{FF2B5EF4-FFF2-40B4-BE49-F238E27FC236}">
                <a16:creationId xmlns:a16="http://schemas.microsoft.com/office/drawing/2014/main" id="{B89992EE-76DC-28F1-C41E-08B27DE070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6DD522-1221-E7D4-9CC2-F8211B22169D}"/>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291264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5D8D-45F7-C302-2136-3182C2C46A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599BE2-074B-8234-CB48-D28A88903A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FD83D9-A82F-4AD1-833B-D6E2AE1E45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5E4A14-4BB8-006C-899B-0A05780F5E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7D8956-EAE9-52AA-D354-E63138950B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59445C-39AA-FE58-9BEC-3A65EDF210DC}"/>
              </a:ext>
            </a:extLst>
          </p:cNvPr>
          <p:cNvSpPr>
            <a:spLocks noGrp="1"/>
          </p:cNvSpPr>
          <p:nvPr>
            <p:ph type="dt" sz="half" idx="10"/>
          </p:nvPr>
        </p:nvSpPr>
        <p:spPr/>
        <p:txBody>
          <a:bodyPr/>
          <a:lstStyle/>
          <a:p>
            <a:fld id="{A7868D03-8CCF-4C9C-9E33-27619C0DA947}" type="datetime1">
              <a:rPr lang="en-US" smtClean="0"/>
              <a:t>1/15/2026</a:t>
            </a:fld>
            <a:endParaRPr lang="en-US"/>
          </a:p>
        </p:txBody>
      </p:sp>
      <p:sp>
        <p:nvSpPr>
          <p:cNvPr id="8" name="Footer Placeholder 7">
            <a:extLst>
              <a:ext uri="{FF2B5EF4-FFF2-40B4-BE49-F238E27FC236}">
                <a16:creationId xmlns:a16="http://schemas.microsoft.com/office/drawing/2014/main" id="{68EBB9A6-27F9-63B6-6E2B-7DBA3D160A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932331-E447-7FA0-2487-24DA9E11D887}"/>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2765152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E2815-C788-8D75-F828-F23C1BA274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81A91D-9EA3-CB97-E5CF-875BBC3DBA39}"/>
              </a:ext>
            </a:extLst>
          </p:cNvPr>
          <p:cNvSpPr>
            <a:spLocks noGrp="1"/>
          </p:cNvSpPr>
          <p:nvPr>
            <p:ph type="dt" sz="half" idx="10"/>
          </p:nvPr>
        </p:nvSpPr>
        <p:spPr/>
        <p:txBody>
          <a:bodyPr/>
          <a:lstStyle/>
          <a:p>
            <a:fld id="{2F91A1A0-0242-4FAD-ABAC-1D698FA3465B}" type="datetime1">
              <a:rPr lang="en-US" smtClean="0"/>
              <a:t>1/15/2026</a:t>
            </a:fld>
            <a:endParaRPr lang="en-US"/>
          </a:p>
        </p:txBody>
      </p:sp>
      <p:sp>
        <p:nvSpPr>
          <p:cNvPr id="4" name="Footer Placeholder 3">
            <a:extLst>
              <a:ext uri="{FF2B5EF4-FFF2-40B4-BE49-F238E27FC236}">
                <a16:creationId xmlns:a16="http://schemas.microsoft.com/office/drawing/2014/main" id="{ACFF61D9-913A-3F0E-F0F5-4CB2A7A57E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CE1621-5A31-A0BE-E2EE-2EBF018B47E0}"/>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3002738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51F4A-CF6D-F945-55FB-8562029CC575}"/>
              </a:ext>
            </a:extLst>
          </p:cNvPr>
          <p:cNvSpPr>
            <a:spLocks noGrp="1"/>
          </p:cNvSpPr>
          <p:nvPr>
            <p:ph type="dt" sz="half" idx="10"/>
          </p:nvPr>
        </p:nvSpPr>
        <p:spPr/>
        <p:txBody>
          <a:bodyPr/>
          <a:lstStyle/>
          <a:p>
            <a:fld id="{15EA7B29-8D56-40B4-A484-6B83F929E741}" type="datetime1">
              <a:rPr lang="en-US" smtClean="0"/>
              <a:t>1/15/2026</a:t>
            </a:fld>
            <a:endParaRPr lang="en-US"/>
          </a:p>
        </p:txBody>
      </p:sp>
      <p:sp>
        <p:nvSpPr>
          <p:cNvPr id="3" name="Footer Placeholder 2">
            <a:extLst>
              <a:ext uri="{FF2B5EF4-FFF2-40B4-BE49-F238E27FC236}">
                <a16:creationId xmlns:a16="http://schemas.microsoft.com/office/drawing/2014/main" id="{5500F668-36F4-AF8F-5DF7-17922887A3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13DD45-5E2D-0368-9D18-8FBDE56B7E05}"/>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3984171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622A6-A71E-E909-46B1-1F8A5DC233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2600FF-1B16-F1D8-3A40-7C7AA9E7E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2451EF-2BEA-F496-1F9C-58D0C7B634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EDA9A5-176E-BEF0-4451-DBD0669F9464}"/>
              </a:ext>
            </a:extLst>
          </p:cNvPr>
          <p:cNvSpPr>
            <a:spLocks noGrp="1"/>
          </p:cNvSpPr>
          <p:nvPr>
            <p:ph type="dt" sz="half" idx="10"/>
          </p:nvPr>
        </p:nvSpPr>
        <p:spPr/>
        <p:txBody>
          <a:bodyPr/>
          <a:lstStyle/>
          <a:p>
            <a:fld id="{2ADF40DF-0F4F-4C7F-9D7A-3355EF3EF007}" type="datetime1">
              <a:rPr lang="en-US" smtClean="0"/>
              <a:t>1/15/2026</a:t>
            </a:fld>
            <a:endParaRPr lang="en-US"/>
          </a:p>
        </p:txBody>
      </p:sp>
      <p:sp>
        <p:nvSpPr>
          <p:cNvPr id="6" name="Footer Placeholder 5">
            <a:extLst>
              <a:ext uri="{FF2B5EF4-FFF2-40B4-BE49-F238E27FC236}">
                <a16:creationId xmlns:a16="http://schemas.microsoft.com/office/drawing/2014/main" id="{F8A612D1-0388-E657-8743-2AE46B850C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EAF505-9447-2644-0445-6E58F42D6856}"/>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2447066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CE6F-E620-83A3-7B27-34AFF96A9C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C6E065-0FAD-2D7C-E842-05A228EFD2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973519-05DE-5340-DFA4-76BC98439D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97B1AA-46C3-14C8-DC08-D3B666F588BB}"/>
              </a:ext>
            </a:extLst>
          </p:cNvPr>
          <p:cNvSpPr>
            <a:spLocks noGrp="1"/>
          </p:cNvSpPr>
          <p:nvPr>
            <p:ph type="dt" sz="half" idx="10"/>
          </p:nvPr>
        </p:nvSpPr>
        <p:spPr/>
        <p:txBody>
          <a:bodyPr/>
          <a:lstStyle/>
          <a:p>
            <a:fld id="{3D8B8F02-A05D-4E83-9BC0-4D55532548EE}" type="datetime1">
              <a:rPr lang="en-US" smtClean="0"/>
              <a:t>1/15/2026</a:t>
            </a:fld>
            <a:endParaRPr lang="en-US"/>
          </a:p>
        </p:txBody>
      </p:sp>
      <p:sp>
        <p:nvSpPr>
          <p:cNvPr id="6" name="Footer Placeholder 5">
            <a:extLst>
              <a:ext uri="{FF2B5EF4-FFF2-40B4-BE49-F238E27FC236}">
                <a16:creationId xmlns:a16="http://schemas.microsoft.com/office/drawing/2014/main" id="{A824D957-A81D-DBEF-F401-1BC400B21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0DC739-CB48-1117-6C57-17956D74115A}"/>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1234211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BDBD-F93D-0D5F-AD6E-A4BC31F57B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BABD8C-0DC9-8815-B66A-C41711FE06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7FAF98-BDA4-ECD9-6250-76B4C7AD6346}"/>
              </a:ext>
            </a:extLst>
          </p:cNvPr>
          <p:cNvSpPr>
            <a:spLocks noGrp="1"/>
          </p:cNvSpPr>
          <p:nvPr>
            <p:ph type="dt" sz="half" idx="10"/>
          </p:nvPr>
        </p:nvSpPr>
        <p:spPr/>
        <p:txBody>
          <a:bodyPr/>
          <a:lstStyle/>
          <a:p>
            <a:fld id="{E9704F2E-D5B8-4EEA-9D1D-B372E48F7DA3}" type="datetime1">
              <a:rPr lang="en-US" smtClean="0"/>
              <a:t>1/15/2026</a:t>
            </a:fld>
            <a:endParaRPr lang="en-US"/>
          </a:p>
        </p:txBody>
      </p:sp>
      <p:sp>
        <p:nvSpPr>
          <p:cNvPr id="5" name="Footer Placeholder 4">
            <a:extLst>
              <a:ext uri="{FF2B5EF4-FFF2-40B4-BE49-F238E27FC236}">
                <a16:creationId xmlns:a16="http://schemas.microsoft.com/office/drawing/2014/main" id="{F0702C68-6274-AB56-83B3-36AA47F285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8730F-EDB3-3900-C486-8E8C21523BAC}"/>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2465968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B92A5C-D446-1D30-6B40-190702E7EB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2FFD84-604D-55C3-813A-77746973A1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9B32EB-ED43-045F-0310-B3D1DEA217C0}"/>
              </a:ext>
            </a:extLst>
          </p:cNvPr>
          <p:cNvSpPr>
            <a:spLocks noGrp="1"/>
          </p:cNvSpPr>
          <p:nvPr>
            <p:ph type="dt" sz="half" idx="10"/>
          </p:nvPr>
        </p:nvSpPr>
        <p:spPr/>
        <p:txBody>
          <a:bodyPr/>
          <a:lstStyle/>
          <a:p>
            <a:fld id="{84FADC06-D415-46DD-B383-735B00497F47}" type="datetime1">
              <a:rPr lang="en-US" smtClean="0"/>
              <a:t>1/15/2026</a:t>
            </a:fld>
            <a:endParaRPr lang="en-US"/>
          </a:p>
        </p:txBody>
      </p:sp>
      <p:sp>
        <p:nvSpPr>
          <p:cNvPr id="5" name="Footer Placeholder 4">
            <a:extLst>
              <a:ext uri="{FF2B5EF4-FFF2-40B4-BE49-F238E27FC236}">
                <a16:creationId xmlns:a16="http://schemas.microsoft.com/office/drawing/2014/main" id="{74FF98FB-6372-51E0-BF8C-1DC7865737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D272C-5FCD-730F-0F9B-9296568EA324}"/>
              </a:ext>
            </a:extLst>
          </p:cNvPr>
          <p:cNvSpPr>
            <a:spLocks noGrp="1"/>
          </p:cNvSpPr>
          <p:nvPr>
            <p:ph type="sldNum" sz="quarter" idx="12"/>
          </p:nvPr>
        </p:nvSpPr>
        <p:spPr/>
        <p:txBody>
          <a:bodyPr/>
          <a:lstStyle/>
          <a:p>
            <a:fld id="{3ADFF249-4F56-4236-BF8B-47E3D4D3E3E9}" type="slidenum">
              <a:rPr lang="en-US" smtClean="0"/>
              <a:t>‹#›</a:t>
            </a:fld>
            <a:endParaRPr lang="en-US"/>
          </a:p>
        </p:txBody>
      </p:sp>
    </p:spTree>
    <p:extLst>
      <p:ext uri="{BB962C8B-B14F-4D97-AF65-F5344CB8AC3E}">
        <p14:creationId xmlns:p14="http://schemas.microsoft.com/office/powerpoint/2010/main" val="169355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D77F2E-A03D-B3BD-2D8F-98517627F1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B01732-4AFE-C712-F264-250944A939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7DE65-8F92-5AD7-8048-1B57DCB93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0A7C33-0CED-4F42-AF27-50076A990733}" type="datetime1">
              <a:rPr lang="en-US" smtClean="0"/>
              <a:t>1/15/2026</a:t>
            </a:fld>
            <a:endParaRPr lang="en-US"/>
          </a:p>
        </p:txBody>
      </p:sp>
      <p:sp>
        <p:nvSpPr>
          <p:cNvPr id="5" name="Footer Placeholder 4">
            <a:extLst>
              <a:ext uri="{FF2B5EF4-FFF2-40B4-BE49-F238E27FC236}">
                <a16:creationId xmlns:a16="http://schemas.microsoft.com/office/drawing/2014/main" id="{31E8D703-5F51-AF9D-D13B-09D5A713C3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1C9E8F-EC72-450D-B3D7-40F2D64F92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DFF249-4F56-4236-BF8B-47E3D4D3E3E9}" type="slidenum">
              <a:rPr lang="en-US" smtClean="0"/>
              <a:t>‹#›</a:t>
            </a:fld>
            <a:endParaRPr lang="en-US"/>
          </a:p>
        </p:txBody>
      </p:sp>
    </p:spTree>
    <p:extLst>
      <p:ext uri="{BB962C8B-B14F-4D97-AF65-F5344CB8AC3E}">
        <p14:creationId xmlns:p14="http://schemas.microsoft.com/office/powerpoint/2010/main" val="1200140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roy203@purdue.edu"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rdi.berkeley.edu/llm-agents/f24" TargetMode="External"/><Relationship Id="rId2" Type="http://schemas.openxmlformats.org/officeDocument/2006/relationships/hyperlink" Target="https://github.com/barghouthi/ai-agents?tab=readme-ov-file" TargetMode="External"/><Relationship Id="rId1" Type="http://schemas.openxmlformats.org/officeDocument/2006/relationships/slideLayout" Target="../slideLayouts/slideLayout2.xml"/><Relationship Id="rId4" Type="http://schemas.openxmlformats.org/officeDocument/2006/relationships/hyperlink" Target="https://cs329a.stanford.edu/index.ht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zoo.cs.yale.edu/classes/cs470/materials/hws/aima/mdp.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73490-C151-2175-EFC8-5226F9A6F250}"/>
              </a:ext>
            </a:extLst>
          </p:cNvPr>
          <p:cNvSpPr>
            <a:spLocks noGrp="1"/>
          </p:cNvSpPr>
          <p:nvPr>
            <p:ph type="title"/>
          </p:nvPr>
        </p:nvSpPr>
        <p:spPr>
          <a:xfrm>
            <a:off x="324465" y="291384"/>
            <a:ext cx="11029335" cy="1325563"/>
          </a:xfrm>
        </p:spPr>
        <p:txBody>
          <a:bodyPr>
            <a:normAutofit/>
          </a:bodyPr>
          <a:lstStyle/>
          <a:p>
            <a:r>
              <a:rPr lang="en-US" sz="4800" b="1" i="0" cap="all" dirty="0">
                <a:effectLst/>
                <a:latin typeface="+mn-lt"/>
              </a:rPr>
              <a:t>Instructor Information</a:t>
            </a:r>
            <a:endParaRPr lang="en-US" sz="4800" b="1" cap="all" dirty="0">
              <a:latin typeface="+mn-lt"/>
            </a:endParaRPr>
          </a:p>
        </p:txBody>
      </p:sp>
      <p:sp>
        <p:nvSpPr>
          <p:cNvPr id="3" name="Content Placeholder 2">
            <a:extLst>
              <a:ext uri="{FF2B5EF4-FFF2-40B4-BE49-F238E27FC236}">
                <a16:creationId xmlns:a16="http://schemas.microsoft.com/office/drawing/2014/main" id="{2BE1EB5A-23CB-67B5-3AE1-AC9F64CE450D}"/>
              </a:ext>
            </a:extLst>
          </p:cNvPr>
          <p:cNvSpPr>
            <a:spLocks noGrp="1"/>
          </p:cNvSpPr>
          <p:nvPr>
            <p:ph idx="1"/>
          </p:nvPr>
        </p:nvSpPr>
        <p:spPr>
          <a:xfrm>
            <a:off x="324465" y="1510018"/>
            <a:ext cx="11695470" cy="4982857"/>
          </a:xfrm>
        </p:spPr>
        <p:txBody>
          <a:bodyPr>
            <a:normAutofit/>
          </a:bodyPr>
          <a:lstStyle/>
          <a:p>
            <a:r>
              <a:rPr lang="en-US" b="1" dirty="0"/>
              <a:t>Dr. Sayanti Roy</a:t>
            </a:r>
            <a:endParaRPr lang="en-US" dirty="0"/>
          </a:p>
          <a:p>
            <a:r>
              <a:rPr lang="en-US" dirty="0"/>
              <a:t>Email: </a:t>
            </a:r>
            <a:r>
              <a:rPr lang="en-US" u="sng" dirty="0">
                <a:hlinkClick r:id="rId2">
                  <a:extLst>
                    <a:ext uri="{A12FA001-AC4F-418D-AE19-62706E023703}">
                      <ahyp:hlinkClr xmlns:ahyp="http://schemas.microsoft.com/office/drawing/2018/hyperlinkcolor" val="tx"/>
                    </a:ext>
                  </a:extLst>
                </a:hlinkClick>
              </a:rPr>
              <a:t>roy203@purdue.edu</a:t>
            </a:r>
            <a:endParaRPr lang="en-US" dirty="0"/>
          </a:p>
          <a:p>
            <a:r>
              <a:rPr lang="en-US" dirty="0"/>
              <a:t>Phone: 219-989-2479</a:t>
            </a:r>
          </a:p>
          <a:p>
            <a:r>
              <a:rPr lang="en-US" dirty="0"/>
              <a:t>Office Hours: Tuesday and Thursday 3:30 – 4:30 pm or by appointment</a:t>
            </a:r>
          </a:p>
          <a:p>
            <a:r>
              <a:rPr lang="en-US" dirty="0"/>
              <a:t>Office Location: CLO 386</a:t>
            </a:r>
          </a:p>
          <a:p>
            <a:pPr marL="0" indent="0">
              <a:buNone/>
            </a:pPr>
            <a:r>
              <a:rPr lang="en-US" dirty="0"/>
              <a:t>Lab Location : CLO 336 [if she is not in her office]</a:t>
            </a:r>
          </a:p>
          <a:p>
            <a:pPr marL="0" indent="0">
              <a:buNone/>
            </a:pPr>
            <a:r>
              <a:rPr lang="en-US" dirty="0"/>
              <a:t>Class will transition to a remote format after Spring Break, as Dr. Roy will be undergoing a medical procedure.</a:t>
            </a:r>
          </a:p>
          <a:p>
            <a:pPr marL="0" indent="0">
              <a:buNone/>
            </a:pPr>
            <a:endParaRPr lang="en-US" dirty="0">
              <a:solidFill>
                <a:schemeClr val="accent1">
                  <a:lumMod val="50000"/>
                </a:schemeClr>
              </a:solidFill>
            </a:endParaRPr>
          </a:p>
        </p:txBody>
      </p:sp>
      <p:sp>
        <p:nvSpPr>
          <p:cNvPr id="4" name="Slide Number Placeholder 3">
            <a:extLst>
              <a:ext uri="{FF2B5EF4-FFF2-40B4-BE49-F238E27FC236}">
                <a16:creationId xmlns:a16="http://schemas.microsoft.com/office/drawing/2014/main" id="{0D77AE8F-8778-0861-F0B0-02B1525B97C1}"/>
              </a:ext>
            </a:extLst>
          </p:cNvPr>
          <p:cNvSpPr>
            <a:spLocks noGrp="1"/>
          </p:cNvSpPr>
          <p:nvPr>
            <p:ph type="sldNum" sz="quarter" idx="12"/>
          </p:nvPr>
        </p:nvSpPr>
        <p:spPr/>
        <p:txBody>
          <a:bodyPr/>
          <a:lstStyle/>
          <a:p>
            <a:fld id="{3ADFF249-4F56-4236-BF8B-47E3D4D3E3E9}" type="slidenum">
              <a:rPr lang="en-US" smtClean="0"/>
              <a:t>1</a:t>
            </a:fld>
            <a:endParaRPr lang="en-US"/>
          </a:p>
        </p:txBody>
      </p:sp>
    </p:spTree>
    <p:extLst>
      <p:ext uri="{BB962C8B-B14F-4D97-AF65-F5344CB8AC3E}">
        <p14:creationId xmlns:p14="http://schemas.microsoft.com/office/powerpoint/2010/main" val="1147149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D050A-D87E-E8E5-A4D9-DE1BBD809AD0}"/>
              </a:ext>
            </a:extLst>
          </p:cNvPr>
          <p:cNvSpPr>
            <a:spLocks noGrp="1"/>
          </p:cNvSpPr>
          <p:nvPr>
            <p:ph type="title"/>
          </p:nvPr>
        </p:nvSpPr>
        <p:spPr>
          <a:xfrm>
            <a:off x="838200" y="232393"/>
            <a:ext cx="10515600" cy="1325563"/>
          </a:xfrm>
        </p:spPr>
        <p:txBody>
          <a:bodyPr>
            <a:normAutofit/>
          </a:bodyPr>
          <a:lstStyle/>
          <a:p>
            <a:r>
              <a:rPr lang="en-US" sz="4800" b="1" i="0" cap="all" dirty="0">
                <a:effectLst/>
                <a:latin typeface="+mn-lt"/>
              </a:rPr>
              <a:t>Meeting Time and Location</a:t>
            </a:r>
            <a:endParaRPr lang="en-US" sz="4800" b="1" cap="all" dirty="0">
              <a:latin typeface="+mn-lt"/>
            </a:endParaRPr>
          </a:p>
        </p:txBody>
      </p:sp>
      <p:sp>
        <p:nvSpPr>
          <p:cNvPr id="3" name="Content Placeholder 2">
            <a:extLst>
              <a:ext uri="{FF2B5EF4-FFF2-40B4-BE49-F238E27FC236}">
                <a16:creationId xmlns:a16="http://schemas.microsoft.com/office/drawing/2014/main" id="{5F06DFAC-38F4-5F09-C0E5-7B63C43FAABF}"/>
              </a:ext>
            </a:extLst>
          </p:cNvPr>
          <p:cNvSpPr>
            <a:spLocks noGrp="1"/>
          </p:cNvSpPr>
          <p:nvPr>
            <p:ph idx="1"/>
          </p:nvPr>
        </p:nvSpPr>
        <p:spPr>
          <a:xfrm>
            <a:off x="838200" y="1459684"/>
            <a:ext cx="11196484" cy="4717279"/>
          </a:xfrm>
        </p:spPr>
        <p:txBody>
          <a:bodyPr>
            <a:normAutofit/>
          </a:bodyPr>
          <a:lstStyle/>
          <a:p>
            <a:r>
              <a:rPr lang="en-US" dirty="0"/>
              <a:t>Lecture</a:t>
            </a:r>
          </a:p>
          <a:p>
            <a:r>
              <a:rPr lang="en-US" dirty="0"/>
              <a:t>Tuesday and Thursday: 2:00 pm – 3:15 pm. </a:t>
            </a:r>
          </a:p>
          <a:p>
            <a:r>
              <a:rPr lang="en-US" dirty="0"/>
              <a:t>Hammond Campus — Classroom Office — Room 340</a:t>
            </a:r>
          </a:p>
          <a:p>
            <a:endParaRPr lang="en-US" dirty="0">
              <a:solidFill>
                <a:schemeClr val="accent1">
                  <a:lumMod val="50000"/>
                </a:schemeClr>
              </a:solidFill>
            </a:endParaRPr>
          </a:p>
        </p:txBody>
      </p:sp>
      <p:sp>
        <p:nvSpPr>
          <p:cNvPr id="4" name="Slide Number Placeholder 3">
            <a:extLst>
              <a:ext uri="{FF2B5EF4-FFF2-40B4-BE49-F238E27FC236}">
                <a16:creationId xmlns:a16="http://schemas.microsoft.com/office/drawing/2014/main" id="{8D0A6410-991B-6F5F-7ADE-F6B912C77033}"/>
              </a:ext>
            </a:extLst>
          </p:cNvPr>
          <p:cNvSpPr>
            <a:spLocks noGrp="1"/>
          </p:cNvSpPr>
          <p:nvPr>
            <p:ph type="sldNum" sz="quarter" idx="12"/>
          </p:nvPr>
        </p:nvSpPr>
        <p:spPr/>
        <p:txBody>
          <a:bodyPr/>
          <a:lstStyle/>
          <a:p>
            <a:fld id="{3ADFF249-4F56-4236-BF8B-47E3D4D3E3E9}" type="slidenum">
              <a:rPr lang="en-US" smtClean="0"/>
              <a:t>2</a:t>
            </a:fld>
            <a:endParaRPr lang="en-US"/>
          </a:p>
        </p:txBody>
      </p:sp>
    </p:spTree>
    <p:extLst>
      <p:ext uri="{BB962C8B-B14F-4D97-AF65-F5344CB8AC3E}">
        <p14:creationId xmlns:p14="http://schemas.microsoft.com/office/powerpoint/2010/main" val="3071718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B3EA6-56D2-6531-68B2-11D463B1BA82}"/>
              </a:ext>
            </a:extLst>
          </p:cNvPr>
          <p:cNvSpPr>
            <a:spLocks noGrp="1"/>
          </p:cNvSpPr>
          <p:nvPr>
            <p:ph type="title"/>
          </p:nvPr>
        </p:nvSpPr>
        <p:spPr>
          <a:xfrm>
            <a:off x="838200" y="0"/>
            <a:ext cx="10515600" cy="752168"/>
          </a:xfrm>
        </p:spPr>
        <p:txBody>
          <a:bodyPr>
            <a:normAutofit/>
          </a:bodyPr>
          <a:lstStyle/>
          <a:p>
            <a:r>
              <a:rPr lang="en-US" sz="4800" b="1" i="0" cap="all" dirty="0">
                <a:effectLst/>
                <a:latin typeface="+mn-lt"/>
              </a:rPr>
              <a:t>Prerequisites</a:t>
            </a:r>
            <a:endParaRPr lang="en-US" sz="4800" b="1" cap="all" dirty="0">
              <a:latin typeface="+mn-lt"/>
            </a:endParaRPr>
          </a:p>
        </p:txBody>
      </p:sp>
      <p:sp>
        <p:nvSpPr>
          <p:cNvPr id="3" name="Content Placeholder 2">
            <a:extLst>
              <a:ext uri="{FF2B5EF4-FFF2-40B4-BE49-F238E27FC236}">
                <a16:creationId xmlns:a16="http://schemas.microsoft.com/office/drawing/2014/main" id="{EC50DEBF-24FE-A9BE-09CB-3F0E47B3DD2F}"/>
              </a:ext>
            </a:extLst>
          </p:cNvPr>
          <p:cNvSpPr>
            <a:spLocks noGrp="1"/>
          </p:cNvSpPr>
          <p:nvPr>
            <p:ph idx="1"/>
          </p:nvPr>
        </p:nvSpPr>
        <p:spPr>
          <a:xfrm>
            <a:off x="838200" y="752169"/>
            <a:ext cx="10515600" cy="5969306"/>
          </a:xfrm>
        </p:spPr>
        <p:txBody>
          <a:bodyPr>
            <a:normAutofit/>
          </a:bodyPr>
          <a:lstStyle/>
          <a:p>
            <a:r>
              <a:rPr lang="en-US" dirty="0"/>
              <a:t>Students should have some prior python programming experience and some knowledge of Data Structures and Linear Algebra.</a:t>
            </a:r>
          </a:p>
          <a:p>
            <a:pPr marL="0" indent="0">
              <a:buNone/>
            </a:pPr>
            <a:endParaRPr lang="en-US" dirty="0"/>
          </a:p>
          <a:p>
            <a:r>
              <a:rPr lang="en-US" dirty="0"/>
              <a:t>I WANT YOU ALL TO KNOW THE Basics of the FOLLOWING Python: </a:t>
            </a:r>
          </a:p>
          <a:p>
            <a:pPr lvl="1"/>
            <a:r>
              <a:rPr lang="en-US" dirty="0" err="1"/>
              <a:t>Numpy</a:t>
            </a:r>
            <a:endParaRPr lang="en-US" dirty="0"/>
          </a:p>
          <a:p>
            <a:pPr lvl="1"/>
            <a:r>
              <a:rPr lang="en-US" dirty="0" err="1"/>
              <a:t>Scipy</a:t>
            </a:r>
            <a:endParaRPr lang="en-US" dirty="0"/>
          </a:p>
          <a:p>
            <a:pPr lvl="1"/>
            <a:r>
              <a:rPr lang="en-US" dirty="0"/>
              <a:t>Arrays</a:t>
            </a:r>
          </a:p>
          <a:p>
            <a:pPr lvl="1"/>
            <a:r>
              <a:rPr lang="en-US" dirty="0"/>
              <a:t>Lists</a:t>
            </a:r>
          </a:p>
          <a:p>
            <a:pPr lvl="1"/>
            <a:r>
              <a:rPr lang="en-US" dirty="0"/>
              <a:t>Matrices</a:t>
            </a:r>
          </a:p>
          <a:p>
            <a:pPr lvl="1"/>
            <a:r>
              <a:rPr lang="en-US" dirty="0"/>
              <a:t>Basic Operation like And, Or</a:t>
            </a:r>
          </a:p>
          <a:p>
            <a:pPr lvl="1"/>
            <a:r>
              <a:rPr lang="en-US" dirty="0"/>
              <a:t>Loops and Conditions</a:t>
            </a:r>
          </a:p>
          <a:p>
            <a:pPr lvl="1"/>
            <a:r>
              <a:rPr lang="en-US" dirty="0"/>
              <a:t>Classes, functions</a:t>
            </a:r>
          </a:p>
          <a:p>
            <a:pPr lvl="1"/>
            <a:r>
              <a:rPr lang="en-US" dirty="0"/>
              <a:t>Matplotlib</a:t>
            </a:r>
          </a:p>
          <a:p>
            <a:pPr marL="457200" lvl="1" indent="0">
              <a:buNone/>
            </a:pPr>
            <a:endParaRPr lang="en-US" dirty="0">
              <a:solidFill>
                <a:schemeClr val="accent1">
                  <a:lumMod val="50000"/>
                </a:schemeClr>
              </a:solidFill>
            </a:endParaRPr>
          </a:p>
          <a:p>
            <a:endParaRPr lang="en-US" dirty="0">
              <a:solidFill>
                <a:schemeClr val="accent1">
                  <a:lumMod val="50000"/>
                </a:schemeClr>
              </a:solidFill>
            </a:endParaRPr>
          </a:p>
        </p:txBody>
      </p:sp>
      <p:sp>
        <p:nvSpPr>
          <p:cNvPr id="4" name="Slide Number Placeholder 3">
            <a:extLst>
              <a:ext uri="{FF2B5EF4-FFF2-40B4-BE49-F238E27FC236}">
                <a16:creationId xmlns:a16="http://schemas.microsoft.com/office/drawing/2014/main" id="{564C2447-F8EA-D5B7-1341-F0FB2A11234A}"/>
              </a:ext>
            </a:extLst>
          </p:cNvPr>
          <p:cNvSpPr>
            <a:spLocks noGrp="1"/>
          </p:cNvSpPr>
          <p:nvPr>
            <p:ph type="sldNum" sz="quarter" idx="12"/>
          </p:nvPr>
        </p:nvSpPr>
        <p:spPr/>
        <p:txBody>
          <a:bodyPr/>
          <a:lstStyle/>
          <a:p>
            <a:fld id="{3ADFF249-4F56-4236-BF8B-47E3D4D3E3E9}" type="slidenum">
              <a:rPr lang="en-US" smtClean="0"/>
              <a:t>3</a:t>
            </a:fld>
            <a:endParaRPr lang="en-US"/>
          </a:p>
        </p:txBody>
      </p:sp>
    </p:spTree>
    <p:extLst>
      <p:ext uri="{BB962C8B-B14F-4D97-AF65-F5344CB8AC3E}">
        <p14:creationId xmlns:p14="http://schemas.microsoft.com/office/powerpoint/2010/main" val="3892103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DF314-1844-1106-0527-2935AFC13CCA}"/>
              </a:ext>
            </a:extLst>
          </p:cNvPr>
          <p:cNvSpPr>
            <a:spLocks noGrp="1"/>
          </p:cNvSpPr>
          <p:nvPr>
            <p:ph type="title"/>
          </p:nvPr>
        </p:nvSpPr>
        <p:spPr>
          <a:xfrm>
            <a:off x="265471" y="247141"/>
            <a:ext cx="11088329" cy="1325563"/>
          </a:xfrm>
        </p:spPr>
        <p:txBody>
          <a:bodyPr>
            <a:normAutofit/>
          </a:bodyPr>
          <a:lstStyle/>
          <a:p>
            <a:r>
              <a:rPr lang="en-US" sz="4800" b="1" i="0" cap="all" dirty="0">
                <a:effectLst/>
                <a:latin typeface="+mn-lt"/>
              </a:rPr>
              <a:t>Course Format</a:t>
            </a:r>
            <a:endParaRPr lang="en-US" sz="4800" b="1" cap="all" dirty="0">
              <a:latin typeface="+mn-lt"/>
            </a:endParaRPr>
          </a:p>
        </p:txBody>
      </p:sp>
      <p:sp>
        <p:nvSpPr>
          <p:cNvPr id="3" name="Content Placeholder 2">
            <a:extLst>
              <a:ext uri="{FF2B5EF4-FFF2-40B4-BE49-F238E27FC236}">
                <a16:creationId xmlns:a16="http://schemas.microsoft.com/office/drawing/2014/main" id="{982F81C0-2412-BD4C-C280-D1F70E8B9A4B}"/>
              </a:ext>
            </a:extLst>
          </p:cNvPr>
          <p:cNvSpPr>
            <a:spLocks noGrp="1"/>
          </p:cNvSpPr>
          <p:nvPr>
            <p:ph idx="1"/>
          </p:nvPr>
        </p:nvSpPr>
        <p:spPr>
          <a:xfrm>
            <a:off x="265471" y="1825625"/>
            <a:ext cx="11088329" cy="4351338"/>
          </a:xfrm>
        </p:spPr>
        <p:txBody>
          <a:bodyPr/>
          <a:lstStyle/>
          <a:p>
            <a:r>
              <a:rPr lang="en-US" dirty="0"/>
              <a:t>Lecture </a:t>
            </a:r>
          </a:p>
          <a:p>
            <a:endParaRPr lang="en-US" dirty="0"/>
          </a:p>
          <a:p>
            <a:r>
              <a:rPr lang="en-US" dirty="0"/>
              <a:t>Programming concepts will be taught in class using Python (mostly)</a:t>
            </a:r>
          </a:p>
          <a:p>
            <a:endParaRPr lang="en-US" dirty="0"/>
          </a:p>
          <a:p>
            <a:r>
              <a:rPr lang="en-US" dirty="0"/>
              <a:t>Assignments and Project will be solved through Python</a:t>
            </a:r>
          </a:p>
          <a:p>
            <a:endParaRPr lang="en-US" dirty="0"/>
          </a:p>
          <a:p>
            <a:r>
              <a:rPr lang="en-US" dirty="0"/>
              <a:t>No lab </a:t>
            </a:r>
          </a:p>
        </p:txBody>
      </p:sp>
      <p:sp>
        <p:nvSpPr>
          <p:cNvPr id="4" name="Slide Number Placeholder 3">
            <a:extLst>
              <a:ext uri="{FF2B5EF4-FFF2-40B4-BE49-F238E27FC236}">
                <a16:creationId xmlns:a16="http://schemas.microsoft.com/office/drawing/2014/main" id="{8D851E2B-B63E-ECF2-5275-A0008BBED103}"/>
              </a:ext>
            </a:extLst>
          </p:cNvPr>
          <p:cNvSpPr>
            <a:spLocks noGrp="1"/>
          </p:cNvSpPr>
          <p:nvPr>
            <p:ph type="sldNum" sz="quarter" idx="12"/>
          </p:nvPr>
        </p:nvSpPr>
        <p:spPr/>
        <p:txBody>
          <a:bodyPr/>
          <a:lstStyle/>
          <a:p>
            <a:fld id="{3ADFF249-4F56-4236-BF8B-47E3D4D3E3E9}" type="slidenum">
              <a:rPr lang="en-US" smtClean="0"/>
              <a:t>4</a:t>
            </a:fld>
            <a:endParaRPr lang="en-US"/>
          </a:p>
        </p:txBody>
      </p:sp>
    </p:spTree>
    <p:extLst>
      <p:ext uri="{BB962C8B-B14F-4D97-AF65-F5344CB8AC3E}">
        <p14:creationId xmlns:p14="http://schemas.microsoft.com/office/powerpoint/2010/main" val="3862730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B62E3-572E-256D-BC73-F0BAD77FCE52}"/>
              </a:ext>
            </a:extLst>
          </p:cNvPr>
          <p:cNvSpPr>
            <a:spLocks noGrp="1"/>
          </p:cNvSpPr>
          <p:nvPr>
            <p:ph type="title"/>
          </p:nvPr>
        </p:nvSpPr>
        <p:spPr>
          <a:xfrm>
            <a:off x="398205" y="11173"/>
            <a:ext cx="10675378" cy="1325563"/>
          </a:xfrm>
        </p:spPr>
        <p:txBody>
          <a:bodyPr>
            <a:normAutofit/>
          </a:bodyPr>
          <a:lstStyle/>
          <a:p>
            <a:r>
              <a:rPr lang="en-US" sz="4800" b="1" i="0" cap="all" dirty="0">
                <a:effectLst/>
                <a:latin typeface="+mn-lt"/>
              </a:rPr>
              <a:t>Learning Materials</a:t>
            </a:r>
            <a:endParaRPr lang="en-US" sz="4800" b="1" cap="all" dirty="0">
              <a:latin typeface="+mn-lt"/>
            </a:endParaRPr>
          </a:p>
        </p:txBody>
      </p:sp>
      <p:sp>
        <p:nvSpPr>
          <p:cNvPr id="3" name="Content Placeholder 2">
            <a:extLst>
              <a:ext uri="{FF2B5EF4-FFF2-40B4-BE49-F238E27FC236}">
                <a16:creationId xmlns:a16="http://schemas.microsoft.com/office/drawing/2014/main" id="{7BB6E299-D1F0-F133-4199-D553A3EEA3B8}"/>
              </a:ext>
            </a:extLst>
          </p:cNvPr>
          <p:cNvSpPr>
            <a:spLocks noGrp="1"/>
          </p:cNvSpPr>
          <p:nvPr>
            <p:ph idx="1"/>
          </p:nvPr>
        </p:nvSpPr>
        <p:spPr>
          <a:xfrm>
            <a:off x="398205" y="1165124"/>
            <a:ext cx="11459497" cy="5279922"/>
          </a:xfrm>
        </p:spPr>
        <p:txBody>
          <a:bodyPr>
            <a:normAutofit/>
          </a:bodyPr>
          <a:lstStyle/>
          <a:p>
            <a:pPr marL="0" indent="0">
              <a:buNone/>
            </a:pPr>
            <a:r>
              <a:rPr lang="en-US" i="0" dirty="0">
                <a:effectLst/>
              </a:rPr>
              <a:t>Books :  </a:t>
            </a:r>
            <a:endParaRPr lang="en-US" dirty="0"/>
          </a:p>
          <a:p>
            <a:pPr marL="514350" indent="-514350">
              <a:buAutoNum type="arabicPeriod"/>
            </a:pPr>
            <a:r>
              <a:rPr lang="en-US" b="1" dirty="0"/>
              <a:t>Artificial Intelligence: A Modern Approach, 4th edition Published by Pearson Stuart Russell &amp; Peter Norvig, ISBN-13: 9780134610993 under Instructional Materials Access. [AIMA Python for code]. </a:t>
            </a:r>
          </a:p>
          <a:p>
            <a:pPr marL="514350" indent="-514350">
              <a:buAutoNum type="arabicPeriod"/>
            </a:pPr>
            <a:r>
              <a:rPr lang="en-US" dirty="0"/>
              <a:t>Whatever done in class</a:t>
            </a:r>
          </a:p>
          <a:p>
            <a:pPr marL="514350" indent="-514350">
              <a:buAutoNum type="arabicPeriod"/>
            </a:pPr>
            <a:r>
              <a:rPr lang="en-US" dirty="0"/>
              <a:t>OTHER MATERIALS : UC Berkley + Stranford : GitHub Materials</a:t>
            </a:r>
          </a:p>
          <a:p>
            <a:pPr marL="514350" indent="-514350">
              <a:buAutoNum type="arabicPeriod"/>
            </a:pPr>
            <a:endParaRPr lang="en-US" dirty="0">
              <a:solidFill>
                <a:schemeClr val="accent1">
                  <a:lumMod val="50000"/>
                </a:schemeClr>
              </a:solidFill>
            </a:endParaRPr>
          </a:p>
          <a:p>
            <a:pPr marL="0" indent="0">
              <a:buNone/>
            </a:pPr>
            <a:endParaRPr lang="en-US" dirty="0">
              <a:solidFill>
                <a:schemeClr val="accent1">
                  <a:lumMod val="50000"/>
                </a:schemeClr>
              </a:solidFill>
            </a:endParaRPr>
          </a:p>
        </p:txBody>
      </p:sp>
      <p:sp>
        <p:nvSpPr>
          <p:cNvPr id="4" name="Slide Number Placeholder 3">
            <a:extLst>
              <a:ext uri="{FF2B5EF4-FFF2-40B4-BE49-F238E27FC236}">
                <a16:creationId xmlns:a16="http://schemas.microsoft.com/office/drawing/2014/main" id="{40B0A7BC-4326-EBB7-A694-42CD3ADCA3E9}"/>
              </a:ext>
            </a:extLst>
          </p:cNvPr>
          <p:cNvSpPr>
            <a:spLocks noGrp="1"/>
          </p:cNvSpPr>
          <p:nvPr>
            <p:ph type="sldNum" sz="quarter" idx="12"/>
          </p:nvPr>
        </p:nvSpPr>
        <p:spPr/>
        <p:txBody>
          <a:bodyPr/>
          <a:lstStyle/>
          <a:p>
            <a:fld id="{3ADFF249-4F56-4236-BF8B-47E3D4D3E3E9}" type="slidenum">
              <a:rPr lang="en-US" smtClean="0"/>
              <a:t>5</a:t>
            </a:fld>
            <a:endParaRPr lang="en-US"/>
          </a:p>
        </p:txBody>
      </p:sp>
    </p:spTree>
    <p:extLst>
      <p:ext uri="{BB962C8B-B14F-4D97-AF65-F5344CB8AC3E}">
        <p14:creationId xmlns:p14="http://schemas.microsoft.com/office/powerpoint/2010/main" val="1420696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42878-1951-6678-2193-D80946A42D0B}"/>
              </a:ext>
            </a:extLst>
          </p:cNvPr>
          <p:cNvSpPr>
            <a:spLocks noGrp="1"/>
          </p:cNvSpPr>
          <p:nvPr>
            <p:ph type="title"/>
          </p:nvPr>
        </p:nvSpPr>
        <p:spPr>
          <a:xfrm>
            <a:off x="423644" y="365125"/>
            <a:ext cx="10930156" cy="985503"/>
          </a:xfrm>
        </p:spPr>
        <p:txBody>
          <a:bodyPr>
            <a:normAutofit/>
          </a:bodyPr>
          <a:lstStyle/>
          <a:p>
            <a:r>
              <a:rPr lang="en-US" sz="4800" b="1" i="0" cap="all" dirty="0">
                <a:effectLst/>
                <a:latin typeface="+mn-lt"/>
              </a:rPr>
              <a:t>Course Description</a:t>
            </a:r>
            <a:endParaRPr lang="en-US" sz="4800" b="1" cap="all" dirty="0">
              <a:latin typeface="+mn-lt"/>
            </a:endParaRPr>
          </a:p>
        </p:txBody>
      </p:sp>
      <p:sp>
        <p:nvSpPr>
          <p:cNvPr id="3" name="Content Placeholder 2">
            <a:extLst>
              <a:ext uri="{FF2B5EF4-FFF2-40B4-BE49-F238E27FC236}">
                <a16:creationId xmlns:a16="http://schemas.microsoft.com/office/drawing/2014/main" id="{9B3C0763-9EB7-15FD-43F8-FD93E8FD75B6}"/>
              </a:ext>
            </a:extLst>
          </p:cNvPr>
          <p:cNvSpPr>
            <a:spLocks noGrp="1"/>
          </p:cNvSpPr>
          <p:nvPr>
            <p:ph idx="1"/>
          </p:nvPr>
        </p:nvSpPr>
        <p:spPr>
          <a:xfrm>
            <a:off x="360727" y="1413545"/>
            <a:ext cx="10993073" cy="4763418"/>
          </a:xfrm>
        </p:spPr>
        <p:txBody>
          <a:bodyPr>
            <a:normAutofit fontScale="92500" lnSpcReduction="10000"/>
          </a:bodyPr>
          <a:lstStyle/>
          <a:p>
            <a:pPr marL="0" indent="0">
              <a:buNone/>
            </a:pPr>
            <a:r>
              <a:rPr lang="en-US" b="0" i="0" dirty="0">
                <a:effectLst/>
              </a:rPr>
              <a:t>This course introduces intelligent agent autonomous systems that perceive their environment, reason about goals, and take actions to maximize performance. Students will study decision-making under uncertainty, learning agents, and multi-agent interaction. The course covers foundational concepts and emphasizes hands-on implementation of agents in simulated and real-world environments.</a:t>
            </a:r>
          </a:p>
          <a:p>
            <a:pPr marL="0" indent="0">
              <a:buNone/>
            </a:pPr>
            <a:endParaRPr lang="en-US" b="0" i="0" dirty="0">
              <a:effectLst/>
            </a:endParaRPr>
          </a:p>
          <a:p>
            <a:pPr marL="0" indent="0">
              <a:buNone/>
            </a:pPr>
            <a:r>
              <a:rPr lang="en-US" b="0" i="0" dirty="0">
                <a:effectLst/>
              </a:rPr>
              <a:t>Topics include rational agents, search and planning, Markov Decision Processes, and reinforcement learning. The course also covers partially observable environments, agent communication and coordination, adversarial and cooperative multi-agent systems, and ethical considerations in agent design. Students will design, implement, and evaluate single and multiagent agents through programming assignments and a project using modern AI frameworks.</a:t>
            </a:r>
          </a:p>
          <a:p>
            <a:pPr marL="0" indent="0">
              <a:buNone/>
            </a:pPr>
            <a:endParaRPr lang="en-US" b="0" i="0" dirty="0">
              <a:solidFill>
                <a:schemeClr val="accent1">
                  <a:lumMod val="50000"/>
                </a:schemeClr>
              </a:solidFill>
              <a:effectLst/>
            </a:endParaRPr>
          </a:p>
        </p:txBody>
      </p:sp>
      <p:sp>
        <p:nvSpPr>
          <p:cNvPr id="4" name="Slide Number Placeholder 3">
            <a:extLst>
              <a:ext uri="{FF2B5EF4-FFF2-40B4-BE49-F238E27FC236}">
                <a16:creationId xmlns:a16="http://schemas.microsoft.com/office/drawing/2014/main" id="{FCAF03CF-2E94-A566-D102-115BC42DC38A}"/>
              </a:ext>
            </a:extLst>
          </p:cNvPr>
          <p:cNvSpPr>
            <a:spLocks noGrp="1"/>
          </p:cNvSpPr>
          <p:nvPr>
            <p:ph type="sldNum" sz="quarter" idx="12"/>
          </p:nvPr>
        </p:nvSpPr>
        <p:spPr/>
        <p:txBody>
          <a:bodyPr/>
          <a:lstStyle/>
          <a:p>
            <a:fld id="{3ADFF249-4F56-4236-BF8B-47E3D4D3E3E9}" type="slidenum">
              <a:rPr lang="en-US" smtClean="0"/>
              <a:t>6</a:t>
            </a:fld>
            <a:endParaRPr lang="en-US"/>
          </a:p>
        </p:txBody>
      </p:sp>
    </p:spTree>
    <p:extLst>
      <p:ext uri="{BB962C8B-B14F-4D97-AF65-F5344CB8AC3E}">
        <p14:creationId xmlns:p14="http://schemas.microsoft.com/office/powerpoint/2010/main" val="761699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01217-44CD-C8A3-B992-14D16D31FEF8}"/>
              </a:ext>
            </a:extLst>
          </p:cNvPr>
          <p:cNvSpPr>
            <a:spLocks noGrp="1"/>
          </p:cNvSpPr>
          <p:nvPr>
            <p:ph type="title"/>
          </p:nvPr>
        </p:nvSpPr>
        <p:spPr/>
        <p:txBody>
          <a:bodyPr/>
          <a:lstStyle/>
          <a:p>
            <a:r>
              <a:rPr lang="en-US" b="1" dirty="0">
                <a:latin typeface="+mn-lt"/>
              </a:rPr>
              <a:t>CAREER OPTIONS AI AGENTS</a:t>
            </a:r>
          </a:p>
        </p:txBody>
      </p:sp>
      <p:sp>
        <p:nvSpPr>
          <p:cNvPr id="3" name="Content Placeholder 2">
            <a:extLst>
              <a:ext uri="{FF2B5EF4-FFF2-40B4-BE49-F238E27FC236}">
                <a16:creationId xmlns:a16="http://schemas.microsoft.com/office/drawing/2014/main" id="{DF999C4F-E0B1-7518-0D3E-7354F07DEBAD}"/>
              </a:ext>
            </a:extLst>
          </p:cNvPr>
          <p:cNvSpPr>
            <a:spLocks noGrp="1"/>
          </p:cNvSpPr>
          <p:nvPr>
            <p:ph idx="1"/>
          </p:nvPr>
        </p:nvSpPr>
        <p:spPr>
          <a:xfrm>
            <a:off x="838200" y="1560352"/>
            <a:ext cx="10515600" cy="4616611"/>
          </a:xfrm>
        </p:spPr>
        <p:txBody>
          <a:bodyPr/>
          <a:lstStyle/>
          <a:p>
            <a:endParaRPr lang="en-US" dirty="0">
              <a:solidFill>
                <a:schemeClr val="accent1">
                  <a:lumMod val="50000"/>
                </a:schemeClr>
              </a:solidFill>
            </a:endParaRPr>
          </a:p>
          <a:p>
            <a:r>
              <a:rPr lang="en-US" dirty="0"/>
              <a:t>DATA SCIENCE</a:t>
            </a:r>
          </a:p>
          <a:p>
            <a:r>
              <a:rPr lang="en-US" dirty="0"/>
              <a:t>ROBOTICS </a:t>
            </a:r>
          </a:p>
          <a:p>
            <a:r>
              <a:rPr lang="en-US" dirty="0"/>
              <a:t>AI ETHICS </a:t>
            </a:r>
          </a:p>
          <a:p>
            <a:r>
              <a:rPr lang="en-US" dirty="0"/>
              <a:t>UX </a:t>
            </a:r>
          </a:p>
          <a:p>
            <a:r>
              <a:rPr lang="en-US" dirty="0"/>
              <a:t>HCI,HRI WITH AI </a:t>
            </a:r>
          </a:p>
          <a:p>
            <a:r>
              <a:rPr lang="en-US" dirty="0"/>
              <a:t>AI ENGINEER …..</a:t>
            </a:r>
          </a:p>
          <a:p>
            <a:endParaRPr lang="en-US" dirty="0"/>
          </a:p>
        </p:txBody>
      </p:sp>
      <p:sp>
        <p:nvSpPr>
          <p:cNvPr id="4" name="Slide Number Placeholder 3">
            <a:extLst>
              <a:ext uri="{FF2B5EF4-FFF2-40B4-BE49-F238E27FC236}">
                <a16:creationId xmlns:a16="http://schemas.microsoft.com/office/drawing/2014/main" id="{01D409FD-AEF9-BA0B-58CE-8B06E8648961}"/>
              </a:ext>
            </a:extLst>
          </p:cNvPr>
          <p:cNvSpPr>
            <a:spLocks noGrp="1"/>
          </p:cNvSpPr>
          <p:nvPr>
            <p:ph type="sldNum" sz="quarter" idx="12"/>
          </p:nvPr>
        </p:nvSpPr>
        <p:spPr/>
        <p:txBody>
          <a:bodyPr/>
          <a:lstStyle/>
          <a:p>
            <a:fld id="{3ADFF249-4F56-4236-BF8B-47E3D4D3E3E9}" type="slidenum">
              <a:rPr lang="en-US" smtClean="0"/>
              <a:t>7</a:t>
            </a:fld>
            <a:endParaRPr lang="en-US"/>
          </a:p>
        </p:txBody>
      </p:sp>
    </p:spTree>
    <p:extLst>
      <p:ext uri="{BB962C8B-B14F-4D97-AF65-F5344CB8AC3E}">
        <p14:creationId xmlns:p14="http://schemas.microsoft.com/office/powerpoint/2010/main" val="3492648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5A746-8CC2-FA4D-6894-3C2D45A6FF46}"/>
              </a:ext>
            </a:extLst>
          </p:cNvPr>
          <p:cNvSpPr>
            <a:spLocks noGrp="1"/>
          </p:cNvSpPr>
          <p:nvPr>
            <p:ph type="title"/>
          </p:nvPr>
        </p:nvSpPr>
        <p:spPr/>
        <p:txBody>
          <a:bodyPr>
            <a:noAutofit/>
          </a:bodyPr>
          <a:lstStyle/>
          <a:p>
            <a:r>
              <a:rPr lang="en-US" sz="4800" b="1" cap="all" dirty="0">
                <a:latin typeface="+mn-lt"/>
              </a:rPr>
              <a:t>Assignments and Grades</a:t>
            </a:r>
          </a:p>
        </p:txBody>
      </p:sp>
      <p:sp>
        <p:nvSpPr>
          <p:cNvPr id="3" name="Content Placeholder 2">
            <a:extLst>
              <a:ext uri="{FF2B5EF4-FFF2-40B4-BE49-F238E27FC236}">
                <a16:creationId xmlns:a16="http://schemas.microsoft.com/office/drawing/2014/main" id="{76041F9E-3258-7E16-12D6-60CAFE8545EE}"/>
              </a:ext>
            </a:extLst>
          </p:cNvPr>
          <p:cNvSpPr>
            <a:spLocks noGrp="1"/>
          </p:cNvSpPr>
          <p:nvPr>
            <p:ph idx="1"/>
          </p:nvPr>
        </p:nvSpPr>
        <p:spPr>
          <a:xfrm>
            <a:off x="750815" y="1455490"/>
            <a:ext cx="11121637" cy="5037385"/>
          </a:xfrm>
        </p:spPr>
        <p:txBody>
          <a:bodyPr>
            <a:normAutofit fontScale="25000" lnSpcReduction="20000"/>
          </a:bodyPr>
          <a:lstStyle/>
          <a:p>
            <a:pPr marL="0" indent="0">
              <a:buNone/>
            </a:pPr>
            <a:endParaRPr lang="en-US" sz="3600" dirty="0"/>
          </a:p>
          <a:p>
            <a:pPr marL="0" indent="0">
              <a:buNone/>
            </a:pPr>
            <a:r>
              <a:rPr lang="en-US" sz="3600" b="0" i="0" dirty="0">
                <a:effectLst/>
              </a:rPr>
              <a:t>Your grade will be determined based on the following:</a:t>
            </a:r>
          </a:p>
          <a:p>
            <a:pPr marL="0" indent="0">
              <a:buNone/>
            </a:pPr>
            <a:endParaRPr lang="en-US" sz="3600" b="0" i="0" dirty="0">
              <a:effectLst/>
            </a:endParaRPr>
          </a:p>
          <a:p>
            <a:pPr marL="0" indent="0">
              <a:buNone/>
            </a:pPr>
            <a:r>
              <a:rPr lang="en-US" sz="3600" b="0" i="0" dirty="0">
                <a:effectLst/>
              </a:rPr>
              <a:t>•Participation and Engagement: Students are expected to attend all class meetings. </a:t>
            </a:r>
          </a:p>
          <a:p>
            <a:pPr marL="0" indent="0">
              <a:buNone/>
            </a:pPr>
            <a:r>
              <a:rPr lang="en-US" sz="3600" b="0" i="0" dirty="0">
                <a:effectLst/>
              </a:rPr>
              <a:t>•Quizzes (25% of Total Grade): Short assessments based on readings and class discussions, designed to reinforce key concepts.</a:t>
            </a:r>
          </a:p>
          <a:p>
            <a:pPr marL="0" indent="0">
              <a:buNone/>
            </a:pPr>
            <a:r>
              <a:rPr lang="en-US" sz="3600" b="0" i="0" dirty="0">
                <a:effectLst/>
              </a:rPr>
              <a:t>•Assignments (50% of Total Grade): Includes programming assignments. Assignments will be due on Sunday 11:59pm. Late assignments will be accepted with 10% penalty per day late on the assignment. </a:t>
            </a:r>
          </a:p>
          <a:p>
            <a:pPr marL="0" indent="0">
              <a:buNone/>
            </a:pPr>
            <a:r>
              <a:rPr lang="en-US" sz="3600" b="0" i="0" dirty="0">
                <a:effectLst/>
              </a:rPr>
              <a:t>•Final Project (25% of the Total Grade): A group project covering course content. </a:t>
            </a:r>
          </a:p>
          <a:p>
            <a:pPr marL="0" indent="0">
              <a:buNone/>
            </a:pPr>
            <a:endParaRPr lang="en-US" sz="3600" b="0" i="0" dirty="0">
              <a:effectLst/>
            </a:endParaRPr>
          </a:p>
          <a:p>
            <a:pPr marL="0" indent="0">
              <a:buNone/>
            </a:pPr>
            <a:r>
              <a:rPr lang="en-US" sz="3600" b="0" i="0" dirty="0">
                <a:effectLst/>
              </a:rPr>
              <a:t>Your grade will be calculated based on the following scale:</a:t>
            </a:r>
          </a:p>
          <a:p>
            <a:pPr marL="0" indent="0">
              <a:buNone/>
            </a:pPr>
            <a:r>
              <a:rPr lang="en-US" sz="3600" b="0" i="0" dirty="0">
                <a:effectLst/>
              </a:rPr>
              <a:t>Total Points Earned	Letter Grade</a:t>
            </a:r>
          </a:p>
          <a:p>
            <a:pPr marL="0" indent="0">
              <a:buNone/>
            </a:pPr>
            <a:r>
              <a:rPr lang="en-US" sz="3600" b="0" i="0" dirty="0">
                <a:effectLst/>
              </a:rPr>
              <a:t>93–100%	A</a:t>
            </a:r>
          </a:p>
          <a:p>
            <a:pPr marL="0" indent="0">
              <a:buNone/>
            </a:pPr>
            <a:r>
              <a:rPr lang="en-US" sz="3600" b="0" i="0" dirty="0">
                <a:effectLst/>
              </a:rPr>
              <a:t>90–92.9%	A–</a:t>
            </a:r>
          </a:p>
          <a:p>
            <a:pPr marL="0" indent="0">
              <a:buNone/>
            </a:pPr>
            <a:r>
              <a:rPr lang="en-US" sz="3600" b="0" i="0" dirty="0">
                <a:effectLst/>
              </a:rPr>
              <a:t>87–89.9%	B+</a:t>
            </a:r>
          </a:p>
          <a:p>
            <a:pPr marL="0" indent="0">
              <a:buNone/>
            </a:pPr>
            <a:r>
              <a:rPr lang="en-US" sz="3600" b="0" i="0" dirty="0">
                <a:effectLst/>
              </a:rPr>
              <a:t>83–86.9%	B</a:t>
            </a:r>
          </a:p>
          <a:p>
            <a:pPr marL="0" indent="0">
              <a:buNone/>
            </a:pPr>
            <a:r>
              <a:rPr lang="en-US" sz="3600" b="0" i="0" dirty="0">
                <a:effectLst/>
              </a:rPr>
              <a:t>80–82.9%	B–</a:t>
            </a:r>
          </a:p>
          <a:p>
            <a:pPr marL="0" indent="0">
              <a:buNone/>
            </a:pPr>
            <a:r>
              <a:rPr lang="en-US" sz="3600" b="0" i="0" dirty="0">
                <a:effectLst/>
              </a:rPr>
              <a:t>77–79.9%	C+</a:t>
            </a:r>
          </a:p>
          <a:p>
            <a:pPr marL="0" indent="0">
              <a:buNone/>
            </a:pPr>
            <a:r>
              <a:rPr lang="en-US" sz="3600" b="0" i="0" dirty="0">
                <a:effectLst/>
              </a:rPr>
              <a:t>73–76.9%	C</a:t>
            </a:r>
          </a:p>
          <a:p>
            <a:pPr marL="0" indent="0">
              <a:buNone/>
            </a:pPr>
            <a:r>
              <a:rPr lang="en-US" sz="3600" b="0" i="0" dirty="0">
                <a:effectLst/>
              </a:rPr>
              <a:t>70–72.9%	C–</a:t>
            </a:r>
          </a:p>
          <a:p>
            <a:pPr marL="0" indent="0">
              <a:buNone/>
            </a:pPr>
            <a:r>
              <a:rPr lang="en-US" sz="3600" b="0" i="0" dirty="0">
                <a:effectLst/>
              </a:rPr>
              <a:t>67–69.9%	D+</a:t>
            </a:r>
          </a:p>
          <a:p>
            <a:pPr marL="0" indent="0">
              <a:buNone/>
            </a:pPr>
            <a:r>
              <a:rPr lang="en-US" sz="3600" b="0" i="0" dirty="0">
                <a:effectLst/>
              </a:rPr>
              <a:t>63–66.9%	D</a:t>
            </a:r>
          </a:p>
          <a:p>
            <a:pPr marL="0" indent="0">
              <a:buNone/>
            </a:pPr>
            <a:r>
              <a:rPr lang="en-US" sz="3600" b="0" i="0" dirty="0">
                <a:effectLst/>
              </a:rPr>
              <a:t>60–62.9%	D–</a:t>
            </a:r>
          </a:p>
          <a:p>
            <a:pPr marL="0" indent="0">
              <a:buNone/>
            </a:pPr>
            <a:r>
              <a:rPr lang="en-US" sz="3600" b="0" i="0" dirty="0">
                <a:effectLst/>
              </a:rPr>
              <a:t>Below 60.0	F</a:t>
            </a:r>
          </a:p>
          <a:p>
            <a:endParaRPr lang="en-US" b="0" i="0" dirty="0">
              <a:solidFill>
                <a:schemeClr val="accent1">
                  <a:lumMod val="50000"/>
                </a:schemeClr>
              </a:solidFill>
              <a:effectLst/>
            </a:endParaRPr>
          </a:p>
          <a:p>
            <a:endParaRPr lang="en-US" b="0" i="0" dirty="0">
              <a:solidFill>
                <a:schemeClr val="accent1">
                  <a:lumMod val="50000"/>
                </a:schemeClr>
              </a:solidFill>
              <a:effectLst/>
            </a:endParaRPr>
          </a:p>
        </p:txBody>
      </p:sp>
      <p:sp>
        <p:nvSpPr>
          <p:cNvPr id="4" name="Slide Number Placeholder 3">
            <a:extLst>
              <a:ext uri="{FF2B5EF4-FFF2-40B4-BE49-F238E27FC236}">
                <a16:creationId xmlns:a16="http://schemas.microsoft.com/office/drawing/2014/main" id="{E52F20D3-4332-A912-86CC-C7C5AB616D1F}"/>
              </a:ext>
            </a:extLst>
          </p:cNvPr>
          <p:cNvSpPr>
            <a:spLocks noGrp="1"/>
          </p:cNvSpPr>
          <p:nvPr>
            <p:ph type="sldNum" sz="quarter" idx="12"/>
          </p:nvPr>
        </p:nvSpPr>
        <p:spPr/>
        <p:txBody>
          <a:bodyPr/>
          <a:lstStyle/>
          <a:p>
            <a:fld id="{3ADFF249-4F56-4236-BF8B-47E3D4D3E3E9}" type="slidenum">
              <a:rPr lang="en-US" smtClean="0"/>
              <a:t>8</a:t>
            </a:fld>
            <a:endParaRPr lang="en-US"/>
          </a:p>
        </p:txBody>
      </p:sp>
    </p:spTree>
    <p:extLst>
      <p:ext uri="{BB962C8B-B14F-4D97-AF65-F5344CB8AC3E}">
        <p14:creationId xmlns:p14="http://schemas.microsoft.com/office/powerpoint/2010/main" val="1330103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BA7CD-5991-E2BD-7D2C-A90CCCF3A5B9}"/>
              </a:ext>
            </a:extLst>
          </p:cNvPr>
          <p:cNvSpPr>
            <a:spLocks noGrp="1"/>
          </p:cNvSpPr>
          <p:nvPr>
            <p:ph type="title"/>
          </p:nvPr>
        </p:nvSpPr>
        <p:spPr/>
        <p:txBody>
          <a:bodyPr>
            <a:normAutofit/>
          </a:bodyPr>
          <a:lstStyle/>
          <a:p>
            <a:r>
              <a:rPr lang="en-US" sz="4800" b="1" cap="all" dirty="0">
                <a:solidFill>
                  <a:schemeClr val="accent1">
                    <a:lumMod val="50000"/>
                  </a:schemeClr>
                </a:solidFill>
                <a:effectLst/>
                <a:latin typeface="+mn-lt"/>
              </a:rPr>
              <a:t>Course Outcome</a:t>
            </a:r>
            <a:endParaRPr lang="en-US" sz="4800" b="1" cap="all"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id="{2E3EA500-D1AC-BE05-1C60-9BE75E4C21E9}"/>
              </a:ext>
            </a:extLst>
          </p:cNvPr>
          <p:cNvSpPr>
            <a:spLocks noGrp="1"/>
          </p:cNvSpPr>
          <p:nvPr>
            <p:ph idx="1"/>
          </p:nvPr>
        </p:nvSpPr>
        <p:spPr>
          <a:xfrm>
            <a:off x="838200" y="1578077"/>
            <a:ext cx="10811256" cy="4598886"/>
          </a:xfrm>
        </p:spPr>
        <p:txBody>
          <a:bodyPr>
            <a:normAutofit/>
          </a:bodyPr>
          <a:lstStyle/>
          <a:p>
            <a:pPr marL="0" indent="0">
              <a:buNone/>
            </a:pPr>
            <a:r>
              <a:rPr lang="en-US" dirty="0"/>
              <a:t>By the end of the course, students will be able to:</a:t>
            </a:r>
          </a:p>
          <a:p>
            <a:pPr marL="0" indent="0">
              <a:buNone/>
            </a:pPr>
            <a:r>
              <a:rPr lang="en-US" dirty="0"/>
              <a:t>•	Model environments</a:t>
            </a:r>
          </a:p>
          <a:p>
            <a:pPr marL="0" indent="0">
              <a:buNone/>
            </a:pPr>
            <a:r>
              <a:rPr lang="en-US" dirty="0"/>
              <a:t>•	Select appropriate agent architectures,</a:t>
            </a:r>
          </a:p>
          <a:p>
            <a:pPr marL="0" indent="0">
              <a:buNone/>
            </a:pPr>
            <a:r>
              <a:rPr lang="en-US" dirty="0"/>
              <a:t>•	Implement learning and planning algorithms,</a:t>
            </a:r>
          </a:p>
          <a:p>
            <a:pPr marL="0" indent="0">
              <a:buNone/>
            </a:pPr>
            <a:r>
              <a:rPr lang="en-US" dirty="0"/>
              <a:t>•	Critically analyze the behavior of agents in complex and dynamic settings.</a:t>
            </a:r>
          </a:p>
          <a:p>
            <a:endParaRPr lang="en-US" dirty="0">
              <a:solidFill>
                <a:schemeClr val="accent1">
                  <a:lumMod val="50000"/>
                </a:schemeClr>
              </a:solidFill>
            </a:endParaRPr>
          </a:p>
          <a:p>
            <a:pPr marL="0" indent="0">
              <a:buNone/>
            </a:pPr>
            <a:br>
              <a:rPr lang="en-US" b="0" i="0" dirty="0">
                <a:solidFill>
                  <a:srgbClr val="5D6879"/>
                </a:solidFill>
                <a:effectLst/>
                <a:latin typeface="Lato" panose="020F0502020204030203" pitchFamily="34" charset="0"/>
              </a:rPr>
            </a:br>
            <a:endParaRPr lang="en-US" dirty="0"/>
          </a:p>
        </p:txBody>
      </p:sp>
      <p:sp>
        <p:nvSpPr>
          <p:cNvPr id="4" name="Slide Number Placeholder 3">
            <a:extLst>
              <a:ext uri="{FF2B5EF4-FFF2-40B4-BE49-F238E27FC236}">
                <a16:creationId xmlns:a16="http://schemas.microsoft.com/office/drawing/2014/main" id="{EE0C0401-1BD5-34E1-26D9-CD03BFC1B8C4}"/>
              </a:ext>
            </a:extLst>
          </p:cNvPr>
          <p:cNvSpPr>
            <a:spLocks noGrp="1"/>
          </p:cNvSpPr>
          <p:nvPr>
            <p:ph type="sldNum" sz="quarter" idx="12"/>
          </p:nvPr>
        </p:nvSpPr>
        <p:spPr/>
        <p:txBody>
          <a:bodyPr/>
          <a:lstStyle/>
          <a:p>
            <a:fld id="{3ADFF249-4F56-4236-BF8B-47E3D4D3E3E9}" type="slidenum">
              <a:rPr lang="en-US" smtClean="0"/>
              <a:t>9</a:t>
            </a:fld>
            <a:endParaRPr lang="en-US"/>
          </a:p>
        </p:txBody>
      </p:sp>
    </p:spTree>
    <p:extLst>
      <p:ext uri="{BB962C8B-B14F-4D97-AF65-F5344CB8AC3E}">
        <p14:creationId xmlns:p14="http://schemas.microsoft.com/office/powerpoint/2010/main" val="235139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455C7-EC12-FB45-12B9-562ED1BC5D71}"/>
              </a:ext>
            </a:extLst>
          </p:cNvPr>
          <p:cNvSpPr>
            <a:spLocks noGrp="1"/>
          </p:cNvSpPr>
          <p:nvPr>
            <p:ph type="title"/>
          </p:nvPr>
        </p:nvSpPr>
        <p:spPr/>
        <p:txBody>
          <a:bodyPr>
            <a:normAutofit/>
          </a:bodyPr>
          <a:lstStyle/>
          <a:p>
            <a:r>
              <a:rPr lang="en-US" sz="4800" b="1" dirty="0">
                <a:solidFill>
                  <a:schemeClr val="accent1">
                    <a:lumMod val="50000"/>
                  </a:schemeClr>
                </a:solidFill>
                <a:latin typeface="+mn-lt"/>
              </a:rPr>
              <a:t>UNIVERSITY POLICIES and SUPPORT </a:t>
            </a:r>
          </a:p>
        </p:txBody>
      </p:sp>
      <p:sp>
        <p:nvSpPr>
          <p:cNvPr id="3" name="Content Placeholder 2">
            <a:extLst>
              <a:ext uri="{FF2B5EF4-FFF2-40B4-BE49-F238E27FC236}">
                <a16:creationId xmlns:a16="http://schemas.microsoft.com/office/drawing/2014/main" id="{4CAC09CC-7788-912A-710C-830E37B65ECC}"/>
              </a:ext>
            </a:extLst>
          </p:cNvPr>
          <p:cNvSpPr>
            <a:spLocks noGrp="1"/>
          </p:cNvSpPr>
          <p:nvPr>
            <p:ph idx="1"/>
          </p:nvPr>
        </p:nvSpPr>
        <p:spPr/>
        <p:txBody>
          <a:bodyPr/>
          <a:lstStyle/>
          <a:p>
            <a:endParaRPr lang="en-US" dirty="0"/>
          </a:p>
          <a:p>
            <a:r>
              <a:rPr lang="en-US" dirty="0">
                <a:solidFill>
                  <a:schemeClr val="accent1">
                    <a:lumMod val="50000"/>
                  </a:schemeClr>
                </a:solidFill>
              </a:rPr>
              <a:t>Please go through the syllabus for plagiarism, academic integrity, university policies,  emotional &amp; financial Support and other academic support. </a:t>
            </a:r>
          </a:p>
        </p:txBody>
      </p:sp>
      <p:sp>
        <p:nvSpPr>
          <p:cNvPr id="4" name="Slide Number Placeholder 3">
            <a:extLst>
              <a:ext uri="{FF2B5EF4-FFF2-40B4-BE49-F238E27FC236}">
                <a16:creationId xmlns:a16="http://schemas.microsoft.com/office/drawing/2014/main" id="{CD3DA05D-FAC3-40D1-505C-A7EC35402705}"/>
              </a:ext>
            </a:extLst>
          </p:cNvPr>
          <p:cNvSpPr>
            <a:spLocks noGrp="1"/>
          </p:cNvSpPr>
          <p:nvPr>
            <p:ph type="sldNum" sz="quarter" idx="12"/>
          </p:nvPr>
        </p:nvSpPr>
        <p:spPr/>
        <p:txBody>
          <a:bodyPr/>
          <a:lstStyle/>
          <a:p>
            <a:fld id="{3ADFF249-4F56-4236-BF8B-47E3D4D3E3E9}" type="slidenum">
              <a:rPr lang="en-US" smtClean="0"/>
              <a:t>10</a:t>
            </a:fld>
            <a:endParaRPr lang="en-US"/>
          </a:p>
        </p:txBody>
      </p:sp>
    </p:spTree>
    <p:extLst>
      <p:ext uri="{BB962C8B-B14F-4D97-AF65-F5344CB8AC3E}">
        <p14:creationId xmlns:p14="http://schemas.microsoft.com/office/powerpoint/2010/main" val="3810900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1325E2-F0D1-34E6-4B9E-BDD7EE44EA27}"/>
              </a:ext>
            </a:extLst>
          </p:cNvPr>
          <p:cNvSpPr>
            <a:spLocks noGrp="1"/>
          </p:cNvSpPr>
          <p:nvPr>
            <p:ph idx="1"/>
          </p:nvPr>
        </p:nvSpPr>
        <p:spPr>
          <a:xfrm>
            <a:off x="838200" y="1178653"/>
            <a:ext cx="10515600" cy="4998310"/>
          </a:xfrm>
        </p:spPr>
        <p:txBody>
          <a:bodyPr/>
          <a:lstStyle/>
          <a:p>
            <a:pPr marL="0" indent="0" algn="ctr">
              <a:buNone/>
            </a:pPr>
            <a:endParaRPr lang="en-US" dirty="0"/>
          </a:p>
          <a:p>
            <a:pPr marL="0" indent="0" algn="ctr">
              <a:buNone/>
            </a:pPr>
            <a:r>
              <a:rPr lang="en-US" b="1" dirty="0"/>
              <a:t>AI Background ?</a:t>
            </a:r>
          </a:p>
          <a:p>
            <a:pPr marL="0" indent="0" algn="ctr">
              <a:buNone/>
            </a:pPr>
            <a:r>
              <a:rPr lang="en-US" b="1" dirty="0"/>
              <a:t>Any idea about agents ?</a:t>
            </a:r>
          </a:p>
          <a:p>
            <a:pPr marL="0" indent="0" algn="ctr">
              <a:buNone/>
            </a:pPr>
            <a:r>
              <a:rPr lang="en-US" b="1" dirty="0"/>
              <a:t>Your learning expectations ?</a:t>
            </a:r>
          </a:p>
        </p:txBody>
      </p:sp>
      <p:sp>
        <p:nvSpPr>
          <p:cNvPr id="4" name="Slide Number Placeholder 3">
            <a:extLst>
              <a:ext uri="{FF2B5EF4-FFF2-40B4-BE49-F238E27FC236}">
                <a16:creationId xmlns:a16="http://schemas.microsoft.com/office/drawing/2014/main" id="{4D7D05ED-C9FF-87B5-26F1-20DB164F19CE}"/>
              </a:ext>
            </a:extLst>
          </p:cNvPr>
          <p:cNvSpPr>
            <a:spLocks noGrp="1"/>
          </p:cNvSpPr>
          <p:nvPr>
            <p:ph type="sldNum" sz="quarter" idx="12"/>
          </p:nvPr>
        </p:nvSpPr>
        <p:spPr/>
        <p:txBody>
          <a:bodyPr/>
          <a:lstStyle/>
          <a:p>
            <a:fld id="{3ADFF249-4F56-4236-BF8B-47E3D4D3E3E9}" type="slidenum">
              <a:rPr lang="en-US" smtClean="0"/>
              <a:t>11</a:t>
            </a:fld>
            <a:endParaRPr lang="en-US"/>
          </a:p>
        </p:txBody>
      </p:sp>
    </p:spTree>
    <p:extLst>
      <p:ext uri="{BB962C8B-B14F-4D97-AF65-F5344CB8AC3E}">
        <p14:creationId xmlns:p14="http://schemas.microsoft.com/office/powerpoint/2010/main" val="1963495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1948" y="365125"/>
            <a:ext cx="10881852" cy="759077"/>
          </a:xfrm>
        </p:spPr>
        <p:txBody>
          <a:bodyPr/>
          <a:lstStyle/>
          <a:p>
            <a:r>
              <a:rPr lang="en-US" b="1" dirty="0">
                <a:solidFill>
                  <a:schemeClr val="accent1">
                    <a:lumMod val="50000"/>
                  </a:schemeClr>
                </a:solidFill>
                <a:latin typeface="+mn-lt"/>
              </a:rPr>
              <a:t>AGENTS [Robots, Generative AI tools etc.]</a:t>
            </a:r>
          </a:p>
        </p:txBody>
      </p:sp>
      <p:sp>
        <p:nvSpPr>
          <p:cNvPr id="9" name="object 9"/>
          <p:cNvSpPr txBox="1">
            <a:spLocks noGrp="1"/>
          </p:cNvSpPr>
          <p:nvPr>
            <p:ph type="ftr" sz="quarter" idx="4294967295"/>
          </p:nvPr>
        </p:nvSpPr>
        <p:spPr>
          <a:xfrm>
            <a:off x="11695113" y="7008813"/>
            <a:ext cx="496887" cy="127000"/>
          </a:xfrm>
          <a:prstGeom prst="rect">
            <a:avLst/>
          </a:prstGeom>
        </p:spPr>
        <p:txBody>
          <a:bodyPr vert="horz" wrap="square" lIns="0" tIns="0" rIns="0" bIns="0" rtlCol="0">
            <a:spAutoFit/>
          </a:bodyPr>
          <a:lstStyle>
            <a:defPPr>
              <a:defRPr kern="0"/>
            </a:defPPr>
            <a:lvl1pPr>
              <a:defRPr sz="800" b="0" i="0">
                <a:solidFill>
                  <a:schemeClr val="tx1"/>
                </a:solidFill>
                <a:latin typeface="PMingLiU"/>
                <a:cs typeface="PMingLiU"/>
              </a:defRPr>
            </a:lvl1pPr>
          </a:lstStyle>
          <a:p>
            <a:pPr marL="11206">
              <a:lnSpc>
                <a:spcPts val="759"/>
              </a:lnSpc>
            </a:pPr>
            <a:r>
              <a:rPr lang="en-US" spc="80"/>
              <a:t>Chapter</a:t>
            </a:r>
            <a:r>
              <a:rPr lang="en-US" spc="110"/>
              <a:t> </a:t>
            </a:r>
            <a:r>
              <a:rPr lang="en-US" spc="-60"/>
              <a:t>2</a:t>
            </a:r>
            <a:endParaRPr spc="-53" dirty="0"/>
          </a:p>
        </p:txBody>
      </p:sp>
      <p:sp>
        <p:nvSpPr>
          <p:cNvPr id="10" name="object 10"/>
          <p:cNvSpPr txBox="1">
            <a:spLocks noGrp="1"/>
          </p:cNvSpPr>
          <p:nvPr>
            <p:ph type="sldNum" sz="quarter" idx="4294967295"/>
          </p:nvPr>
        </p:nvSpPr>
        <p:spPr>
          <a:xfrm>
            <a:off x="11996738" y="7008813"/>
            <a:ext cx="195262" cy="127000"/>
          </a:xfrm>
          <a:prstGeom prst="rect">
            <a:avLst/>
          </a:prstGeom>
        </p:spPr>
        <p:txBody>
          <a:bodyPr vert="horz" wrap="square" lIns="0" tIns="0" rIns="0" bIns="0" rtlCol="0">
            <a:spAutoFit/>
          </a:bodyPr>
          <a:lstStyle>
            <a:defPPr>
              <a:defRPr kern="0"/>
            </a:defPPr>
            <a:lvl1pPr>
              <a:defRPr sz="800" b="0" i="0">
                <a:solidFill>
                  <a:schemeClr val="tx1"/>
                </a:solidFill>
                <a:latin typeface="PMingLiU"/>
                <a:cs typeface="PMingLiU"/>
              </a:defRPr>
            </a:lvl1pPr>
          </a:lstStyle>
          <a:p>
            <a:pPr marL="38100">
              <a:lnSpc>
                <a:spcPts val="860"/>
              </a:lnSpc>
            </a:pPr>
            <a:fld id="{81D60167-4931-47E6-BA6A-407CBD079E47}" type="slidenum">
              <a:rPr lang="en-US" spc="-25" smtClean="0"/>
              <a:pPr marL="38100">
                <a:lnSpc>
                  <a:spcPts val="860"/>
                </a:lnSpc>
              </a:pPr>
              <a:t>12</a:t>
            </a:fld>
            <a:endParaRPr spc="-22" dirty="0"/>
          </a:p>
        </p:txBody>
      </p:sp>
      <p:pic>
        <p:nvPicPr>
          <p:cNvPr id="3" name="object 3"/>
          <p:cNvPicPr/>
          <p:nvPr/>
        </p:nvPicPr>
        <p:blipFill>
          <a:blip r:embed="rId2" cstate="print"/>
          <a:stretch>
            <a:fillRect/>
          </a:stretch>
        </p:blipFill>
        <p:spPr>
          <a:xfrm>
            <a:off x="3869345" y="1241688"/>
            <a:ext cx="4537236" cy="1678826"/>
          </a:xfrm>
          <a:prstGeom prst="rect">
            <a:avLst/>
          </a:prstGeom>
        </p:spPr>
      </p:pic>
      <p:sp>
        <p:nvSpPr>
          <p:cNvPr id="4" name="object 4"/>
          <p:cNvSpPr txBox="1"/>
          <p:nvPr/>
        </p:nvSpPr>
        <p:spPr>
          <a:xfrm>
            <a:off x="7351552" y="1740945"/>
            <a:ext cx="512669" cy="617069"/>
          </a:xfrm>
          <a:prstGeom prst="rect">
            <a:avLst/>
          </a:prstGeom>
        </p:spPr>
        <p:txBody>
          <a:bodyPr vert="horz" wrap="square" lIns="0" tIns="105895" rIns="0" bIns="0" rtlCol="0">
            <a:spAutoFit/>
          </a:bodyPr>
          <a:lstStyle/>
          <a:p>
            <a:pPr marL="11206">
              <a:spcBef>
                <a:spcPts val="833"/>
              </a:spcBef>
            </a:pPr>
            <a:r>
              <a:rPr sz="1324" b="1" spc="9" dirty="0">
                <a:latin typeface="Arial"/>
                <a:cs typeface="Arial"/>
              </a:rPr>
              <a:t>?</a:t>
            </a:r>
            <a:endParaRPr sz="1324" dirty="0">
              <a:latin typeface="Arial"/>
              <a:cs typeface="Arial"/>
            </a:endParaRPr>
          </a:p>
          <a:p>
            <a:pPr marL="47628">
              <a:spcBef>
                <a:spcPts val="750"/>
              </a:spcBef>
            </a:pPr>
            <a:r>
              <a:rPr sz="1324" b="1" spc="-9" dirty="0">
                <a:latin typeface="Arial"/>
                <a:cs typeface="Arial"/>
              </a:rPr>
              <a:t>agent</a:t>
            </a:r>
            <a:endParaRPr sz="1324" dirty="0">
              <a:latin typeface="Arial"/>
              <a:cs typeface="Arial"/>
            </a:endParaRPr>
          </a:p>
        </p:txBody>
      </p:sp>
      <p:sp>
        <p:nvSpPr>
          <p:cNvPr id="5" name="object 5"/>
          <p:cNvSpPr txBox="1"/>
          <p:nvPr/>
        </p:nvSpPr>
        <p:spPr>
          <a:xfrm>
            <a:off x="5308271" y="1124202"/>
            <a:ext cx="1791260" cy="685375"/>
          </a:xfrm>
          <a:prstGeom prst="rect">
            <a:avLst/>
          </a:prstGeom>
        </p:spPr>
        <p:txBody>
          <a:bodyPr vert="horz" wrap="square" lIns="0" tIns="12886" rIns="0" bIns="0" rtlCol="0">
            <a:spAutoFit/>
          </a:bodyPr>
          <a:lstStyle/>
          <a:p>
            <a:pPr marL="1127372">
              <a:spcBef>
                <a:spcPts val="101"/>
              </a:spcBef>
            </a:pPr>
            <a:r>
              <a:rPr sz="1324" b="1" spc="-9" dirty="0">
                <a:latin typeface="Arial"/>
                <a:cs typeface="Arial"/>
              </a:rPr>
              <a:t>sensors</a:t>
            </a:r>
            <a:endParaRPr sz="1324" dirty="0">
              <a:latin typeface="Arial"/>
              <a:cs typeface="Arial"/>
            </a:endParaRPr>
          </a:p>
          <a:p>
            <a:pPr>
              <a:spcBef>
                <a:spcPts val="40"/>
              </a:spcBef>
            </a:pPr>
            <a:endParaRPr sz="1721" dirty="0">
              <a:latin typeface="Arial"/>
              <a:cs typeface="Arial"/>
            </a:endParaRPr>
          </a:p>
          <a:p>
            <a:pPr marL="11206"/>
            <a:r>
              <a:rPr sz="1324" b="1" spc="-9" dirty="0">
                <a:latin typeface="Arial"/>
                <a:cs typeface="Arial"/>
              </a:rPr>
              <a:t>percepts</a:t>
            </a:r>
            <a:endParaRPr sz="1324" dirty="0">
              <a:latin typeface="Arial"/>
              <a:cs typeface="Arial"/>
            </a:endParaRPr>
          </a:p>
        </p:txBody>
      </p:sp>
      <p:sp>
        <p:nvSpPr>
          <p:cNvPr id="6" name="object 6"/>
          <p:cNvSpPr txBox="1"/>
          <p:nvPr/>
        </p:nvSpPr>
        <p:spPr>
          <a:xfrm>
            <a:off x="5411299" y="2268069"/>
            <a:ext cx="617444" cy="216786"/>
          </a:xfrm>
          <a:prstGeom prst="rect">
            <a:avLst/>
          </a:prstGeom>
        </p:spPr>
        <p:txBody>
          <a:bodyPr vert="horz" wrap="square" lIns="0" tIns="12886" rIns="0" bIns="0" rtlCol="0">
            <a:spAutoFit/>
          </a:bodyPr>
          <a:lstStyle/>
          <a:p>
            <a:pPr marL="11206">
              <a:spcBef>
                <a:spcPts val="101"/>
              </a:spcBef>
            </a:pPr>
            <a:r>
              <a:rPr sz="1324" b="1" spc="-9" dirty="0">
                <a:latin typeface="Arial"/>
                <a:cs typeface="Arial"/>
              </a:rPr>
              <a:t>actions</a:t>
            </a:r>
            <a:endParaRPr sz="1324" dirty="0">
              <a:latin typeface="Arial"/>
              <a:cs typeface="Arial"/>
            </a:endParaRPr>
          </a:p>
        </p:txBody>
      </p:sp>
      <p:sp>
        <p:nvSpPr>
          <p:cNvPr id="7" name="object 7"/>
          <p:cNvSpPr txBox="1"/>
          <p:nvPr/>
        </p:nvSpPr>
        <p:spPr>
          <a:xfrm>
            <a:off x="4003279" y="1986235"/>
            <a:ext cx="1042707" cy="216786"/>
          </a:xfrm>
          <a:prstGeom prst="rect">
            <a:avLst/>
          </a:prstGeom>
        </p:spPr>
        <p:txBody>
          <a:bodyPr vert="horz" wrap="square" lIns="0" tIns="12886" rIns="0" bIns="0" rtlCol="0">
            <a:spAutoFit/>
          </a:bodyPr>
          <a:lstStyle/>
          <a:p>
            <a:pPr marL="11206">
              <a:spcBef>
                <a:spcPts val="101"/>
              </a:spcBef>
            </a:pPr>
            <a:r>
              <a:rPr sz="1324" b="1" spc="-9" dirty="0">
                <a:latin typeface="Arial"/>
                <a:cs typeface="Arial"/>
              </a:rPr>
              <a:t>environment</a:t>
            </a:r>
            <a:endParaRPr sz="1324" dirty="0">
              <a:latin typeface="Arial"/>
              <a:cs typeface="Arial"/>
            </a:endParaRPr>
          </a:p>
        </p:txBody>
      </p:sp>
      <p:sp>
        <p:nvSpPr>
          <p:cNvPr id="8" name="object 8"/>
          <p:cNvSpPr txBox="1"/>
          <p:nvPr/>
        </p:nvSpPr>
        <p:spPr>
          <a:xfrm>
            <a:off x="125835" y="3102560"/>
            <a:ext cx="11702372" cy="3549878"/>
          </a:xfrm>
          <a:prstGeom prst="rect">
            <a:avLst/>
          </a:prstGeom>
        </p:spPr>
        <p:txBody>
          <a:bodyPr vert="horz" wrap="square" lIns="0" tIns="12886" rIns="0" bIns="0" rtlCol="0">
            <a:spAutoFit/>
          </a:bodyPr>
          <a:lstStyle/>
          <a:p>
            <a:pPr marL="501490" algn="ctr">
              <a:spcBef>
                <a:spcPts val="101"/>
              </a:spcBef>
            </a:pPr>
            <a:r>
              <a:rPr lang="en-US" sz="1400" b="1" spc="-9" dirty="0">
                <a:cs typeface="Arial"/>
              </a:rPr>
              <a:t>Actuators</a:t>
            </a:r>
            <a:endParaRPr lang="en-US" sz="2800" b="1" spc="-9" dirty="0">
              <a:cs typeface="Arial"/>
            </a:endParaRPr>
          </a:p>
          <a:p>
            <a:pPr marL="501490">
              <a:spcBef>
                <a:spcPts val="101"/>
              </a:spcBef>
            </a:pPr>
            <a:r>
              <a:rPr lang="en-US" sz="1400" dirty="0"/>
              <a:t>An </a:t>
            </a:r>
            <a:r>
              <a:rPr lang="en-US" sz="1400" b="1" dirty="0"/>
              <a:t>agent</a:t>
            </a:r>
            <a:r>
              <a:rPr lang="en-US" sz="1400" dirty="0"/>
              <a:t> is anything that can be viewed as </a:t>
            </a:r>
            <a:r>
              <a:rPr lang="en-US" sz="1400" b="1" dirty="0"/>
              <a:t>perceiving</a:t>
            </a:r>
            <a:r>
              <a:rPr lang="en-US" sz="1400" dirty="0"/>
              <a:t> its </a:t>
            </a:r>
            <a:r>
              <a:rPr lang="en-US" sz="1400" b="1" dirty="0"/>
              <a:t>environment</a:t>
            </a:r>
            <a:r>
              <a:rPr lang="en-US" sz="1400" dirty="0"/>
              <a:t> through </a:t>
            </a:r>
            <a:r>
              <a:rPr lang="en-US" sz="1400" b="1" dirty="0"/>
              <a:t>sensors</a:t>
            </a:r>
            <a:r>
              <a:rPr lang="en-US" sz="1400" dirty="0"/>
              <a:t> and acting upon that environment through </a:t>
            </a:r>
            <a:r>
              <a:rPr lang="en-US" sz="1400" b="1" dirty="0"/>
              <a:t>actuators</a:t>
            </a:r>
            <a:r>
              <a:rPr lang="en-US" sz="1400" b="1" spc="-9" dirty="0">
                <a:cs typeface="Arial"/>
              </a:rPr>
              <a:t>. </a:t>
            </a:r>
            <a:r>
              <a:rPr lang="en-US" sz="1400" spc="-9" dirty="0">
                <a:cs typeface="Arial"/>
              </a:rPr>
              <a:t>Human agent [sense organs] vs  Robot agent [cameras, IR range finders, motors as actuators ] vs software agent [key inputs, file contents, network packets as sensory inputs , display on the screen , writing files, or sending network packets].</a:t>
            </a:r>
            <a:endParaRPr lang="en-US" sz="2800" b="1" spc="-9" dirty="0">
              <a:solidFill>
                <a:schemeClr val="accent1">
                  <a:lumMod val="50000"/>
                </a:schemeClr>
              </a:solidFill>
              <a:cs typeface="Arial"/>
            </a:endParaRPr>
          </a:p>
          <a:p>
            <a:pPr marL="501490">
              <a:spcBef>
                <a:spcPts val="101"/>
              </a:spcBef>
            </a:pPr>
            <a:endParaRPr lang="en-US" sz="2800" b="1" spc="-9" dirty="0">
              <a:cs typeface="Arial"/>
            </a:endParaRPr>
          </a:p>
          <a:p>
            <a:pPr marL="501490">
              <a:spcBef>
                <a:spcPts val="101"/>
              </a:spcBef>
            </a:pPr>
            <a:r>
              <a:rPr lang="en-US" sz="2800" spc="-9" dirty="0">
                <a:cs typeface="Arial"/>
              </a:rPr>
              <a:t>E.g.  Human, Robot, Software Agents etc</a:t>
            </a:r>
            <a:r>
              <a:rPr lang="en-US" sz="2800" b="1" spc="-9" dirty="0">
                <a:cs typeface="Arial"/>
              </a:rPr>
              <a:t>.</a:t>
            </a:r>
          </a:p>
          <a:p>
            <a:pPr marL="958690" indent="-457200">
              <a:spcBef>
                <a:spcPts val="101"/>
              </a:spcBef>
              <a:buFont typeface="Arial" panose="020B0604020202020204" pitchFamily="34" charset="0"/>
              <a:buChar char="•"/>
            </a:pPr>
            <a:r>
              <a:rPr lang="en-US" sz="2800" spc="-9" dirty="0">
                <a:cs typeface="Arial"/>
              </a:rPr>
              <a:t> Simple agents, Goal Based agents, Utility agent. </a:t>
            </a:r>
          </a:p>
          <a:p>
            <a:pPr marL="958690" indent="-457200">
              <a:spcBef>
                <a:spcPts val="101"/>
              </a:spcBef>
              <a:buFont typeface="Arial" panose="020B0604020202020204" pitchFamily="34" charset="0"/>
              <a:buChar char="•"/>
            </a:pPr>
            <a:r>
              <a:rPr lang="en-US" sz="2800" spc="-9" dirty="0">
                <a:cs typeface="Arial"/>
              </a:rPr>
              <a:t> Fully observable, Partially Observable, Stochastic…</a:t>
            </a:r>
          </a:p>
          <a:p>
            <a:pPr marL="958690" indent="-457200">
              <a:spcBef>
                <a:spcPts val="101"/>
              </a:spcBef>
              <a:buFont typeface="Arial" panose="020B0604020202020204" pitchFamily="34" charset="0"/>
              <a:buChar char="•"/>
            </a:pPr>
            <a:endParaRPr lang="en-US" sz="2800" spc="-9" dirty="0">
              <a:cs typeface="Arial"/>
            </a:endParaRPr>
          </a:p>
          <a:p>
            <a:pPr marL="501490">
              <a:spcBef>
                <a:spcPts val="101"/>
              </a:spcBef>
            </a:pPr>
            <a:endParaRPr sz="2800" b="1" dirty="0">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13370-203A-0CEE-D2A1-7D15A00037B2}"/>
              </a:ext>
            </a:extLst>
          </p:cNvPr>
          <p:cNvSpPr>
            <a:spLocks noGrp="1"/>
          </p:cNvSpPr>
          <p:nvPr>
            <p:ph type="title"/>
          </p:nvPr>
        </p:nvSpPr>
        <p:spPr/>
        <p:txBody>
          <a:bodyPr/>
          <a:lstStyle/>
          <a:p>
            <a:r>
              <a:rPr lang="en-US" dirty="0"/>
              <a:t>AI Agents course with LLM focus[other Universities]</a:t>
            </a:r>
          </a:p>
        </p:txBody>
      </p:sp>
      <p:sp>
        <p:nvSpPr>
          <p:cNvPr id="3" name="Content Placeholder 2">
            <a:extLst>
              <a:ext uri="{FF2B5EF4-FFF2-40B4-BE49-F238E27FC236}">
                <a16:creationId xmlns:a16="http://schemas.microsoft.com/office/drawing/2014/main" id="{7E4F7772-551F-F1BC-3C75-7C92ECD495C7}"/>
              </a:ext>
            </a:extLst>
          </p:cNvPr>
          <p:cNvSpPr>
            <a:spLocks noGrp="1"/>
          </p:cNvSpPr>
          <p:nvPr>
            <p:ph idx="1"/>
          </p:nvPr>
        </p:nvSpPr>
        <p:spPr/>
        <p:txBody>
          <a:bodyPr/>
          <a:lstStyle/>
          <a:p>
            <a:r>
              <a:rPr lang="en-US" dirty="0">
                <a:hlinkClick r:id="rId2"/>
              </a:rPr>
              <a:t>https://github.com/barghouthi/ai-agents?tab=readme-ov-file</a:t>
            </a:r>
            <a:endParaRPr lang="en-US" dirty="0"/>
          </a:p>
          <a:p>
            <a:r>
              <a:rPr lang="en-US" dirty="0">
                <a:hlinkClick r:id="rId3"/>
              </a:rPr>
              <a:t>https://rdi.berkeley.edu/llm-agents/f24</a:t>
            </a:r>
            <a:endParaRPr lang="en-US" dirty="0"/>
          </a:p>
          <a:p>
            <a:r>
              <a:rPr lang="en-US" dirty="0">
                <a:hlinkClick r:id="rId4"/>
              </a:rPr>
              <a:t>https://cs329a.stanford.edu/index.html</a:t>
            </a:r>
            <a:endParaRPr lang="en-US" dirty="0"/>
          </a:p>
          <a:p>
            <a:endParaRPr lang="en-US" dirty="0"/>
          </a:p>
        </p:txBody>
      </p:sp>
      <p:sp>
        <p:nvSpPr>
          <p:cNvPr id="4" name="Slide Number Placeholder 3">
            <a:extLst>
              <a:ext uri="{FF2B5EF4-FFF2-40B4-BE49-F238E27FC236}">
                <a16:creationId xmlns:a16="http://schemas.microsoft.com/office/drawing/2014/main" id="{9ADD37F2-D1C7-812F-0326-12D4C0FFB9CA}"/>
              </a:ext>
            </a:extLst>
          </p:cNvPr>
          <p:cNvSpPr>
            <a:spLocks noGrp="1"/>
          </p:cNvSpPr>
          <p:nvPr>
            <p:ph type="sldNum" sz="quarter" idx="12"/>
          </p:nvPr>
        </p:nvSpPr>
        <p:spPr/>
        <p:txBody>
          <a:bodyPr/>
          <a:lstStyle/>
          <a:p>
            <a:fld id="{3ADFF249-4F56-4236-BF8B-47E3D4D3E3E9}" type="slidenum">
              <a:rPr lang="en-US" smtClean="0"/>
              <a:t>13</a:t>
            </a:fld>
            <a:endParaRPr lang="en-US"/>
          </a:p>
        </p:txBody>
      </p:sp>
    </p:spTree>
    <p:extLst>
      <p:ext uri="{BB962C8B-B14F-4D97-AF65-F5344CB8AC3E}">
        <p14:creationId xmlns:p14="http://schemas.microsoft.com/office/powerpoint/2010/main" val="3465439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model">
            <a:extLst>
              <a:ext uri="{FF2B5EF4-FFF2-40B4-BE49-F238E27FC236}">
                <a16:creationId xmlns:a16="http://schemas.microsoft.com/office/drawing/2014/main" id="{7D9731A2-BAE6-9824-46F3-249641152FC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 t="6153" r="-7445" b="27898"/>
          <a:stretch/>
        </p:blipFill>
        <p:spPr>
          <a:xfrm>
            <a:off x="566928" y="438503"/>
            <a:ext cx="7918704" cy="4087778"/>
          </a:xfrm>
        </p:spPr>
      </p:pic>
      <p:sp>
        <p:nvSpPr>
          <p:cNvPr id="2" name="TextBox 1">
            <a:extLst>
              <a:ext uri="{FF2B5EF4-FFF2-40B4-BE49-F238E27FC236}">
                <a16:creationId xmlns:a16="http://schemas.microsoft.com/office/drawing/2014/main" id="{CB63DEC3-345E-6101-8C49-14F54F4B6918}"/>
              </a:ext>
            </a:extLst>
          </p:cNvPr>
          <p:cNvSpPr txBox="1"/>
          <p:nvPr/>
        </p:nvSpPr>
        <p:spPr>
          <a:xfrm>
            <a:off x="4562497" y="4331208"/>
            <a:ext cx="3720353" cy="369332"/>
          </a:xfrm>
          <a:prstGeom prst="rect">
            <a:avLst/>
          </a:prstGeom>
          <a:noFill/>
        </p:spPr>
        <p:txBody>
          <a:bodyPr wrap="square" rtlCol="0">
            <a:spAutoFit/>
          </a:bodyPr>
          <a:lstStyle/>
          <a:p>
            <a:r>
              <a:rPr lang="en-US" dirty="0"/>
              <a:t>E.g. Vacuum cleaning agent</a:t>
            </a:r>
          </a:p>
        </p:txBody>
      </p:sp>
      <p:pic>
        <p:nvPicPr>
          <p:cNvPr id="3" name="Picture 2">
            <a:extLst>
              <a:ext uri="{FF2B5EF4-FFF2-40B4-BE49-F238E27FC236}">
                <a16:creationId xmlns:a16="http://schemas.microsoft.com/office/drawing/2014/main" id="{964FBE5F-E364-0136-06E0-DA9362016CA0}"/>
              </a:ext>
            </a:extLst>
          </p:cNvPr>
          <p:cNvPicPr>
            <a:picLocks noChangeAspect="1"/>
          </p:cNvPicPr>
          <p:nvPr/>
        </p:nvPicPr>
        <p:blipFill>
          <a:blip r:embed="rId3"/>
          <a:stretch>
            <a:fillRect/>
          </a:stretch>
        </p:blipFill>
        <p:spPr>
          <a:xfrm>
            <a:off x="8379132" y="1147664"/>
            <a:ext cx="3661247" cy="1800809"/>
          </a:xfrm>
          <a:prstGeom prst="rect">
            <a:avLst/>
          </a:prstGeom>
        </p:spPr>
      </p:pic>
    </p:spTree>
    <p:extLst>
      <p:ext uri="{BB962C8B-B14F-4D97-AF65-F5344CB8AC3E}">
        <p14:creationId xmlns:p14="http://schemas.microsoft.com/office/powerpoint/2010/main" val="3093336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D73F4E-2C3F-E04D-5B09-2ECF1A3D602B}"/>
              </a:ext>
            </a:extLst>
          </p:cNvPr>
          <p:cNvSpPr>
            <a:spLocks noGrp="1"/>
          </p:cNvSpPr>
          <p:nvPr>
            <p:ph idx="1"/>
          </p:nvPr>
        </p:nvSpPr>
        <p:spPr>
          <a:xfrm>
            <a:off x="327172" y="356532"/>
            <a:ext cx="7143224" cy="5820431"/>
          </a:xfrm>
        </p:spPr>
        <p:txBody>
          <a:bodyPr/>
          <a:lstStyle/>
          <a:p>
            <a:pPr marL="0" indent="0">
              <a:buNone/>
            </a:pPr>
            <a:endParaRPr lang="en-US" dirty="0">
              <a:latin typeface="system-ui"/>
            </a:endParaRPr>
          </a:p>
          <a:p>
            <a:pPr marL="0" indent="0">
              <a:buNone/>
            </a:pPr>
            <a:r>
              <a:rPr lang="en-US" dirty="0">
                <a:latin typeface="system-ui"/>
              </a:rPr>
              <a:t>T</a:t>
            </a:r>
            <a:r>
              <a:rPr lang="en-US" b="0" i="0" dirty="0">
                <a:effectLst/>
                <a:latin typeface="system-ui"/>
              </a:rPr>
              <a:t>he agent is tasked with escaping from a room. There are two doors leading out of the room. Behind one of the doors is a tiger, and behind the other is sweet, sweet freedom. If the agent opens the door and finds the tiger, it gets eaten (and receives a reward of -100). If the agent opens the other door, it escapes and receives a reward of 10. The agent can also listen. Listening gives a noisy measurement of which door the tiger is hiding behind. The agent receives a cost of -1 for listening.</a:t>
            </a:r>
            <a:endParaRPr lang="en-US" dirty="0"/>
          </a:p>
        </p:txBody>
      </p:sp>
      <p:pic>
        <p:nvPicPr>
          <p:cNvPr id="4" name="Picture 3">
            <a:extLst>
              <a:ext uri="{FF2B5EF4-FFF2-40B4-BE49-F238E27FC236}">
                <a16:creationId xmlns:a16="http://schemas.microsoft.com/office/drawing/2014/main" id="{435464AB-B590-27AE-9B0F-8921CDF1D07F}"/>
              </a:ext>
            </a:extLst>
          </p:cNvPr>
          <p:cNvPicPr>
            <a:picLocks noChangeAspect="1"/>
          </p:cNvPicPr>
          <p:nvPr/>
        </p:nvPicPr>
        <p:blipFill>
          <a:blip r:embed="rId2"/>
          <a:stretch>
            <a:fillRect/>
          </a:stretch>
        </p:blipFill>
        <p:spPr>
          <a:xfrm>
            <a:off x="7670435" y="1313125"/>
            <a:ext cx="4139864" cy="1905526"/>
          </a:xfrm>
          <a:prstGeom prst="rect">
            <a:avLst/>
          </a:prstGeom>
        </p:spPr>
      </p:pic>
    </p:spTree>
    <p:extLst>
      <p:ext uri="{BB962C8B-B14F-4D97-AF65-F5344CB8AC3E}">
        <p14:creationId xmlns:p14="http://schemas.microsoft.com/office/powerpoint/2010/main" val="3679136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D05290-B3C5-876A-3725-DDCFFF3C153C}"/>
              </a:ext>
            </a:extLst>
          </p:cNvPr>
          <p:cNvSpPr>
            <a:spLocks noGrp="1"/>
          </p:cNvSpPr>
          <p:nvPr>
            <p:ph idx="1"/>
          </p:nvPr>
        </p:nvSpPr>
        <p:spPr>
          <a:xfrm>
            <a:off x="478172" y="545284"/>
            <a:ext cx="10875628" cy="5631679"/>
          </a:xfrm>
        </p:spPr>
        <p:txBody>
          <a:bodyPr>
            <a:normAutofit fontScale="62500" lnSpcReduction="20000"/>
          </a:bodyPr>
          <a:lstStyle/>
          <a:p>
            <a:pPr marL="0" indent="0">
              <a:buNone/>
            </a:pPr>
            <a:r>
              <a:rPr lang="en-US" dirty="0"/>
              <a:t>There are two main states:</a:t>
            </a:r>
          </a:p>
          <a:p>
            <a:pPr marL="0" indent="0">
              <a:buNone/>
            </a:pPr>
            <a:r>
              <a:rPr lang="en-US" b="1" dirty="0"/>
              <a:t>State 1 (S1)</a:t>
            </a:r>
            <a:r>
              <a:rPr lang="en-US" dirty="0"/>
              <a:t>: The agent is in the room with two doors (Door A and Door B), and it needs to make a decision.</a:t>
            </a:r>
          </a:p>
          <a:p>
            <a:pPr marL="0" indent="0">
              <a:buNone/>
            </a:pPr>
            <a:r>
              <a:rPr lang="en-US" b="1" dirty="0"/>
              <a:t>State 2 (S2)</a:t>
            </a:r>
            <a:r>
              <a:rPr lang="en-US" dirty="0"/>
              <a:t>: The agent listens to the doors.</a:t>
            </a:r>
          </a:p>
          <a:p>
            <a:pPr marL="0" indent="0">
              <a:buNone/>
            </a:pPr>
            <a:r>
              <a:rPr lang="en-US" b="1" dirty="0"/>
              <a:t>2. Actions:</a:t>
            </a:r>
          </a:p>
          <a:p>
            <a:pPr marL="0" indent="0">
              <a:buNone/>
            </a:pPr>
            <a:r>
              <a:rPr lang="en-US" b="1" dirty="0"/>
              <a:t>Action 1 (Open Door A)</a:t>
            </a:r>
            <a:r>
              <a:rPr lang="en-US" dirty="0"/>
              <a:t>: The agent opens Door A.</a:t>
            </a:r>
          </a:p>
          <a:p>
            <a:pPr marL="0" indent="0">
              <a:buNone/>
            </a:pPr>
            <a:r>
              <a:rPr lang="en-US" b="1" dirty="0"/>
              <a:t>Action 2 (Open Door B)</a:t>
            </a:r>
            <a:r>
              <a:rPr lang="en-US" dirty="0"/>
              <a:t>: The agent opens Door B.</a:t>
            </a:r>
          </a:p>
          <a:p>
            <a:pPr marL="0" indent="0">
              <a:buNone/>
            </a:pPr>
            <a:r>
              <a:rPr lang="en-US" b="1" dirty="0"/>
              <a:t>Action 3 (Listen)</a:t>
            </a:r>
            <a:r>
              <a:rPr lang="en-US" dirty="0"/>
              <a:t>: The agent listens to determine the tiger's location.</a:t>
            </a:r>
          </a:p>
          <a:p>
            <a:pPr marL="0" indent="0">
              <a:buNone/>
            </a:pPr>
            <a:r>
              <a:rPr lang="en-US" b="1" dirty="0"/>
              <a:t>3. Rewards:</a:t>
            </a:r>
          </a:p>
          <a:p>
            <a:pPr marL="0" indent="0">
              <a:buNone/>
            </a:pPr>
            <a:r>
              <a:rPr lang="en-US" dirty="0"/>
              <a:t>If the agent opens a door and finds the tiger: </a:t>
            </a:r>
            <a:r>
              <a:rPr lang="en-US" b="1" dirty="0"/>
              <a:t>Reward = -100</a:t>
            </a:r>
            <a:r>
              <a:rPr lang="en-US" dirty="0"/>
              <a:t>.</a:t>
            </a:r>
          </a:p>
          <a:p>
            <a:pPr marL="0" indent="0">
              <a:buNone/>
            </a:pPr>
            <a:r>
              <a:rPr lang="en-US" dirty="0"/>
              <a:t>If the agent opens the door with freedom: </a:t>
            </a:r>
            <a:r>
              <a:rPr lang="en-US" b="1" dirty="0"/>
              <a:t>Reward = +10</a:t>
            </a:r>
            <a:r>
              <a:rPr lang="en-US" dirty="0"/>
              <a:t>.</a:t>
            </a:r>
          </a:p>
          <a:p>
            <a:pPr marL="0" indent="0">
              <a:buNone/>
            </a:pPr>
            <a:r>
              <a:rPr lang="en-US" dirty="0"/>
              <a:t>If the agent listens: </a:t>
            </a:r>
            <a:r>
              <a:rPr lang="en-US" b="1" dirty="0"/>
              <a:t>Reward = -1</a:t>
            </a:r>
            <a:r>
              <a:rPr lang="en-US" dirty="0"/>
              <a:t>, regardless of whether the agent gets the correct or incorrect reading.</a:t>
            </a:r>
          </a:p>
          <a:p>
            <a:pPr marL="0" indent="0">
              <a:buNone/>
            </a:pPr>
            <a:r>
              <a:rPr lang="en-US" b="1" dirty="0"/>
              <a:t>4. Transitions:</a:t>
            </a:r>
          </a:p>
          <a:p>
            <a:pPr marL="0" indent="0">
              <a:buNone/>
            </a:pPr>
            <a:r>
              <a:rPr lang="en-US" b="1" dirty="0"/>
              <a:t>Listening (Action 3)</a:t>
            </a:r>
            <a:r>
              <a:rPr lang="en-US" dirty="0"/>
              <a:t> leads to a state where the agent receives a noisy signal, and the location of the tiger may be correctly or incorrectly identified.</a:t>
            </a:r>
          </a:p>
          <a:p>
            <a:pPr marL="0" indent="0">
              <a:buNone/>
            </a:pPr>
            <a:r>
              <a:rPr lang="en-US" b="1" dirty="0"/>
              <a:t>Opening Door A (Action 1)</a:t>
            </a:r>
            <a:r>
              <a:rPr lang="en-US" dirty="0"/>
              <a:t> or </a:t>
            </a:r>
            <a:r>
              <a:rPr lang="en-US" b="1" dirty="0"/>
              <a:t>Opening Door B (Action 2)</a:t>
            </a:r>
            <a:r>
              <a:rPr lang="en-US" dirty="0"/>
              <a:t> has two outcomes:</a:t>
            </a:r>
          </a:p>
          <a:p>
            <a:pPr marL="457200" lvl="1" indent="0">
              <a:buNone/>
            </a:pPr>
            <a:r>
              <a:rPr lang="en-US" dirty="0"/>
              <a:t>The door could have the tiger (leading to a reward of -100).</a:t>
            </a:r>
          </a:p>
          <a:p>
            <a:pPr marL="457200" lvl="1" indent="0">
              <a:buNone/>
            </a:pPr>
            <a:r>
              <a:rPr lang="en-US" dirty="0"/>
              <a:t>The door could have freedom (leading to a reward of +10).</a:t>
            </a:r>
          </a:p>
        </p:txBody>
      </p:sp>
    </p:spTree>
    <p:extLst>
      <p:ext uri="{BB962C8B-B14F-4D97-AF65-F5344CB8AC3E}">
        <p14:creationId xmlns:p14="http://schemas.microsoft.com/office/powerpoint/2010/main" val="2920491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982F1-398E-54AE-B5A1-79653A108C4A}"/>
              </a:ext>
            </a:extLst>
          </p:cNvPr>
          <p:cNvSpPr>
            <a:spLocks noGrp="1"/>
          </p:cNvSpPr>
          <p:nvPr>
            <p:ph idx="1"/>
          </p:nvPr>
        </p:nvSpPr>
        <p:spPr>
          <a:xfrm>
            <a:off x="394283" y="528506"/>
            <a:ext cx="10959517" cy="5648457"/>
          </a:xfrm>
        </p:spPr>
        <p:txBody>
          <a:bodyPr/>
          <a:lstStyle/>
          <a:p>
            <a:endParaRPr lang="en-US" dirty="0"/>
          </a:p>
          <a:p>
            <a:pPr marL="0" indent="0">
              <a:buNone/>
            </a:pPr>
            <a:endParaRPr lang="en-US" dirty="0"/>
          </a:p>
          <a:p>
            <a:pPr marL="0" indent="0">
              <a:buNone/>
            </a:pPr>
            <a:r>
              <a:rPr lang="en-US" dirty="0"/>
              <a:t>                </a:t>
            </a:r>
          </a:p>
          <a:p>
            <a:pPr marL="0" indent="0">
              <a:buNone/>
            </a:pPr>
            <a:r>
              <a:rPr lang="en-US" dirty="0"/>
              <a:t>What does the diagram or policy graph look like ?</a:t>
            </a:r>
          </a:p>
          <a:p>
            <a:pPr marL="0" indent="0">
              <a:buNone/>
            </a:pPr>
            <a:endParaRPr lang="en-US" dirty="0"/>
          </a:p>
          <a:p>
            <a:pPr marL="0" indent="0">
              <a:buNone/>
            </a:pPr>
            <a:r>
              <a:rPr lang="en-US" dirty="0"/>
              <a:t>How to program this ?</a:t>
            </a:r>
          </a:p>
          <a:p>
            <a:pPr marL="0" indent="0">
              <a:buNone/>
            </a:pPr>
            <a:endParaRPr lang="en-US" dirty="0"/>
          </a:p>
          <a:p>
            <a:pPr marL="0" indent="0">
              <a:buNone/>
            </a:pPr>
            <a:r>
              <a:rPr lang="en-US" dirty="0">
                <a:hlinkClick r:id="rId2"/>
              </a:rPr>
              <a:t>https://zoo.cs.yale.edu/classes/cs470/materials/hws/aima/mdp.html</a:t>
            </a:r>
            <a:endParaRPr lang="en-US" dirty="0"/>
          </a:p>
          <a:p>
            <a:pPr marL="0" indent="0">
              <a:buNone/>
            </a:pPr>
            <a:endParaRPr lang="en-US" dirty="0"/>
          </a:p>
        </p:txBody>
      </p:sp>
    </p:spTree>
    <p:extLst>
      <p:ext uri="{BB962C8B-B14F-4D97-AF65-F5344CB8AC3E}">
        <p14:creationId xmlns:p14="http://schemas.microsoft.com/office/powerpoint/2010/main" val="3748790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7F243-EA42-71D1-FA93-A3CD16684750}"/>
              </a:ext>
            </a:extLst>
          </p:cNvPr>
          <p:cNvSpPr>
            <a:spLocks noGrp="1"/>
          </p:cNvSpPr>
          <p:nvPr>
            <p:ph type="title"/>
          </p:nvPr>
        </p:nvSpPr>
        <p:spPr/>
        <p:txBody>
          <a:bodyPr/>
          <a:lstStyle/>
          <a:p>
            <a:r>
              <a:rPr lang="en-US" dirty="0"/>
              <a:t>Omniscience != Rationality != Perfection</a:t>
            </a:r>
          </a:p>
        </p:txBody>
      </p:sp>
      <p:sp>
        <p:nvSpPr>
          <p:cNvPr id="3" name="Content Placeholder 2">
            <a:extLst>
              <a:ext uri="{FF2B5EF4-FFF2-40B4-BE49-F238E27FC236}">
                <a16:creationId xmlns:a16="http://schemas.microsoft.com/office/drawing/2014/main" id="{DF836AE3-0BB0-B1CD-F3BF-3E89B68D3D4A}"/>
              </a:ext>
            </a:extLst>
          </p:cNvPr>
          <p:cNvSpPr>
            <a:spLocks noGrp="1"/>
          </p:cNvSpPr>
          <p:nvPr>
            <p:ph idx="1"/>
          </p:nvPr>
        </p:nvSpPr>
        <p:spPr/>
        <p:txBody>
          <a:bodyPr/>
          <a:lstStyle/>
          <a:p>
            <a:endParaRPr lang="en-US" dirty="0"/>
          </a:p>
          <a:p>
            <a:r>
              <a:rPr lang="en-US" dirty="0"/>
              <a:t>Omniscience is not possible in the real world</a:t>
            </a:r>
          </a:p>
          <a:p>
            <a:endParaRPr lang="en-US" dirty="0"/>
          </a:p>
          <a:p>
            <a:r>
              <a:rPr lang="en-US" dirty="0"/>
              <a:t>Rationality is not the same as perfection. Information gathering—is an important part of rationality.</a:t>
            </a:r>
          </a:p>
          <a:p>
            <a:endParaRPr lang="en-US" dirty="0"/>
          </a:p>
          <a:p>
            <a:r>
              <a:rPr lang="en-US" dirty="0"/>
              <a:t>Rationality maximizes expected performance, while perfection maximizes actual performance. </a:t>
            </a:r>
          </a:p>
        </p:txBody>
      </p:sp>
      <p:sp>
        <p:nvSpPr>
          <p:cNvPr id="4" name="Footer Placeholder 3">
            <a:extLst>
              <a:ext uri="{FF2B5EF4-FFF2-40B4-BE49-F238E27FC236}">
                <a16:creationId xmlns:a16="http://schemas.microsoft.com/office/drawing/2014/main" id="{7B14D675-F047-ED20-2633-0A90D1B6BD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C48F70-D19A-367B-F0EF-B7125BC8D0DD}"/>
              </a:ext>
            </a:extLst>
          </p:cNvPr>
          <p:cNvSpPr>
            <a:spLocks noGrp="1"/>
          </p:cNvSpPr>
          <p:nvPr>
            <p:ph type="sldNum" sz="quarter" idx="12"/>
          </p:nvPr>
        </p:nvSpPr>
        <p:spPr/>
        <p:txBody>
          <a:bodyPr/>
          <a:lstStyle/>
          <a:p>
            <a:fld id="{8BE09CE9-F2C2-4B21-B8B5-AAA3A3D2F76A}" type="slidenum">
              <a:rPr lang="en-US" smtClean="0"/>
              <a:t>18</a:t>
            </a:fld>
            <a:endParaRPr lang="en-US"/>
          </a:p>
        </p:txBody>
      </p:sp>
    </p:spTree>
    <p:extLst>
      <p:ext uri="{BB962C8B-B14F-4D97-AF65-F5344CB8AC3E}">
        <p14:creationId xmlns:p14="http://schemas.microsoft.com/office/powerpoint/2010/main" val="2070894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4C210-D297-07B3-B27A-37EF7CBEB89F}"/>
              </a:ext>
            </a:extLst>
          </p:cNvPr>
          <p:cNvSpPr>
            <a:spLocks noGrp="1"/>
          </p:cNvSpPr>
          <p:nvPr>
            <p:ph type="title"/>
          </p:nvPr>
        </p:nvSpPr>
        <p:spPr/>
        <p:txBody>
          <a:bodyPr/>
          <a:lstStyle/>
          <a:p>
            <a:r>
              <a:rPr lang="en-US" dirty="0"/>
              <a:t>Performance measures</a:t>
            </a:r>
          </a:p>
        </p:txBody>
      </p:sp>
      <p:sp>
        <p:nvSpPr>
          <p:cNvPr id="3" name="Content Placeholder 2">
            <a:extLst>
              <a:ext uri="{FF2B5EF4-FFF2-40B4-BE49-F238E27FC236}">
                <a16:creationId xmlns:a16="http://schemas.microsoft.com/office/drawing/2014/main" id="{D1E76760-26FA-4E89-FE12-20825E7F8C8C}"/>
              </a:ext>
            </a:extLst>
          </p:cNvPr>
          <p:cNvSpPr>
            <a:spLocks noGrp="1"/>
          </p:cNvSpPr>
          <p:nvPr>
            <p:ph idx="1"/>
          </p:nvPr>
        </p:nvSpPr>
        <p:spPr/>
        <p:txBody>
          <a:bodyPr/>
          <a:lstStyle/>
          <a:p>
            <a:r>
              <a:rPr lang="en-US" dirty="0"/>
              <a:t>The sequence of actions performed by the agent is evaluated through performance measure.</a:t>
            </a:r>
          </a:p>
          <a:p>
            <a:endParaRPr lang="en-US" dirty="0"/>
          </a:p>
          <a:p>
            <a:r>
              <a:rPr lang="en-US" dirty="0"/>
              <a:t>It may be an external human input, robot’s own learning.</a:t>
            </a:r>
          </a:p>
          <a:p>
            <a:endParaRPr lang="en-US" dirty="0"/>
          </a:p>
          <a:p>
            <a:r>
              <a:rPr lang="en-US" dirty="0"/>
              <a:t>Autonomy improves performance as it relies more on current scene perception and learning than previous knowledge of the environment.  An agent should know how to compensate for partial or incorrect prior knowledge – good modelling is important !!</a:t>
            </a:r>
          </a:p>
        </p:txBody>
      </p:sp>
      <p:sp>
        <p:nvSpPr>
          <p:cNvPr id="4" name="Footer Placeholder 3">
            <a:extLst>
              <a:ext uri="{FF2B5EF4-FFF2-40B4-BE49-F238E27FC236}">
                <a16:creationId xmlns:a16="http://schemas.microsoft.com/office/drawing/2014/main" id="{0759A12D-E2C2-4018-A634-D2135FCF1C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BFC049-6F2D-C8EF-46DC-3EAFC3630E3D}"/>
              </a:ext>
            </a:extLst>
          </p:cNvPr>
          <p:cNvSpPr>
            <a:spLocks noGrp="1"/>
          </p:cNvSpPr>
          <p:nvPr>
            <p:ph type="sldNum" sz="quarter" idx="12"/>
          </p:nvPr>
        </p:nvSpPr>
        <p:spPr/>
        <p:txBody>
          <a:bodyPr/>
          <a:lstStyle/>
          <a:p>
            <a:fld id="{8BE09CE9-F2C2-4B21-B8B5-AAA3A3D2F76A}" type="slidenum">
              <a:rPr lang="en-US" smtClean="0"/>
              <a:t>19</a:t>
            </a:fld>
            <a:endParaRPr lang="en-US"/>
          </a:p>
        </p:txBody>
      </p:sp>
    </p:spTree>
    <p:extLst>
      <p:ext uri="{BB962C8B-B14F-4D97-AF65-F5344CB8AC3E}">
        <p14:creationId xmlns:p14="http://schemas.microsoft.com/office/powerpoint/2010/main" val="4254675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641B-3A42-F197-1912-1942F178BF30}"/>
              </a:ext>
            </a:extLst>
          </p:cNvPr>
          <p:cNvSpPr>
            <a:spLocks noGrp="1"/>
          </p:cNvSpPr>
          <p:nvPr>
            <p:ph type="title"/>
          </p:nvPr>
        </p:nvSpPr>
        <p:spPr/>
        <p:txBody>
          <a:bodyPr/>
          <a:lstStyle/>
          <a:p>
            <a:r>
              <a:rPr lang="en-US" dirty="0">
                <a:latin typeface="+mn-lt"/>
              </a:rPr>
              <a:t>PEAS (Performance, Environment, Actuators, Sensors)</a:t>
            </a:r>
          </a:p>
        </p:txBody>
      </p:sp>
      <p:sp>
        <p:nvSpPr>
          <p:cNvPr id="3" name="Content Placeholder 2">
            <a:extLst>
              <a:ext uri="{FF2B5EF4-FFF2-40B4-BE49-F238E27FC236}">
                <a16:creationId xmlns:a16="http://schemas.microsoft.com/office/drawing/2014/main" id="{ABC2CC37-53E0-5945-23BA-4F5AF6CC80B3}"/>
              </a:ext>
            </a:extLst>
          </p:cNvPr>
          <p:cNvSpPr>
            <a:spLocks noGrp="1"/>
          </p:cNvSpPr>
          <p:nvPr>
            <p:ph idx="1"/>
          </p:nvPr>
        </p:nvSpPr>
        <p:spPr/>
        <p:txBody>
          <a:bodyPr/>
          <a:lstStyle/>
          <a:p>
            <a:endParaRPr lang="en-US" dirty="0"/>
          </a:p>
          <a:p>
            <a:pPr marL="0" indent="0">
              <a:buNone/>
            </a:pPr>
            <a:r>
              <a:rPr lang="en-US" dirty="0"/>
              <a:t>Rationality of an agent, depends on performance measure, the environment, and the agent’s actuators and sensors. </a:t>
            </a:r>
            <a:r>
              <a:rPr lang="en-US" dirty="0">
                <a:sym typeface="Wingdings" panose="05000000000000000000" pitchFamily="2" charset="2"/>
              </a:rPr>
              <a:t> task environment. </a:t>
            </a:r>
            <a:endParaRPr lang="en-US" dirty="0"/>
          </a:p>
        </p:txBody>
      </p:sp>
      <p:sp>
        <p:nvSpPr>
          <p:cNvPr id="4" name="Footer Placeholder 3">
            <a:extLst>
              <a:ext uri="{FF2B5EF4-FFF2-40B4-BE49-F238E27FC236}">
                <a16:creationId xmlns:a16="http://schemas.microsoft.com/office/drawing/2014/main" id="{867643B3-53CC-6D13-3834-E37DEF88A3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DFFD77-C416-0263-A65E-60CA698C8F6F}"/>
              </a:ext>
            </a:extLst>
          </p:cNvPr>
          <p:cNvSpPr>
            <a:spLocks noGrp="1"/>
          </p:cNvSpPr>
          <p:nvPr>
            <p:ph type="sldNum" sz="quarter" idx="12"/>
          </p:nvPr>
        </p:nvSpPr>
        <p:spPr/>
        <p:txBody>
          <a:bodyPr/>
          <a:lstStyle/>
          <a:p>
            <a:fld id="{8BE09CE9-F2C2-4B21-B8B5-AAA3A3D2F76A}" type="slidenum">
              <a:rPr lang="en-US" smtClean="0"/>
              <a:t>20</a:t>
            </a:fld>
            <a:endParaRPr lang="en-US"/>
          </a:p>
        </p:txBody>
      </p:sp>
    </p:spTree>
    <p:extLst>
      <p:ext uri="{BB962C8B-B14F-4D97-AF65-F5344CB8AC3E}">
        <p14:creationId xmlns:p14="http://schemas.microsoft.com/office/powerpoint/2010/main" val="2626683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E6C8C-968D-D3D1-5CD1-210A1B0B2C1B}"/>
              </a:ext>
            </a:extLst>
          </p:cNvPr>
          <p:cNvSpPr>
            <a:spLocks noGrp="1"/>
          </p:cNvSpPr>
          <p:nvPr>
            <p:ph type="title"/>
          </p:nvPr>
        </p:nvSpPr>
        <p:spPr/>
        <p:txBody>
          <a:bodyPr/>
          <a:lstStyle/>
          <a:p>
            <a:r>
              <a:rPr lang="en-US" dirty="0"/>
              <a:t>PEAS Vacuum cleaner Robot</a:t>
            </a:r>
          </a:p>
        </p:txBody>
      </p:sp>
      <p:sp>
        <p:nvSpPr>
          <p:cNvPr id="3" name="Content Placeholder 2">
            <a:extLst>
              <a:ext uri="{FF2B5EF4-FFF2-40B4-BE49-F238E27FC236}">
                <a16:creationId xmlns:a16="http://schemas.microsoft.com/office/drawing/2014/main" id="{CF33319C-4DD9-49B6-FC5F-AF4D6C3BD122}"/>
              </a:ext>
            </a:extLst>
          </p:cNvPr>
          <p:cNvSpPr>
            <a:spLocks noGrp="1"/>
          </p:cNvSpPr>
          <p:nvPr>
            <p:ph idx="1"/>
          </p:nvPr>
        </p:nvSpPr>
        <p:spPr/>
        <p:txBody>
          <a:bodyPr/>
          <a:lstStyle/>
          <a:p>
            <a:r>
              <a:rPr lang="en-US" dirty="0"/>
              <a:t>Performance: cleanness, efficiency: distance traveled to clean, battery life, security.</a:t>
            </a:r>
          </a:p>
          <a:p>
            <a:r>
              <a:rPr lang="en-US" dirty="0"/>
              <a:t>Environment: room, table, wood floor, carpet, different obstacles.</a:t>
            </a:r>
          </a:p>
          <a:p>
            <a:r>
              <a:rPr lang="en-US" dirty="0"/>
              <a:t> Actuators: wheels, different brushes, vacuum extractor, dirt disposal tube.</a:t>
            </a:r>
          </a:p>
          <a:p>
            <a:r>
              <a:rPr lang="en-US" dirty="0"/>
              <a:t> Sensors: camera, dirt detection sensor, bump sensors, infrared wall sensors</a:t>
            </a:r>
          </a:p>
        </p:txBody>
      </p:sp>
      <p:sp>
        <p:nvSpPr>
          <p:cNvPr id="4" name="Footer Placeholder 3">
            <a:extLst>
              <a:ext uri="{FF2B5EF4-FFF2-40B4-BE49-F238E27FC236}">
                <a16:creationId xmlns:a16="http://schemas.microsoft.com/office/drawing/2014/main" id="{197530F3-610B-EC16-283E-FB2AE2138E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DF3252-6742-09FD-26E9-15C563BC8AC3}"/>
              </a:ext>
            </a:extLst>
          </p:cNvPr>
          <p:cNvSpPr>
            <a:spLocks noGrp="1"/>
          </p:cNvSpPr>
          <p:nvPr>
            <p:ph type="sldNum" sz="quarter" idx="12"/>
          </p:nvPr>
        </p:nvSpPr>
        <p:spPr/>
        <p:txBody>
          <a:bodyPr/>
          <a:lstStyle/>
          <a:p>
            <a:fld id="{8BE09CE9-F2C2-4B21-B8B5-AAA3A3D2F76A}" type="slidenum">
              <a:rPr lang="en-US" smtClean="0"/>
              <a:t>21</a:t>
            </a:fld>
            <a:endParaRPr lang="en-US"/>
          </a:p>
        </p:txBody>
      </p:sp>
    </p:spTree>
    <p:extLst>
      <p:ext uri="{BB962C8B-B14F-4D97-AF65-F5344CB8AC3E}">
        <p14:creationId xmlns:p14="http://schemas.microsoft.com/office/powerpoint/2010/main" val="2428516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ED25E-F657-AFFC-8668-6C4B3E8265C3}"/>
              </a:ext>
            </a:extLst>
          </p:cNvPr>
          <p:cNvSpPr>
            <a:spLocks noGrp="1"/>
          </p:cNvSpPr>
          <p:nvPr>
            <p:ph type="title"/>
          </p:nvPr>
        </p:nvSpPr>
        <p:spPr/>
        <p:txBody>
          <a:bodyPr/>
          <a:lstStyle/>
          <a:p>
            <a:r>
              <a:rPr lang="en-US" dirty="0"/>
              <a:t>PEAS : Self Driving Car</a:t>
            </a:r>
          </a:p>
        </p:txBody>
      </p:sp>
      <p:sp>
        <p:nvSpPr>
          <p:cNvPr id="3" name="Content Placeholder 2">
            <a:extLst>
              <a:ext uri="{FF2B5EF4-FFF2-40B4-BE49-F238E27FC236}">
                <a16:creationId xmlns:a16="http://schemas.microsoft.com/office/drawing/2014/main" id="{EEE2D16D-B3F2-9221-0CE7-E7FCF238D8B0}"/>
              </a:ext>
            </a:extLst>
          </p:cNvPr>
          <p:cNvSpPr>
            <a:spLocks noGrp="1"/>
          </p:cNvSpPr>
          <p:nvPr>
            <p:ph idx="1"/>
          </p:nvPr>
        </p:nvSpPr>
        <p:spPr/>
        <p:txBody>
          <a:bodyPr/>
          <a:lstStyle/>
          <a:p>
            <a:r>
              <a:rPr lang="en-US" dirty="0"/>
              <a:t>Performance: ? </a:t>
            </a:r>
          </a:p>
          <a:p>
            <a:r>
              <a:rPr lang="en-US" dirty="0"/>
              <a:t>Environment: ?</a:t>
            </a:r>
          </a:p>
          <a:p>
            <a:r>
              <a:rPr lang="en-US" dirty="0"/>
              <a:t>Actuators: ?</a:t>
            </a:r>
          </a:p>
          <a:p>
            <a:r>
              <a:rPr lang="en-US" dirty="0"/>
              <a:t> Sensors: ?</a:t>
            </a:r>
          </a:p>
        </p:txBody>
      </p:sp>
      <p:sp>
        <p:nvSpPr>
          <p:cNvPr id="4" name="Footer Placeholder 3">
            <a:extLst>
              <a:ext uri="{FF2B5EF4-FFF2-40B4-BE49-F238E27FC236}">
                <a16:creationId xmlns:a16="http://schemas.microsoft.com/office/drawing/2014/main" id="{17AF5EF6-5B49-2442-E28E-8F9C04EAAC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32BA9D-4827-0484-B3AE-5154702F2954}"/>
              </a:ext>
            </a:extLst>
          </p:cNvPr>
          <p:cNvSpPr>
            <a:spLocks noGrp="1"/>
          </p:cNvSpPr>
          <p:nvPr>
            <p:ph type="sldNum" sz="quarter" idx="12"/>
          </p:nvPr>
        </p:nvSpPr>
        <p:spPr/>
        <p:txBody>
          <a:bodyPr/>
          <a:lstStyle/>
          <a:p>
            <a:fld id="{8BE09CE9-F2C2-4B21-B8B5-AAA3A3D2F76A}" type="slidenum">
              <a:rPr lang="en-US" smtClean="0"/>
              <a:t>22</a:t>
            </a:fld>
            <a:endParaRPr lang="en-US"/>
          </a:p>
        </p:txBody>
      </p:sp>
    </p:spTree>
    <p:extLst>
      <p:ext uri="{BB962C8B-B14F-4D97-AF65-F5344CB8AC3E}">
        <p14:creationId xmlns:p14="http://schemas.microsoft.com/office/powerpoint/2010/main" val="3702636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ED25E-F657-AFFC-8668-6C4B3E8265C3}"/>
              </a:ext>
            </a:extLst>
          </p:cNvPr>
          <p:cNvSpPr>
            <a:spLocks noGrp="1"/>
          </p:cNvSpPr>
          <p:nvPr>
            <p:ph type="title"/>
          </p:nvPr>
        </p:nvSpPr>
        <p:spPr/>
        <p:txBody>
          <a:bodyPr/>
          <a:lstStyle/>
          <a:p>
            <a:r>
              <a:rPr lang="en-US" dirty="0"/>
              <a:t>PEAS : Self Driving Car</a:t>
            </a:r>
          </a:p>
        </p:txBody>
      </p:sp>
      <p:sp>
        <p:nvSpPr>
          <p:cNvPr id="3" name="Content Placeholder 2">
            <a:extLst>
              <a:ext uri="{FF2B5EF4-FFF2-40B4-BE49-F238E27FC236}">
                <a16:creationId xmlns:a16="http://schemas.microsoft.com/office/drawing/2014/main" id="{EEE2D16D-B3F2-9221-0CE7-E7FCF238D8B0}"/>
              </a:ext>
            </a:extLst>
          </p:cNvPr>
          <p:cNvSpPr>
            <a:spLocks noGrp="1"/>
          </p:cNvSpPr>
          <p:nvPr>
            <p:ph idx="1"/>
          </p:nvPr>
        </p:nvSpPr>
        <p:spPr/>
        <p:txBody>
          <a:bodyPr>
            <a:normAutofit/>
          </a:bodyPr>
          <a:lstStyle/>
          <a:p>
            <a:r>
              <a:rPr lang="en-US" dirty="0"/>
              <a:t>Performance:  correct destination; minimizing fuel consumption and wear and tear; minimizing the trip time or cost; minimizing violations of traffic laws and disturbances to other drivers; maximizing safety and passenger comfort, maximizing profits. </a:t>
            </a:r>
          </a:p>
          <a:p>
            <a:r>
              <a:rPr lang="en-US" dirty="0"/>
              <a:t>Environment:  traffic, pedestrians, stray animals, road works, police cars, puddles, and potholes.</a:t>
            </a:r>
          </a:p>
          <a:p>
            <a:r>
              <a:rPr lang="en-US" dirty="0"/>
              <a:t>Actuators: control over the engine through the accelerator and control over steering and braking. </a:t>
            </a:r>
          </a:p>
          <a:p>
            <a:r>
              <a:rPr lang="en-US" dirty="0"/>
              <a:t> Sensors: speedometer, cameras, GPS, engine sensors, touch screen. </a:t>
            </a:r>
          </a:p>
        </p:txBody>
      </p:sp>
      <p:sp>
        <p:nvSpPr>
          <p:cNvPr id="4" name="Footer Placeholder 3">
            <a:extLst>
              <a:ext uri="{FF2B5EF4-FFF2-40B4-BE49-F238E27FC236}">
                <a16:creationId xmlns:a16="http://schemas.microsoft.com/office/drawing/2014/main" id="{17AF5EF6-5B49-2442-E28E-8F9C04EAAC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32BA9D-4827-0484-B3AE-5154702F2954}"/>
              </a:ext>
            </a:extLst>
          </p:cNvPr>
          <p:cNvSpPr>
            <a:spLocks noGrp="1"/>
          </p:cNvSpPr>
          <p:nvPr>
            <p:ph type="sldNum" sz="quarter" idx="12"/>
          </p:nvPr>
        </p:nvSpPr>
        <p:spPr/>
        <p:txBody>
          <a:bodyPr/>
          <a:lstStyle/>
          <a:p>
            <a:fld id="{8BE09CE9-F2C2-4B21-B8B5-AAA3A3D2F76A}" type="slidenum">
              <a:rPr lang="en-US" smtClean="0"/>
              <a:t>23</a:t>
            </a:fld>
            <a:endParaRPr lang="en-US"/>
          </a:p>
        </p:txBody>
      </p:sp>
    </p:spTree>
    <p:extLst>
      <p:ext uri="{BB962C8B-B14F-4D97-AF65-F5344CB8AC3E}">
        <p14:creationId xmlns:p14="http://schemas.microsoft.com/office/powerpoint/2010/main" val="4112571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75995-4BE1-47BE-D240-7C193E7466A8}"/>
              </a:ext>
            </a:extLst>
          </p:cNvPr>
          <p:cNvSpPr>
            <a:spLocks noGrp="1"/>
          </p:cNvSpPr>
          <p:nvPr>
            <p:ph type="title"/>
          </p:nvPr>
        </p:nvSpPr>
        <p:spPr>
          <a:xfrm>
            <a:off x="838200" y="320880"/>
            <a:ext cx="10515600" cy="1153959"/>
          </a:xfrm>
        </p:spPr>
        <p:txBody>
          <a:bodyPr/>
          <a:lstStyle/>
          <a:p>
            <a:r>
              <a:rPr lang="en-US" dirty="0"/>
              <a:t>Types of Agent</a:t>
            </a:r>
          </a:p>
        </p:txBody>
      </p:sp>
      <p:sp>
        <p:nvSpPr>
          <p:cNvPr id="3" name="Content Placeholder 2">
            <a:extLst>
              <a:ext uri="{FF2B5EF4-FFF2-40B4-BE49-F238E27FC236}">
                <a16:creationId xmlns:a16="http://schemas.microsoft.com/office/drawing/2014/main" id="{AA668CC9-08C2-B88A-0C62-E73B7E9F36A4}"/>
              </a:ext>
            </a:extLst>
          </p:cNvPr>
          <p:cNvSpPr>
            <a:spLocks noGrp="1"/>
          </p:cNvSpPr>
          <p:nvPr>
            <p:ph idx="1"/>
          </p:nvPr>
        </p:nvSpPr>
        <p:spPr>
          <a:xfrm>
            <a:off x="838200" y="1474839"/>
            <a:ext cx="10515600" cy="4702124"/>
          </a:xfrm>
        </p:spPr>
        <p:txBody>
          <a:bodyPr/>
          <a:lstStyle/>
          <a:p>
            <a:pPr marL="0" indent="0">
              <a:buNone/>
            </a:pPr>
            <a:r>
              <a:rPr lang="en-US" dirty="0"/>
              <a:t>Four basic types in order of increasing generality:</a:t>
            </a:r>
          </a:p>
          <a:p>
            <a:pPr marL="0" indent="0">
              <a:buNone/>
            </a:pPr>
            <a:endParaRPr lang="en-US" dirty="0"/>
          </a:p>
          <a:p>
            <a:r>
              <a:rPr lang="en-US" dirty="0"/>
              <a:t>Simple reflex agents</a:t>
            </a:r>
          </a:p>
          <a:p>
            <a:r>
              <a:rPr lang="en-US" dirty="0"/>
              <a:t>Model-based reflex agents</a:t>
            </a:r>
          </a:p>
          <a:p>
            <a:r>
              <a:rPr lang="en-US" dirty="0"/>
              <a:t>Goal-based agents</a:t>
            </a:r>
          </a:p>
          <a:p>
            <a:r>
              <a:rPr lang="en-US" dirty="0"/>
              <a:t>Utility-based agents</a:t>
            </a:r>
          </a:p>
          <a:p>
            <a:pPr marL="0" indent="0">
              <a:buNone/>
            </a:pPr>
            <a:endParaRPr lang="en-US" dirty="0"/>
          </a:p>
          <a:p>
            <a:pPr marL="0" indent="0">
              <a:buNone/>
            </a:pPr>
            <a:r>
              <a:rPr lang="en-US" dirty="0"/>
              <a:t>All of which can be generalized into learning agents that can improve their performance and generate better actions.</a:t>
            </a:r>
          </a:p>
        </p:txBody>
      </p:sp>
      <p:sp>
        <p:nvSpPr>
          <p:cNvPr id="4" name="Footer Placeholder 3">
            <a:extLst>
              <a:ext uri="{FF2B5EF4-FFF2-40B4-BE49-F238E27FC236}">
                <a16:creationId xmlns:a16="http://schemas.microsoft.com/office/drawing/2014/main" id="{169655E0-2E45-0011-F05F-D197DF5F37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1D5B24-3869-99B1-B3D3-8A26C1411DCC}"/>
              </a:ext>
            </a:extLst>
          </p:cNvPr>
          <p:cNvSpPr>
            <a:spLocks noGrp="1"/>
          </p:cNvSpPr>
          <p:nvPr>
            <p:ph type="sldNum" sz="quarter" idx="12"/>
          </p:nvPr>
        </p:nvSpPr>
        <p:spPr/>
        <p:txBody>
          <a:bodyPr/>
          <a:lstStyle/>
          <a:p>
            <a:fld id="{8BE09CE9-F2C2-4B21-B8B5-AAA3A3D2F76A}" type="slidenum">
              <a:rPr lang="en-US" smtClean="0"/>
              <a:t>24</a:t>
            </a:fld>
            <a:endParaRPr lang="en-US"/>
          </a:p>
        </p:txBody>
      </p:sp>
    </p:spTree>
    <p:extLst>
      <p:ext uri="{BB962C8B-B14F-4D97-AF65-F5344CB8AC3E}">
        <p14:creationId xmlns:p14="http://schemas.microsoft.com/office/powerpoint/2010/main" val="2896394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4F122-BBEE-1698-7A42-F90C4D0F681E}"/>
              </a:ext>
            </a:extLst>
          </p:cNvPr>
          <p:cNvSpPr>
            <a:spLocks noGrp="1"/>
          </p:cNvSpPr>
          <p:nvPr>
            <p:ph type="title"/>
          </p:nvPr>
        </p:nvSpPr>
        <p:spPr/>
        <p:txBody>
          <a:bodyPr/>
          <a:lstStyle/>
          <a:p>
            <a:r>
              <a:rPr lang="en-US" dirty="0"/>
              <a:t>Simple Reflex Agent</a:t>
            </a:r>
          </a:p>
        </p:txBody>
      </p:sp>
      <p:sp>
        <p:nvSpPr>
          <p:cNvPr id="3" name="Content Placeholder 2">
            <a:extLst>
              <a:ext uri="{FF2B5EF4-FFF2-40B4-BE49-F238E27FC236}">
                <a16:creationId xmlns:a16="http://schemas.microsoft.com/office/drawing/2014/main" id="{173FC75F-A46D-4A49-E231-A651A5CD3D21}"/>
              </a:ext>
            </a:extLst>
          </p:cNvPr>
          <p:cNvSpPr>
            <a:spLocks noGrp="1"/>
          </p:cNvSpPr>
          <p:nvPr>
            <p:ph idx="1"/>
          </p:nvPr>
        </p:nvSpPr>
        <p:spPr/>
        <p:txBody>
          <a:bodyPr/>
          <a:lstStyle/>
          <a:p>
            <a:r>
              <a:rPr lang="en-US" dirty="0"/>
              <a:t>Simple reflex agents select an action based on the current state</a:t>
            </a:r>
          </a:p>
          <a:p>
            <a:pPr marL="0" indent="0">
              <a:buNone/>
            </a:pPr>
            <a:r>
              <a:rPr lang="en-US" dirty="0"/>
              <a:t>only ignoring the percept history.</a:t>
            </a:r>
          </a:p>
          <a:p>
            <a:r>
              <a:rPr lang="en-US" dirty="0"/>
              <a:t>Simple but limited.</a:t>
            </a:r>
          </a:p>
          <a:p>
            <a:r>
              <a:rPr lang="en-US" dirty="0"/>
              <a:t>Can only work if the environment is fully observable, that is the correct action is based on the current percept only.</a:t>
            </a:r>
          </a:p>
        </p:txBody>
      </p:sp>
      <p:sp>
        <p:nvSpPr>
          <p:cNvPr id="4" name="Footer Placeholder 3">
            <a:extLst>
              <a:ext uri="{FF2B5EF4-FFF2-40B4-BE49-F238E27FC236}">
                <a16:creationId xmlns:a16="http://schemas.microsoft.com/office/drawing/2014/main" id="{4F3232AA-E65E-39A4-C49C-72BFF02B29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80CA5F-E897-66BE-CF0A-502F6B225A43}"/>
              </a:ext>
            </a:extLst>
          </p:cNvPr>
          <p:cNvSpPr>
            <a:spLocks noGrp="1"/>
          </p:cNvSpPr>
          <p:nvPr>
            <p:ph type="sldNum" sz="quarter" idx="12"/>
          </p:nvPr>
        </p:nvSpPr>
        <p:spPr/>
        <p:txBody>
          <a:bodyPr/>
          <a:lstStyle/>
          <a:p>
            <a:fld id="{8BE09CE9-F2C2-4B21-B8B5-AAA3A3D2F76A}" type="slidenum">
              <a:rPr lang="en-US" smtClean="0"/>
              <a:t>25</a:t>
            </a:fld>
            <a:endParaRPr lang="en-US"/>
          </a:p>
        </p:txBody>
      </p:sp>
    </p:spTree>
    <p:extLst>
      <p:ext uri="{BB962C8B-B14F-4D97-AF65-F5344CB8AC3E}">
        <p14:creationId xmlns:p14="http://schemas.microsoft.com/office/powerpoint/2010/main" val="2054425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53D1B-B4C7-B5C4-7DA4-85F67F58B1CE}"/>
              </a:ext>
            </a:extLst>
          </p:cNvPr>
          <p:cNvSpPr>
            <a:spLocks noGrp="1"/>
          </p:cNvSpPr>
          <p:nvPr>
            <p:ph type="title"/>
          </p:nvPr>
        </p:nvSpPr>
        <p:spPr>
          <a:xfrm>
            <a:off x="838200" y="365125"/>
            <a:ext cx="10515600" cy="871333"/>
          </a:xfrm>
        </p:spPr>
        <p:txBody>
          <a:bodyPr/>
          <a:lstStyle/>
          <a:p>
            <a:r>
              <a:rPr lang="en-US" dirty="0"/>
              <a:t>Model-based reflex agents</a:t>
            </a:r>
          </a:p>
        </p:txBody>
      </p:sp>
      <p:sp>
        <p:nvSpPr>
          <p:cNvPr id="3" name="Content Placeholder 2">
            <a:extLst>
              <a:ext uri="{FF2B5EF4-FFF2-40B4-BE49-F238E27FC236}">
                <a16:creationId xmlns:a16="http://schemas.microsoft.com/office/drawing/2014/main" id="{812F9DA1-36F3-33F4-AFAD-5F95F0170871}"/>
              </a:ext>
            </a:extLst>
          </p:cNvPr>
          <p:cNvSpPr>
            <a:spLocks noGrp="1"/>
          </p:cNvSpPr>
          <p:nvPr>
            <p:ph idx="1"/>
          </p:nvPr>
        </p:nvSpPr>
        <p:spPr>
          <a:xfrm>
            <a:off x="838200" y="1415845"/>
            <a:ext cx="10960510" cy="4761118"/>
          </a:xfrm>
        </p:spPr>
        <p:txBody>
          <a:bodyPr/>
          <a:lstStyle/>
          <a:p>
            <a:r>
              <a:rPr lang="en-US" dirty="0"/>
              <a:t>Handle partial observability by keeping track of the part of the world it can’t see now.</a:t>
            </a:r>
          </a:p>
          <a:p>
            <a:endParaRPr lang="en-US" dirty="0"/>
          </a:p>
          <a:p>
            <a:r>
              <a:rPr lang="en-US" dirty="0"/>
              <a:t>Internal state depending on the percept history (best guess).</a:t>
            </a:r>
          </a:p>
          <a:p>
            <a:endParaRPr lang="en-US" dirty="0"/>
          </a:p>
          <a:p>
            <a:r>
              <a:rPr lang="en-US" dirty="0"/>
              <a:t>Model of the world based on (1) how the world evolves independently from the agent, and (2) how the agent actions affects the world.</a:t>
            </a:r>
          </a:p>
        </p:txBody>
      </p:sp>
      <p:sp>
        <p:nvSpPr>
          <p:cNvPr id="4" name="Footer Placeholder 3">
            <a:extLst>
              <a:ext uri="{FF2B5EF4-FFF2-40B4-BE49-F238E27FC236}">
                <a16:creationId xmlns:a16="http://schemas.microsoft.com/office/drawing/2014/main" id="{61FACBD6-C4EB-CDF5-C0E0-894386802F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BDC5B2-638F-7E61-7A02-5BDA6C655A93}"/>
              </a:ext>
            </a:extLst>
          </p:cNvPr>
          <p:cNvSpPr>
            <a:spLocks noGrp="1"/>
          </p:cNvSpPr>
          <p:nvPr>
            <p:ph type="sldNum" sz="quarter" idx="12"/>
          </p:nvPr>
        </p:nvSpPr>
        <p:spPr/>
        <p:txBody>
          <a:bodyPr/>
          <a:lstStyle/>
          <a:p>
            <a:fld id="{8BE09CE9-F2C2-4B21-B8B5-AAA3A3D2F76A}" type="slidenum">
              <a:rPr lang="en-US" smtClean="0"/>
              <a:t>26</a:t>
            </a:fld>
            <a:endParaRPr lang="en-US"/>
          </a:p>
        </p:txBody>
      </p:sp>
    </p:spTree>
    <p:extLst>
      <p:ext uri="{BB962C8B-B14F-4D97-AF65-F5344CB8AC3E}">
        <p14:creationId xmlns:p14="http://schemas.microsoft.com/office/powerpoint/2010/main" val="3530411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FC0B7-A189-9E71-381A-36D56EF9BF16}"/>
              </a:ext>
            </a:extLst>
          </p:cNvPr>
          <p:cNvSpPr>
            <a:spLocks noGrp="1"/>
          </p:cNvSpPr>
          <p:nvPr>
            <p:ph type="title"/>
          </p:nvPr>
        </p:nvSpPr>
        <p:spPr>
          <a:xfrm>
            <a:off x="324464" y="136525"/>
            <a:ext cx="11029335" cy="851617"/>
          </a:xfrm>
        </p:spPr>
        <p:txBody>
          <a:bodyPr>
            <a:normAutofit/>
          </a:bodyPr>
          <a:lstStyle/>
          <a:p>
            <a:r>
              <a:rPr lang="en-US" dirty="0"/>
              <a:t>Goal-based Agents</a:t>
            </a:r>
          </a:p>
        </p:txBody>
      </p:sp>
      <p:sp>
        <p:nvSpPr>
          <p:cNvPr id="4" name="Footer Placeholder 3">
            <a:extLst>
              <a:ext uri="{FF2B5EF4-FFF2-40B4-BE49-F238E27FC236}">
                <a16:creationId xmlns:a16="http://schemas.microsoft.com/office/drawing/2014/main" id="{10CC94A3-139D-3B6F-3AB7-C2D03E21D0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BAD746-E281-3BDB-E567-6BEB69487106}"/>
              </a:ext>
            </a:extLst>
          </p:cNvPr>
          <p:cNvSpPr>
            <a:spLocks noGrp="1"/>
          </p:cNvSpPr>
          <p:nvPr>
            <p:ph type="sldNum" sz="quarter" idx="12"/>
          </p:nvPr>
        </p:nvSpPr>
        <p:spPr/>
        <p:txBody>
          <a:bodyPr/>
          <a:lstStyle/>
          <a:p>
            <a:fld id="{8BE09CE9-F2C2-4B21-B8B5-AAA3A3D2F76A}" type="slidenum">
              <a:rPr lang="en-US" smtClean="0"/>
              <a:t>27</a:t>
            </a:fld>
            <a:endParaRPr lang="en-US"/>
          </a:p>
        </p:txBody>
      </p:sp>
      <p:sp>
        <p:nvSpPr>
          <p:cNvPr id="12" name="TextBox 11">
            <a:extLst>
              <a:ext uri="{FF2B5EF4-FFF2-40B4-BE49-F238E27FC236}">
                <a16:creationId xmlns:a16="http://schemas.microsoft.com/office/drawing/2014/main" id="{2F4EFB03-7762-86FB-747E-3C5CDA6CA9E5}"/>
              </a:ext>
            </a:extLst>
          </p:cNvPr>
          <p:cNvSpPr txBox="1"/>
          <p:nvPr/>
        </p:nvSpPr>
        <p:spPr>
          <a:xfrm>
            <a:off x="324465" y="947486"/>
            <a:ext cx="8138217" cy="5509200"/>
          </a:xfrm>
          <a:prstGeom prst="rect">
            <a:avLst/>
          </a:prstGeom>
          <a:noFill/>
        </p:spPr>
        <p:txBody>
          <a:bodyPr wrap="square">
            <a:spAutoFit/>
          </a:bodyPr>
          <a:lstStyle/>
          <a:p>
            <a:pPr marL="285750" indent="-285750">
              <a:buFont typeface="Arial" panose="020B0604020202020204" pitchFamily="34" charset="0"/>
              <a:buChar char="•"/>
            </a:pPr>
            <a:r>
              <a:rPr lang="en-US" sz="3200" dirty="0"/>
              <a:t>Knowing the current state of the environment is not enough.</a:t>
            </a:r>
          </a:p>
          <a:p>
            <a:r>
              <a:rPr lang="en-US" sz="3200" dirty="0"/>
              <a:t>The agent needs some goal information.</a:t>
            </a:r>
          </a:p>
          <a:p>
            <a:pPr marL="457200" indent="-457200">
              <a:buFont typeface="Arial" panose="020B0604020202020204" pitchFamily="34" charset="0"/>
              <a:buChar char="•"/>
            </a:pPr>
            <a:r>
              <a:rPr lang="en-US" sz="3200" dirty="0"/>
              <a:t>Agent program combines the goal information with the environment model to choose the actions that achieve that goal.</a:t>
            </a:r>
          </a:p>
          <a:p>
            <a:pPr marL="457200" indent="-457200">
              <a:buFont typeface="Arial" panose="020B0604020202020204" pitchFamily="34" charset="0"/>
              <a:buChar char="•"/>
            </a:pPr>
            <a:r>
              <a:rPr lang="en-US" sz="3200" dirty="0"/>
              <a:t>Consider the future with “What will happen if I do A?”</a:t>
            </a:r>
          </a:p>
          <a:p>
            <a:pPr marL="457200" indent="-457200">
              <a:buFont typeface="Arial" panose="020B0604020202020204" pitchFamily="34" charset="0"/>
              <a:buChar char="•"/>
            </a:pPr>
            <a:r>
              <a:rPr lang="en-US" sz="3200" dirty="0"/>
              <a:t>Flexible as knowledge supporting the decisions is explicitly represented and can be modified.</a:t>
            </a:r>
          </a:p>
        </p:txBody>
      </p:sp>
      <p:pic>
        <p:nvPicPr>
          <p:cNvPr id="3" name="Picture 2">
            <a:extLst>
              <a:ext uri="{FF2B5EF4-FFF2-40B4-BE49-F238E27FC236}">
                <a16:creationId xmlns:a16="http://schemas.microsoft.com/office/drawing/2014/main" id="{0C2937A5-6047-8FC4-43E2-02F208EBAAAA}"/>
              </a:ext>
            </a:extLst>
          </p:cNvPr>
          <p:cNvPicPr>
            <a:picLocks noChangeAspect="1"/>
          </p:cNvPicPr>
          <p:nvPr/>
        </p:nvPicPr>
        <p:blipFill>
          <a:blip r:embed="rId2"/>
          <a:stretch>
            <a:fillRect/>
          </a:stretch>
        </p:blipFill>
        <p:spPr>
          <a:xfrm>
            <a:off x="8606216" y="774440"/>
            <a:ext cx="3176792" cy="1233654"/>
          </a:xfrm>
          <a:prstGeom prst="rect">
            <a:avLst/>
          </a:prstGeom>
        </p:spPr>
      </p:pic>
      <p:pic>
        <p:nvPicPr>
          <p:cNvPr id="6" name="Picture 5">
            <a:extLst>
              <a:ext uri="{FF2B5EF4-FFF2-40B4-BE49-F238E27FC236}">
                <a16:creationId xmlns:a16="http://schemas.microsoft.com/office/drawing/2014/main" id="{E31960E5-4F75-C826-95BF-719B93912603}"/>
              </a:ext>
            </a:extLst>
          </p:cNvPr>
          <p:cNvPicPr>
            <a:picLocks noChangeAspect="1"/>
          </p:cNvPicPr>
          <p:nvPr/>
        </p:nvPicPr>
        <p:blipFill>
          <a:blip r:embed="rId3"/>
          <a:stretch>
            <a:fillRect/>
          </a:stretch>
        </p:blipFill>
        <p:spPr>
          <a:xfrm>
            <a:off x="8606216" y="2417800"/>
            <a:ext cx="3471661" cy="1764421"/>
          </a:xfrm>
          <a:prstGeom prst="rect">
            <a:avLst/>
          </a:prstGeom>
        </p:spPr>
      </p:pic>
    </p:spTree>
    <p:extLst>
      <p:ext uri="{BB962C8B-B14F-4D97-AF65-F5344CB8AC3E}">
        <p14:creationId xmlns:p14="http://schemas.microsoft.com/office/powerpoint/2010/main" val="712414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6385-0EB0-C44A-0229-68EAE17E6A58}"/>
              </a:ext>
            </a:extLst>
          </p:cNvPr>
          <p:cNvSpPr>
            <a:spLocks noGrp="1"/>
          </p:cNvSpPr>
          <p:nvPr>
            <p:ph type="title"/>
          </p:nvPr>
        </p:nvSpPr>
        <p:spPr>
          <a:xfrm>
            <a:off x="1047134" y="320880"/>
            <a:ext cx="10306665" cy="652881"/>
          </a:xfrm>
        </p:spPr>
        <p:txBody>
          <a:bodyPr>
            <a:normAutofit fontScale="90000"/>
          </a:bodyPr>
          <a:lstStyle/>
          <a:p>
            <a:br>
              <a:rPr lang="en-US" dirty="0"/>
            </a:br>
            <a:r>
              <a:rPr lang="en-US" dirty="0"/>
              <a:t>Utility-based agents</a:t>
            </a:r>
            <a:br>
              <a:rPr lang="en-US" dirty="0"/>
            </a:br>
            <a:endParaRPr lang="en-US" dirty="0"/>
          </a:p>
        </p:txBody>
      </p:sp>
      <p:sp>
        <p:nvSpPr>
          <p:cNvPr id="4" name="Footer Placeholder 3">
            <a:extLst>
              <a:ext uri="{FF2B5EF4-FFF2-40B4-BE49-F238E27FC236}">
                <a16:creationId xmlns:a16="http://schemas.microsoft.com/office/drawing/2014/main" id="{67CC548C-8E59-F4EB-0A7C-F114AD1D56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A2307B-6217-706E-0581-AC1DC8A5E25E}"/>
              </a:ext>
            </a:extLst>
          </p:cNvPr>
          <p:cNvSpPr>
            <a:spLocks noGrp="1"/>
          </p:cNvSpPr>
          <p:nvPr>
            <p:ph type="sldNum" sz="quarter" idx="12"/>
          </p:nvPr>
        </p:nvSpPr>
        <p:spPr/>
        <p:txBody>
          <a:bodyPr/>
          <a:lstStyle/>
          <a:p>
            <a:fld id="{8BE09CE9-F2C2-4B21-B8B5-AAA3A3D2F76A}" type="slidenum">
              <a:rPr lang="en-US" smtClean="0"/>
              <a:t>28</a:t>
            </a:fld>
            <a:endParaRPr lang="en-US"/>
          </a:p>
        </p:txBody>
      </p:sp>
      <p:sp>
        <p:nvSpPr>
          <p:cNvPr id="9" name="TextBox 8">
            <a:extLst>
              <a:ext uri="{FF2B5EF4-FFF2-40B4-BE49-F238E27FC236}">
                <a16:creationId xmlns:a16="http://schemas.microsoft.com/office/drawing/2014/main" id="{8406E07E-8F32-5E8B-B724-12FAEED6C457}"/>
              </a:ext>
            </a:extLst>
          </p:cNvPr>
          <p:cNvSpPr txBox="1"/>
          <p:nvPr/>
        </p:nvSpPr>
        <p:spPr>
          <a:xfrm>
            <a:off x="722672" y="1018006"/>
            <a:ext cx="10631128" cy="5509200"/>
          </a:xfrm>
          <a:prstGeom prst="rect">
            <a:avLst/>
          </a:prstGeom>
          <a:noFill/>
        </p:spPr>
        <p:txBody>
          <a:bodyPr wrap="square">
            <a:spAutoFit/>
          </a:bodyPr>
          <a:lstStyle/>
          <a:p>
            <a:pPr marL="457200" indent="-457200">
              <a:buFont typeface="Arial" panose="020B0604020202020204" pitchFamily="34" charset="0"/>
              <a:buChar char="•"/>
            </a:pPr>
            <a:r>
              <a:rPr lang="en-US" sz="3200" dirty="0"/>
              <a:t>Sometimes achieving the desired goal is not enough.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We may look for quicker, safer, cheaper trip to reach a destination.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Agent happiness should be taken into consideration. We call it utility.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A utility function is the agent’s performance measure. Because of the uncertainty in the world, a utility agent choses the action that maximizes the expected utility. </a:t>
            </a:r>
          </a:p>
        </p:txBody>
      </p:sp>
    </p:spTree>
    <p:extLst>
      <p:ext uri="{BB962C8B-B14F-4D97-AF65-F5344CB8AC3E}">
        <p14:creationId xmlns:p14="http://schemas.microsoft.com/office/powerpoint/2010/main" val="1692956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BA87A-C18B-5118-FFD8-D4BED5BBFD40}"/>
              </a:ext>
            </a:extLst>
          </p:cNvPr>
          <p:cNvSpPr>
            <a:spLocks noGrp="1"/>
          </p:cNvSpPr>
          <p:nvPr>
            <p:ph type="title"/>
          </p:nvPr>
        </p:nvSpPr>
        <p:spPr>
          <a:xfrm>
            <a:off x="838200" y="365125"/>
            <a:ext cx="10515600" cy="797591"/>
          </a:xfrm>
        </p:spPr>
        <p:txBody>
          <a:bodyPr/>
          <a:lstStyle/>
          <a:p>
            <a:r>
              <a:rPr lang="en-US" dirty="0"/>
              <a:t>Task environment in AI is vast !!</a:t>
            </a:r>
          </a:p>
        </p:txBody>
      </p:sp>
      <p:sp>
        <p:nvSpPr>
          <p:cNvPr id="3" name="Content Placeholder 2">
            <a:extLst>
              <a:ext uri="{FF2B5EF4-FFF2-40B4-BE49-F238E27FC236}">
                <a16:creationId xmlns:a16="http://schemas.microsoft.com/office/drawing/2014/main" id="{E72717C8-AC82-7B22-C3AE-19A72D4184B7}"/>
              </a:ext>
            </a:extLst>
          </p:cNvPr>
          <p:cNvSpPr>
            <a:spLocks noGrp="1"/>
          </p:cNvSpPr>
          <p:nvPr>
            <p:ph idx="1"/>
          </p:nvPr>
        </p:nvSpPr>
        <p:spPr>
          <a:xfrm>
            <a:off x="838200" y="1342103"/>
            <a:ext cx="10515600" cy="4834860"/>
          </a:xfrm>
        </p:spPr>
        <p:txBody>
          <a:bodyPr>
            <a:normAutofit fontScale="70000" lnSpcReduction="20000"/>
          </a:bodyPr>
          <a:lstStyle/>
          <a:p>
            <a:r>
              <a:rPr lang="en-US" cap="all" dirty="0"/>
              <a:t>FULLY OBSERVABLE </a:t>
            </a:r>
          </a:p>
          <a:p>
            <a:r>
              <a:rPr lang="en-US" cap="all" dirty="0"/>
              <a:t>PARTIALLY OBSERVABLE</a:t>
            </a:r>
          </a:p>
          <a:p>
            <a:r>
              <a:rPr lang="en-US" cap="all" dirty="0"/>
              <a:t>SINGLE-AGENT </a:t>
            </a:r>
          </a:p>
          <a:p>
            <a:r>
              <a:rPr lang="en-US" cap="all" dirty="0"/>
              <a:t>MULTIAGENT</a:t>
            </a:r>
          </a:p>
          <a:p>
            <a:r>
              <a:rPr lang="en-US" cap="all" dirty="0"/>
              <a:t>Deterministic </a:t>
            </a:r>
          </a:p>
          <a:p>
            <a:r>
              <a:rPr lang="en-US" cap="all" dirty="0"/>
              <a:t>Nondeterministic</a:t>
            </a:r>
          </a:p>
          <a:p>
            <a:r>
              <a:rPr lang="en-US" dirty="0"/>
              <a:t>EPISODIC </a:t>
            </a:r>
          </a:p>
          <a:p>
            <a:r>
              <a:rPr lang="en-US" dirty="0"/>
              <a:t>SEQUENTIAL</a:t>
            </a:r>
          </a:p>
          <a:p>
            <a:r>
              <a:rPr lang="en-US" dirty="0"/>
              <a:t>STATIC </a:t>
            </a:r>
          </a:p>
          <a:p>
            <a:r>
              <a:rPr lang="en-US" dirty="0"/>
              <a:t>DYNAMIC</a:t>
            </a:r>
          </a:p>
          <a:p>
            <a:r>
              <a:rPr lang="en-US" dirty="0"/>
              <a:t>DISCRETE </a:t>
            </a:r>
          </a:p>
          <a:p>
            <a:r>
              <a:rPr lang="en-US" dirty="0"/>
              <a:t>CONTINUOUS</a:t>
            </a:r>
          </a:p>
          <a:p>
            <a:r>
              <a:rPr lang="en-US" cap="all" dirty="0"/>
              <a:t>Known</a:t>
            </a:r>
          </a:p>
          <a:p>
            <a:r>
              <a:rPr lang="en-US" cap="all" dirty="0"/>
              <a:t>Unknown</a:t>
            </a:r>
          </a:p>
        </p:txBody>
      </p:sp>
      <p:sp>
        <p:nvSpPr>
          <p:cNvPr id="4" name="Footer Placeholder 3">
            <a:extLst>
              <a:ext uri="{FF2B5EF4-FFF2-40B4-BE49-F238E27FC236}">
                <a16:creationId xmlns:a16="http://schemas.microsoft.com/office/drawing/2014/main" id="{A4446E86-571C-EBA6-949A-BF511C1AC6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35AFD1-EE54-E757-CF63-DEF13791AB3E}"/>
              </a:ext>
            </a:extLst>
          </p:cNvPr>
          <p:cNvSpPr>
            <a:spLocks noGrp="1"/>
          </p:cNvSpPr>
          <p:nvPr>
            <p:ph type="sldNum" sz="quarter" idx="12"/>
          </p:nvPr>
        </p:nvSpPr>
        <p:spPr/>
        <p:txBody>
          <a:bodyPr/>
          <a:lstStyle/>
          <a:p>
            <a:fld id="{8BE09CE9-F2C2-4B21-B8B5-AAA3A3D2F76A}" type="slidenum">
              <a:rPr lang="en-US" smtClean="0"/>
              <a:t>29</a:t>
            </a:fld>
            <a:endParaRPr lang="en-US"/>
          </a:p>
        </p:txBody>
      </p:sp>
    </p:spTree>
    <p:extLst>
      <p:ext uri="{BB962C8B-B14F-4D97-AF65-F5344CB8AC3E}">
        <p14:creationId xmlns:p14="http://schemas.microsoft.com/office/powerpoint/2010/main" val="4007294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115F9-9E48-190B-FABC-16AE9CF617B2}"/>
              </a:ext>
            </a:extLst>
          </p:cNvPr>
          <p:cNvSpPr>
            <a:spLocks noGrp="1"/>
          </p:cNvSpPr>
          <p:nvPr>
            <p:ph type="title"/>
          </p:nvPr>
        </p:nvSpPr>
        <p:spPr/>
        <p:txBody>
          <a:bodyPr/>
          <a:lstStyle/>
          <a:p>
            <a:r>
              <a:rPr lang="en-US" dirty="0"/>
              <a:t>FULLY OBSERVABLE ENVIRONMENT</a:t>
            </a:r>
            <a:br>
              <a:rPr lang="en-US" dirty="0"/>
            </a:br>
            <a:endParaRPr lang="en-US" dirty="0"/>
          </a:p>
        </p:txBody>
      </p:sp>
      <p:sp>
        <p:nvSpPr>
          <p:cNvPr id="3" name="Content Placeholder 2">
            <a:extLst>
              <a:ext uri="{FF2B5EF4-FFF2-40B4-BE49-F238E27FC236}">
                <a16:creationId xmlns:a16="http://schemas.microsoft.com/office/drawing/2014/main" id="{6FD2916D-AD66-35B0-E23B-DC8D9165B46D}"/>
              </a:ext>
            </a:extLst>
          </p:cNvPr>
          <p:cNvSpPr>
            <a:spLocks noGrp="1"/>
          </p:cNvSpPr>
          <p:nvPr>
            <p:ph idx="1"/>
          </p:nvPr>
        </p:nvSpPr>
        <p:spPr>
          <a:xfrm>
            <a:off x="838200" y="1124712"/>
            <a:ext cx="10515600" cy="5052251"/>
          </a:xfrm>
        </p:spPr>
        <p:txBody>
          <a:bodyPr>
            <a:normAutofit/>
          </a:bodyPr>
          <a:lstStyle/>
          <a:p>
            <a:pPr marL="0" indent="0">
              <a:buNone/>
            </a:pPr>
            <a:endParaRPr lang="en-US" b="1" dirty="0"/>
          </a:p>
          <a:p>
            <a:r>
              <a:rPr lang="en-US" b="1" dirty="0"/>
              <a:t> </a:t>
            </a:r>
            <a:r>
              <a:rPr lang="en-US" dirty="0"/>
              <a:t>If an agent’s sensors give it access to the complete state of the environment at each point in time, then we say that the task environment is fully observable. </a:t>
            </a:r>
          </a:p>
          <a:p>
            <a:endParaRPr lang="en-US" dirty="0"/>
          </a:p>
          <a:p>
            <a:r>
              <a:rPr lang="en-US" dirty="0"/>
              <a:t>A task environment is effectively fully observable if the sensors detect all aspects that are relevant to the choice of action; relevance, in turn, depends on the performance measure. </a:t>
            </a:r>
          </a:p>
          <a:p>
            <a:endParaRPr lang="en-US" dirty="0"/>
          </a:p>
          <a:p>
            <a:r>
              <a:rPr lang="en-US" dirty="0"/>
              <a:t>Fully observable environments are convenient because the agent need not maintain any internal state to keep track of the world. </a:t>
            </a:r>
          </a:p>
        </p:txBody>
      </p:sp>
      <p:sp>
        <p:nvSpPr>
          <p:cNvPr id="4" name="Footer Placeholder 3">
            <a:extLst>
              <a:ext uri="{FF2B5EF4-FFF2-40B4-BE49-F238E27FC236}">
                <a16:creationId xmlns:a16="http://schemas.microsoft.com/office/drawing/2014/main" id="{1A4CAD4B-7158-B821-C5B2-F03499EE4D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8919DF-48BC-B956-C55F-EC8111E62E65}"/>
              </a:ext>
            </a:extLst>
          </p:cNvPr>
          <p:cNvSpPr>
            <a:spLocks noGrp="1"/>
          </p:cNvSpPr>
          <p:nvPr>
            <p:ph type="sldNum" sz="quarter" idx="12"/>
          </p:nvPr>
        </p:nvSpPr>
        <p:spPr/>
        <p:txBody>
          <a:bodyPr/>
          <a:lstStyle/>
          <a:p>
            <a:fld id="{8BE09CE9-F2C2-4B21-B8B5-AAA3A3D2F76A}" type="slidenum">
              <a:rPr lang="en-US" smtClean="0"/>
              <a:t>30</a:t>
            </a:fld>
            <a:endParaRPr lang="en-US"/>
          </a:p>
        </p:txBody>
      </p:sp>
    </p:spTree>
    <p:extLst>
      <p:ext uri="{BB962C8B-B14F-4D97-AF65-F5344CB8AC3E}">
        <p14:creationId xmlns:p14="http://schemas.microsoft.com/office/powerpoint/2010/main" val="37426534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6104C-0A47-FA4E-78C5-1392F91CE82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554D631-333A-FDDD-EECA-91F98D623A40}"/>
              </a:ext>
            </a:extLst>
          </p:cNvPr>
          <p:cNvSpPr>
            <a:spLocks noGrp="1"/>
          </p:cNvSpPr>
          <p:nvPr>
            <p:ph idx="1"/>
          </p:nvPr>
        </p:nvSpPr>
        <p:spPr/>
        <p:txBody>
          <a:bodyPr/>
          <a:lstStyle/>
          <a:p>
            <a:pPr marL="0" indent="0">
              <a:buNone/>
            </a:pPr>
            <a:r>
              <a:rPr lang="en-US" dirty="0"/>
              <a:t> </a:t>
            </a:r>
          </a:p>
          <a:p>
            <a:endParaRPr lang="en-US" dirty="0"/>
          </a:p>
          <a:p>
            <a:endParaRPr lang="en-US" dirty="0"/>
          </a:p>
        </p:txBody>
      </p:sp>
      <p:sp>
        <p:nvSpPr>
          <p:cNvPr id="4" name="Footer Placeholder 3">
            <a:extLst>
              <a:ext uri="{FF2B5EF4-FFF2-40B4-BE49-F238E27FC236}">
                <a16:creationId xmlns:a16="http://schemas.microsoft.com/office/drawing/2014/main" id="{ED542ABA-ECE8-94CD-61BA-9ADB177CF3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D6D489-B5E6-2033-52C1-4A6EA0EFF631}"/>
              </a:ext>
            </a:extLst>
          </p:cNvPr>
          <p:cNvSpPr>
            <a:spLocks noGrp="1"/>
          </p:cNvSpPr>
          <p:nvPr>
            <p:ph type="sldNum" sz="quarter" idx="12"/>
          </p:nvPr>
        </p:nvSpPr>
        <p:spPr/>
        <p:txBody>
          <a:bodyPr/>
          <a:lstStyle/>
          <a:p>
            <a:fld id="{8BE09CE9-F2C2-4B21-B8B5-AAA3A3D2F76A}" type="slidenum">
              <a:rPr lang="en-US" smtClean="0"/>
              <a:t>31</a:t>
            </a:fld>
            <a:endParaRPr lang="en-US"/>
          </a:p>
        </p:txBody>
      </p:sp>
      <p:pic>
        <p:nvPicPr>
          <p:cNvPr id="6" name="Picture 5">
            <a:extLst>
              <a:ext uri="{FF2B5EF4-FFF2-40B4-BE49-F238E27FC236}">
                <a16:creationId xmlns:a16="http://schemas.microsoft.com/office/drawing/2014/main" id="{1B4E3735-C53E-1FAA-088D-06AD51FA87C3}"/>
              </a:ext>
            </a:extLst>
          </p:cNvPr>
          <p:cNvPicPr>
            <a:picLocks noChangeAspect="1"/>
          </p:cNvPicPr>
          <p:nvPr/>
        </p:nvPicPr>
        <p:blipFill>
          <a:blip r:embed="rId2"/>
          <a:stretch>
            <a:fillRect/>
          </a:stretch>
        </p:blipFill>
        <p:spPr>
          <a:xfrm>
            <a:off x="3220678" y="365125"/>
            <a:ext cx="5799803" cy="5799803"/>
          </a:xfrm>
          <a:prstGeom prst="rect">
            <a:avLst/>
          </a:prstGeom>
        </p:spPr>
      </p:pic>
    </p:spTree>
    <p:extLst>
      <p:ext uri="{BB962C8B-B14F-4D97-AF65-F5344CB8AC3E}">
        <p14:creationId xmlns:p14="http://schemas.microsoft.com/office/powerpoint/2010/main" val="916275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81EDB-D97B-2D7C-593C-EFD5A3D4F26A}"/>
              </a:ext>
            </a:extLst>
          </p:cNvPr>
          <p:cNvSpPr>
            <a:spLocks noGrp="1"/>
          </p:cNvSpPr>
          <p:nvPr>
            <p:ph type="title"/>
          </p:nvPr>
        </p:nvSpPr>
        <p:spPr/>
        <p:txBody>
          <a:bodyPr/>
          <a:lstStyle/>
          <a:p>
            <a:r>
              <a:rPr lang="en-US" dirty="0"/>
              <a:t>PARTIALLY OBSERVABLE ENVIRONMENT</a:t>
            </a:r>
            <a:br>
              <a:rPr lang="en-US" dirty="0"/>
            </a:br>
            <a:endParaRPr lang="en-US" dirty="0"/>
          </a:p>
        </p:txBody>
      </p:sp>
      <p:sp>
        <p:nvSpPr>
          <p:cNvPr id="3" name="Content Placeholder 2">
            <a:extLst>
              <a:ext uri="{FF2B5EF4-FFF2-40B4-BE49-F238E27FC236}">
                <a16:creationId xmlns:a16="http://schemas.microsoft.com/office/drawing/2014/main" id="{5D5BB762-9623-E10C-3370-CFC9005C8B0D}"/>
              </a:ext>
            </a:extLst>
          </p:cNvPr>
          <p:cNvSpPr>
            <a:spLocks noGrp="1"/>
          </p:cNvSpPr>
          <p:nvPr>
            <p:ph idx="1"/>
          </p:nvPr>
        </p:nvSpPr>
        <p:spPr>
          <a:xfrm>
            <a:off x="838200" y="1317812"/>
            <a:ext cx="10515600" cy="4859151"/>
          </a:xfrm>
        </p:spPr>
        <p:txBody>
          <a:bodyPr/>
          <a:lstStyle/>
          <a:p>
            <a:endParaRPr lang="en-US" dirty="0">
              <a:solidFill>
                <a:schemeClr val="tx2"/>
              </a:solidFill>
            </a:endParaRPr>
          </a:p>
          <a:p>
            <a:pPr marL="0" indent="0">
              <a:buNone/>
            </a:pPr>
            <a:endParaRPr lang="en-US" dirty="0">
              <a:solidFill>
                <a:schemeClr val="tx2"/>
              </a:solidFill>
            </a:endParaRPr>
          </a:p>
          <a:p>
            <a:r>
              <a:rPr lang="en-US" dirty="0"/>
              <a:t>An environment might be partially observable because parts of the state are simply missing from the sensor data. E.g. Cars (although road is fully observable), poker</a:t>
            </a:r>
          </a:p>
        </p:txBody>
      </p:sp>
      <p:sp>
        <p:nvSpPr>
          <p:cNvPr id="4" name="Footer Placeholder 3">
            <a:extLst>
              <a:ext uri="{FF2B5EF4-FFF2-40B4-BE49-F238E27FC236}">
                <a16:creationId xmlns:a16="http://schemas.microsoft.com/office/drawing/2014/main" id="{AFB5763D-DA4F-1B54-43CB-A3A6C4432F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B6A578-36BF-3B4D-23A4-DEC71D873DBE}"/>
              </a:ext>
            </a:extLst>
          </p:cNvPr>
          <p:cNvSpPr>
            <a:spLocks noGrp="1"/>
          </p:cNvSpPr>
          <p:nvPr>
            <p:ph type="sldNum" sz="quarter" idx="12"/>
          </p:nvPr>
        </p:nvSpPr>
        <p:spPr/>
        <p:txBody>
          <a:bodyPr/>
          <a:lstStyle/>
          <a:p>
            <a:fld id="{8BE09CE9-F2C2-4B21-B8B5-AAA3A3D2F76A}" type="slidenum">
              <a:rPr lang="en-US" smtClean="0"/>
              <a:t>32</a:t>
            </a:fld>
            <a:endParaRPr lang="en-US"/>
          </a:p>
        </p:txBody>
      </p:sp>
    </p:spTree>
    <p:extLst>
      <p:ext uri="{BB962C8B-B14F-4D97-AF65-F5344CB8AC3E}">
        <p14:creationId xmlns:p14="http://schemas.microsoft.com/office/powerpoint/2010/main" val="1365942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33DE9-547D-EA73-5738-05A7AB8FB0EF}"/>
              </a:ext>
            </a:extLst>
          </p:cNvPr>
          <p:cNvSpPr>
            <a:spLocks noGrp="1"/>
          </p:cNvSpPr>
          <p:nvPr>
            <p:ph type="title"/>
          </p:nvPr>
        </p:nvSpPr>
        <p:spPr>
          <a:xfrm>
            <a:off x="838200" y="365126"/>
            <a:ext cx="10515600" cy="888488"/>
          </a:xfrm>
        </p:spPr>
        <p:txBody>
          <a:bodyPr>
            <a:normAutofit fontScale="90000"/>
          </a:bodyPr>
          <a:lstStyle/>
          <a:p>
            <a:pPr marL="0" indent="0"/>
            <a:br>
              <a:rPr lang="en-US" dirty="0">
                <a:solidFill>
                  <a:schemeClr val="tx2"/>
                </a:solidFill>
              </a:rPr>
            </a:br>
            <a:br>
              <a:rPr lang="en-US" dirty="0">
                <a:solidFill>
                  <a:schemeClr val="tx2"/>
                </a:solidFill>
              </a:rPr>
            </a:br>
            <a:r>
              <a:rPr lang="en-US" dirty="0"/>
              <a:t>SINGLE-AGENT ENVIRONMENT</a:t>
            </a:r>
            <a:br>
              <a:rPr lang="en-US" dirty="0">
                <a:solidFill>
                  <a:schemeClr val="tx2"/>
                </a:solidFill>
              </a:rPr>
            </a:br>
            <a:br>
              <a:rPr lang="en-US" b="1" dirty="0"/>
            </a:br>
            <a:endParaRPr lang="en-US" dirty="0"/>
          </a:p>
        </p:txBody>
      </p:sp>
      <p:sp>
        <p:nvSpPr>
          <p:cNvPr id="3" name="Content Placeholder 2">
            <a:extLst>
              <a:ext uri="{FF2B5EF4-FFF2-40B4-BE49-F238E27FC236}">
                <a16:creationId xmlns:a16="http://schemas.microsoft.com/office/drawing/2014/main" id="{CE3090C6-38B6-9C1F-178D-F38D100B4076}"/>
              </a:ext>
            </a:extLst>
          </p:cNvPr>
          <p:cNvSpPr>
            <a:spLocks noGrp="1"/>
          </p:cNvSpPr>
          <p:nvPr>
            <p:ph idx="1"/>
          </p:nvPr>
        </p:nvSpPr>
        <p:spPr/>
        <p:txBody>
          <a:bodyPr/>
          <a:lstStyle/>
          <a:p>
            <a:r>
              <a:rPr lang="en-US" dirty="0"/>
              <a:t>Environment involves one agent. </a:t>
            </a:r>
          </a:p>
          <a:p>
            <a:endParaRPr lang="en-US" b="1" dirty="0"/>
          </a:p>
          <a:p>
            <a:r>
              <a:rPr lang="en-US" dirty="0"/>
              <a:t>For example, a vacuum cleaner cleaning a room.</a:t>
            </a:r>
          </a:p>
          <a:p>
            <a:endParaRPr lang="en-US" dirty="0"/>
          </a:p>
        </p:txBody>
      </p:sp>
      <p:sp>
        <p:nvSpPr>
          <p:cNvPr id="4" name="Footer Placeholder 3">
            <a:extLst>
              <a:ext uri="{FF2B5EF4-FFF2-40B4-BE49-F238E27FC236}">
                <a16:creationId xmlns:a16="http://schemas.microsoft.com/office/drawing/2014/main" id="{5FFB3039-244C-F353-C46F-E655C451C9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9D8BA7-3D9C-53D7-7DFC-41ADDDDB7741}"/>
              </a:ext>
            </a:extLst>
          </p:cNvPr>
          <p:cNvSpPr>
            <a:spLocks noGrp="1"/>
          </p:cNvSpPr>
          <p:nvPr>
            <p:ph type="sldNum" sz="quarter" idx="12"/>
          </p:nvPr>
        </p:nvSpPr>
        <p:spPr/>
        <p:txBody>
          <a:bodyPr/>
          <a:lstStyle/>
          <a:p>
            <a:fld id="{8BE09CE9-F2C2-4B21-B8B5-AAA3A3D2F76A}" type="slidenum">
              <a:rPr lang="en-US" smtClean="0"/>
              <a:t>33</a:t>
            </a:fld>
            <a:endParaRPr lang="en-US"/>
          </a:p>
        </p:txBody>
      </p:sp>
    </p:spTree>
    <p:extLst>
      <p:ext uri="{BB962C8B-B14F-4D97-AF65-F5344CB8AC3E}">
        <p14:creationId xmlns:p14="http://schemas.microsoft.com/office/powerpoint/2010/main" val="3805397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348BCF6-CF4F-469E-EC62-FEB3806F3131}"/>
              </a:ext>
            </a:extLst>
          </p:cNvPr>
          <p:cNvSpPr>
            <a:spLocks noGrp="1"/>
          </p:cNvSpPr>
          <p:nvPr>
            <p:ph type="title"/>
          </p:nvPr>
        </p:nvSpPr>
        <p:spPr/>
        <p:txBody>
          <a:bodyPr/>
          <a:lstStyle/>
          <a:p>
            <a:r>
              <a:rPr lang="en-US" dirty="0"/>
              <a:t>MULTI AGENT ENVIRONMENT</a:t>
            </a:r>
            <a:br>
              <a:rPr lang="en-US" dirty="0">
                <a:solidFill>
                  <a:schemeClr val="tx2"/>
                </a:solidFill>
              </a:rPr>
            </a:br>
            <a:endParaRPr lang="en-US" dirty="0"/>
          </a:p>
        </p:txBody>
      </p:sp>
      <p:sp>
        <p:nvSpPr>
          <p:cNvPr id="3" name="Content Placeholder 2">
            <a:extLst>
              <a:ext uri="{FF2B5EF4-FFF2-40B4-BE49-F238E27FC236}">
                <a16:creationId xmlns:a16="http://schemas.microsoft.com/office/drawing/2014/main" id="{4E9F8BA2-F67A-1410-6CC1-7C08F0C2498D}"/>
              </a:ext>
            </a:extLst>
          </p:cNvPr>
          <p:cNvSpPr>
            <a:spLocks noGrp="1"/>
          </p:cNvSpPr>
          <p:nvPr>
            <p:ph idx="1"/>
          </p:nvPr>
        </p:nvSpPr>
        <p:spPr/>
        <p:txBody>
          <a:bodyPr/>
          <a:lstStyle/>
          <a:p>
            <a:endParaRPr lang="en-US" dirty="0"/>
          </a:p>
          <a:p>
            <a:r>
              <a:rPr lang="en-US" dirty="0"/>
              <a:t>Involves multiple agents (at least two).</a:t>
            </a:r>
          </a:p>
          <a:p>
            <a:endParaRPr lang="en-US" dirty="0"/>
          </a:p>
          <a:p>
            <a:r>
              <a:rPr lang="en-US" dirty="0"/>
              <a:t>Chess (agent-human, human-human, </a:t>
            </a:r>
            <a:r>
              <a:rPr lang="en-US" dirty="0" err="1"/>
              <a:t>agent_a</a:t>
            </a:r>
            <a:r>
              <a:rPr lang="en-US" dirty="0"/>
              <a:t> – </a:t>
            </a:r>
            <a:r>
              <a:rPr lang="en-US" dirty="0" err="1"/>
              <a:t>agent_b</a:t>
            </a:r>
            <a:r>
              <a:rPr lang="en-US" dirty="0"/>
              <a:t>)</a:t>
            </a:r>
          </a:p>
          <a:p>
            <a:endParaRPr lang="en-US" dirty="0"/>
          </a:p>
          <a:p>
            <a:r>
              <a:rPr lang="en-US" dirty="0"/>
              <a:t>Robots in warehouse, self driving cars</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B1341D3F-B1F3-7965-D5BA-BF64C51144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2C6CED-47BA-47FB-CF8C-67D1259F1578}"/>
              </a:ext>
            </a:extLst>
          </p:cNvPr>
          <p:cNvSpPr>
            <a:spLocks noGrp="1"/>
          </p:cNvSpPr>
          <p:nvPr>
            <p:ph type="sldNum" sz="quarter" idx="12"/>
          </p:nvPr>
        </p:nvSpPr>
        <p:spPr/>
        <p:txBody>
          <a:bodyPr/>
          <a:lstStyle/>
          <a:p>
            <a:fld id="{8BE09CE9-F2C2-4B21-B8B5-AAA3A3D2F76A}" type="slidenum">
              <a:rPr lang="en-US" smtClean="0"/>
              <a:t>34</a:t>
            </a:fld>
            <a:endParaRPr lang="en-US"/>
          </a:p>
        </p:txBody>
      </p:sp>
    </p:spTree>
    <p:extLst>
      <p:ext uri="{BB962C8B-B14F-4D97-AF65-F5344CB8AC3E}">
        <p14:creationId xmlns:p14="http://schemas.microsoft.com/office/powerpoint/2010/main" val="1854886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714F-0887-8A37-914C-58257B4E23CB}"/>
              </a:ext>
            </a:extLst>
          </p:cNvPr>
          <p:cNvSpPr>
            <a:spLocks noGrp="1"/>
          </p:cNvSpPr>
          <p:nvPr>
            <p:ph type="title"/>
          </p:nvPr>
        </p:nvSpPr>
        <p:spPr/>
        <p:txBody>
          <a:bodyPr/>
          <a:lstStyle/>
          <a:p>
            <a:r>
              <a:rPr lang="en-US" dirty="0"/>
              <a:t>COMPETITIVE ENVIRONMENT</a:t>
            </a:r>
            <a:br>
              <a:rPr lang="en-US" dirty="0"/>
            </a:br>
            <a:endParaRPr lang="en-US" dirty="0"/>
          </a:p>
        </p:txBody>
      </p:sp>
      <p:sp>
        <p:nvSpPr>
          <p:cNvPr id="3" name="Content Placeholder 2">
            <a:extLst>
              <a:ext uri="{FF2B5EF4-FFF2-40B4-BE49-F238E27FC236}">
                <a16:creationId xmlns:a16="http://schemas.microsoft.com/office/drawing/2014/main" id="{793B89FE-7587-103D-79B0-FB7504D1E97C}"/>
              </a:ext>
            </a:extLst>
          </p:cNvPr>
          <p:cNvSpPr>
            <a:spLocks noGrp="1"/>
          </p:cNvSpPr>
          <p:nvPr>
            <p:ph idx="1"/>
          </p:nvPr>
        </p:nvSpPr>
        <p:spPr/>
        <p:txBody>
          <a:bodyPr>
            <a:normAutofit lnSpcReduction="10000"/>
          </a:bodyPr>
          <a:lstStyle/>
          <a:p>
            <a:pPr marL="0" indent="0">
              <a:buNone/>
            </a:pPr>
            <a:endParaRPr lang="en-US" dirty="0"/>
          </a:p>
          <a:p>
            <a:r>
              <a:rPr lang="en-US" dirty="0"/>
              <a:t>Agent trying to maximize their own performance while minimizing the performance of another agent.</a:t>
            </a:r>
          </a:p>
          <a:p>
            <a:endParaRPr lang="en-US" dirty="0"/>
          </a:p>
          <a:p>
            <a:r>
              <a:rPr lang="en-US" dirty="0"/>
              <a:t>Always a multi agent scenario. </a:t>
            </a:r>
          </a:p>
          <a:p>
            <a:endParaRPr lang="en-US" dirty="0"/>
          </a:p>
          <a:p>
            <a:r>
              <a:rPr lang="en-US" dirty="0"/>
              <a:t>Although behavior is competitive, but sometimes considered rational.</a:t>
            </a:r>
          </a:p>
          <a:p>
            <a:endParaRPr lang="en-US" dirty="0"/>
          </a:p>
          <a:p>
            <a:r>
              <a:rPr lang="en-US" dirty="0"/>
              <a:t>E.g. Chess</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8315157C-4A05-0AA2-DD05-FEE5E3EA1C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82EB71-EB35-838C-4A44-3950DC7CDBA9}"/>
              </a:ext>
            </a:extLst>
          </p:cNvPr>
          <p:cNvSpPr>
            <a:spLocks noGrp="1"/>
          </p:cNvSpPr>
          <p:nvPr>
            <p:ph type="sldNum" sz="quarter" idx="12"/>
          </p:nvPr>
        </p:nvSpPr>
        <p:spPr/>
        <p:txBody>
          <a:bodyPr/>
          <a:lstStyle/>
          <a:p>
            <a:fld id="{8BE09CE9-F2C2-4B21-B8B5-AAA3A3D2F76A}" type="slidenum">
              <a:rPr lang="en-US" smtClean="0"/>
              <a:t>35</a:t>
            </a:fld>
            <a:endParaRPr lang="en-US"/>
          </a:p>
        </p:txBody>
      </p:sp>
    </p:spTree>
    <p:extLst>
      <p:ext uri="{BB962C8B-B14F-4D97-AF65-F5344CB8AC3E}">
        <p14:creationId xmlns:p14="http://schemas.microsoft.com/office/powerpoint/2010/main" val="42063495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4FFEE-C839-B3E3-61C0-BEF027627932}"/>
              </a:ext>
            </a:extLst>
          </p:cNvPr>
          <p:cNvSpPr>
            <a:spLocks noGrp="1"/>
          </p:cNvSpPr>
          <p:nvPr>
            <p:ph type="title"/>
          </p:nvPr>
        </p:nvSpPr>
        <p:spPr>
          <a:xfrm>
            <a:off x="838200" y="291383"/>
            <a:ext cx="10515600" cy="1325563"/>
          </a:xfrm>
        </p:spPr>
        <p:txBody>
          <a:bodyPr/>
          <a:lstStyle/>
          <a:p>
            <a:r>
              <a:rPr lang="en-US" dirty="0"/>
              <a:t>COOPERATIVE ENVIRONMENT</a:t>
            </a:r>
            <a:br>
              <a:rPr lang="en-US" dirty="0"/>
            </a:br>
            <a:endParaRPr lang="en-US" dirty="0"/>
          </a:p>
        </p:txBody>
      </p:sp>
      <p:sp>
        <p:nvSpPr>
          <p:cNvPr id="3" name="Content Placeholder 2">
            <a:extLst>
              <a:ext uri="{FF2B5EF4-FFF2-40B4-BE49-F238E27FC236}">
                <a16:creationId xmlns:a16="http://schemas.microsoft.com/office/drawing/2014/main" id="{6DF5254E-63AA-D52F-E5A0-993CFF235D99}"/>
              </a:ext>
            </a:extLst>
          </p:cNvPr>
          <p:cNvSpPr>
            <a:spLocks noGrp="1"/>
          </p:cNvSpPr>
          <p:nvPr>
            <p:ph idx="1"/>
          </p:nvPr>
        </p:nvSpPr>
        <p:spPr/>
        <p:txBody>
          <a:bodyPr>
            <a:normAutofit/>
          </a:bodyPr>
          <a:lstStyle/>
          <a:p>
            <a:pPr marL="0" indent="0">
              <a:buNone/>
            </a:pPr>
            <a:endParaRPr lang="en-US" dirty="0"/>
          </a:p>
          <a:p>
            <a:r>
              <a:rPr lang="en-US" dirty="0"/>
              <a:t>Agents helping each other to succeed.</a:t>
            </a:r>
          </a:p>
          <a:p>
            <a:endParaRPr lang="en-US" dirty="0"/>
          </a:p>
          <a:p>
            <a:endParaRPr lang="en-US" dirty="0"/>
          </a:p>
          <a:p>
            <a:r>
              <a:rPr lang="en-US" dirty="0"/>
              <a:t>Agents' actions are usually considered rational.</a:t>
            </a:r>
          </a:p>
          <a:p>
            <a:endParaRPr lang="en-US" dirty="0"/>
          </a:p>
          <a:p>
            <a:r>
              <a:rPr lang="en-US" dirty="0"/>
              <a:t>E.g.  Cars on the road. </a:t>
            </a:r>
          </a:p>
          <a:p>
            <a:pPr marL="0" indent="0">
              <a:buNone/>
            </a:pPr>
            <a:endParaRPr lang="en-US" dirty="0"/>
          </a:p>
          <a:p>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625E82CA-E111-0D4E-8CCC-F4A5FEF58B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825DD4-EB7B-8C4B-626C-8D2AB90E5E06}"/>
              </a:ext>
            </a:extLst>
          </p:cNvPr>
          <p:cNvSpPr>
            <a:spLocks noGrp="1"/>
          </p:cNvSpPr>
          <p:nvPr>
            <p:ph type="sldNum" sz="quarter" idx="12"/>
          </p:nvPr>
        </p:nvSpPr>
        <p:spPr/>
        <p:txBody>
          <a:bodyPr/>
          <a:lstStyle/>
          <a:p>
            <a:fld id="{8BE09CE9-F2C2-4B21-B8B5-AAA3A3D2F76A}" type="slidenum">
              <a:rPr lang="en-US" smtClean="0"/>
              <a:t>36</a:t>
            </a:fld>
            <a:endParaRPr lang="en-US"/>
          </a:p>
        </p:txBody>
      </p:sp>
    </p:spTree>
    <p:extLst>
      <p:ext uri="{BB962C8B-B14F-4D97-AF65-F5344CB8AC3E}">
        <p14:creationId xmlns:p14="http://schemas.microsoft.com/office/powerpoint/2010/main" val="22003050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92571-5AAE-BA72-4BD2-B64050BF8EBC}"/>
              </a:ext>
            </a:extLst>
          </p:cNvPr>
          <p:cNvSpPr>
            <a:spLocks noGrp="1"/>
          </p:cNvSpPr>
          <p:nvPr>
            <p:ph type="title"/>
          </p:nvPr>
        </p:nvSpPr>
        <p:spPr/>
        <p:txBody>
          <a:bodyPr/>
          <a:lstStyle/>
          <a:p>
            <a:r>
              <a:rPr lang="en-US" dirty="0"/>
              <a:t>DETERMINISTIC ENVIRONMENT</a:t>
            </a:r>
            <a:br>
              <a:rPr lang="en-US" dirty="0"/>
            </a:br>
            <a:endParaRPr lang="en-US" dirty="0"/>
          </a:p>
        </p:txBody>
      </p:sp>
      <p:sp>
        <p:nvSpPr>
          <p:cNvPr id="3" name="Content Placeholder 2">
            <a:extLst>
              <a:ext uri="{FF2B5EF4-FFF2-40B4-BE49-F238E27FC236}">
                <a16:creationId xmlns:a16="http://schemas.microsoft.com/office/drawing/2014/main" id="{F6409BA5-CDE3-039B-B696-09E8F19988FB}"/>
              </a:ext>
            </a:extLst>
          </p:cNvPr>
          <p:cNvSpPr>
            <a:spLocks noGrp="1"/>
          </p:cNvSpPr>
          <p:nvPr>
            <p:ph idx="1"/>
          </p:nvPr>
        </p:nvSpPr>
        <p:spPr>
          <a:xfrm>
            <a:off x="838200" y="1290918"/>
            <a:ext cx="10515600" cy="4886045"/>
          </a:xfrm>
        </p:spPr>
        <p:txBody>
          <a:bodyPr>
            <a:normAutofit/>
          </a:bodyPr>
          <a:lstStyle/>
          <a:p>
            <a:pPr marL="0" indent="0">
              <a:buNone/>
            </a:pPr>
            <a:endParaRPr lang="en-US" dirty="0">
              <a:solidFill>
                <a:schemeClr val="tx2"/>
              </a:solidFill>
            </a:endParaRPr>
          </a:p>
          <a:p>
            <a:r>
              <a:rPr lang="en-US" dirty="0"/>
              <a:t>If the next state of the environment is completely determined by the current state and the action executed by the agent(s), then we say the environment is deterministic.</a:t>
            </a:r>
          </a:p>
          <a:p>
            <a:endParaRPr lang="en-US" dirty="0"/>
          </a:p>
          <a:p>
            <a:r>
              <a:rPr lang="en-US" dirty="0"/>
              <a:t>Is always fully observable and lesser to no chances of uncertainties.</a:t>
            </a:r>
          </a:p>
          <a:p>
            <a:endParaRPr lang="en-US" dirty="0"/>
          </a:p>
          <a:p>
            <a:r>
              <a:rPr lang="en-US" dirty="0"/>
              <a:t>E.g. Vacuum cleaner.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64CD4AFA-6B85-3683-D772-F6FD224105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306019-CDD3-1EE5-0895-45238B80624C}"/>
              </a:ext>
            </a:extLst>
          </p:cNvPr>
          <p:cNvSpPr>
            <a:spLocks noGrp="1"/>
          </p:cNvSpPr>
          <p:nvPr>
            <p:ph type="sldNum" sz="quarter" idx="12"/>
          </p:nvPr>
        </p:nvSpPr>
        <p:spPr/>
        <p:txBody>
          <a:bodyPr/>
          <a:lstStyle/>
          <a:p>
            <a:fld id="{8BE09CE9-F2C2-4B21-B8B5-AAA3A3D2F76A}" type="slidenum">
              <a:rPr lang="en-US" smtClean="0"/>
              <a:t>37</a:t>
            </a:fld>
            <a:endParaRPr lang="en-US"/>
          </a:p>
        </p:txBody>
      </p:sp>
    </p:spTree>
    <p:extLst>
      <p:ext uri="{BB962C8B-B14F-4D97-AF65-F5344CB8AC3E}">
        <p14:creationId xmlns:p14="http://schemas.microsoft.com/office/powerpoint/2010/main" val="18502464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06AF4-7A74-45B7-7515-79753C15F28D}"/>
              </a:ext>
            </a:extLst>
          </p:cNvPr>
          <p:cNvSpPr>
            <a:spLocks noGrp="1"/>
          </p:cNvSpPr>
          <p:nvPr>
            <p:ph type="title"/>
          </p:nvPr>
        </p:nvSpPr>
        <p:spPr/>
        <p:txBody>
          <a:bodyPr/>
          <a:lstStyle/>
          <a:p>
            <a:r>
              <a:rPr lang="en-US" dirty="0"/>
              <a:t>NON DETERMINSTIC ENVIRONMENT</a:t>
            </a:r>
            <a:br>
              <a:rPr lang="en-US" dirty="0"/>
            </a:br>
            <a:endParaRPr lang="en-US" dirty="0"/>
          </a:p>
        </p:txBody>
      </p:sp>
      <p:sp>
        <p:nvSpPr>
          <p:cNvPr id="3" name="Content Placeholder 2">
            <a:extLst>
              <a:ext uri="{FF2B5EF4-FFF2-40B4-BE49-F238E27FC236}">
                <a16:creationId xmlns:a16="http://schemas.microsoft.com/office/drawing/2014/main" id="{0DEAC26A-9CF5-61E4-4C33-BF81D873A256}"/>
              </a:ext>
            </a:extLst>
          </p:cNvPr>
          <p:cNvSpPr>
            <a:spLocks noGrp="1"/>
          </p:cNvSpPr>
          <p:nvPr>
            <p:ph idx="1"/>
          </p:nvPr>
        </p:nvSpPr>
        <p:spPr>
          <a:xfrm>
            <a:off x="838200" y="1281953"/>
            <a:ext cx="10515600" cy="4895010"/>
          </a:xfrm>
        </p:spPr>
        <p:txBody>
          <a:bodyPr>
            <a:normAutofit fontScale="92500" lnSpcReduction="20000"/>
          </a:bodyPr>
          <a:lstStyle/>
          <a:p>
            <a:pPr marL="0" indent="0">
              <a:buNone/>
            </a:pPr>
            <a:endParaRPr lang="en-US" dirty="0"/>
          </a:p>
          <a:p>
            <a:r>
              <a:rPr lang="en-US" dirty="0"/>
              <a:t>If the next state of the environment is </a:t>
            </a:r>
            <a:r>
              <a:rPr lang="en-US" b="1" dirty="0"/>
              <a:t>not</a:t>
            </a:r>
            <a:r>
              <a:rPr lang="en-US" dirty="0"/>
              <a:t> completely determined by the current state and the action executed by the agent(s), then we say the environment is nondeterministic. </a:t>
            </a:r>
          </a:p>
          <a:p>
            <a:endParaRPr lang="en-US" dirty="0"/>
          </a:p>
          <a:p>
            <a:r>
              <a:rPr lang="en-US" dirty="0"/>
              <a:t>Usually Partially Observable and filled with uncertainties.</a:t>
            </a:r>
          </a:p>
          <a:p>
            <a:endParaRPr lang="en-US" dirty="0"/>
          </a:p>
          <a:p>
            <a:r>
              <a:rPr lang="en-US" dirty="0"/>
              <a:t>E.g. cars </a:t>
            </a:r>
          </a:p>
          <a:p>
            <a:endParaRPr lang="en-US" dirty="0"/>
          </a:p>
          <a:p>
            <a:r>
              <a:rPr lang="en-US" dirty="0"/>
              <a:t>Real world scenarios are mostly non-deterministic due to complexities involved.</a:t>
            </a:r>
          </a:p>
          <a:p>
            <a:endParaRPr lang="en-US" dirty="0"/>
          </a:p>
          <a:p>
            <a:r>
              <a:rPr lang="en-US" dirty="0"/>
              <a:t>If the possibilities listed are quantified, we call them “stochastic”.</a:t>
            </a:r>
          </a:p>
          <a:p>
            <a:pPr marL="0" indent="0">
              <a:buNone/>
            </a:pPr>
            <a:endParaRPr lang="en-US" dirty="0">
              <a:solidFill>
                <a:schemeClr val="tx2"/>
              </a:solidFill>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AE6C4037-5D05-AEA1-A5AE-8D68D590FC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9C42DC-1074-27F3-8F96-B9FA4CA44FB4}"/>
              </a:ext>
            </a:extLst>
          </p:cNvPr>
          <p:cNvSpPr>
            <a:spLocks noGrp="1"/>
          </p:cNvSpPr>
          <p:nvPr>
            <p:ph type="sldNum" sz="quarter" idx="12"/>
          </p:nvPr>
        </p:nvSpPr>
        <p:spPr/>
        <p:txBody>
          <a:bodyPr/>
          <a:lstStyle/>
          <a:p>
            <a:fld id="{8BE09CE9-F2C2-4B21-B8B5-AAA3A3D2F76A}" type="slidenum">
              <a:rPr lang="en-US" smtClean="0"/>
              <a:t>38</a:t>
            </a:fld>
            <a:endParaRPr lang="en-US"/>
          </a:p>
        </p:txBody>
      </p:sp>
    </p:spTree>
    <p:extLst>
      <p:ext uri="{BB962C8B-B14F-4D97-AF65-F5344CB8AC3E}">
        <p14:creationId xmlns:p14="http://schemas.microsoft.com/office/powerpoint/2010/main" val="1367579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B7C66-A9EE-04F7-E81B-0621F47A5F53}"/>
              </a:ext>
            </a:extLst>
          </p:cNvPr>
          <p:cNvSpPr>
            <a:spLocks noGrp="1"/>
          </p:cNvSpPr>
          <p:nvPr>
            <p:ph type="title"/>
          </p:nvPr>
        </p:nvSpPr>
        <p:spPr/>
        <p:txBody>
          <a:bodyPr/>
          <a:lstStyle/>
          <a:p>
            <a:r>
              <a:rPr lang="en-US" dirty="0"/>
              <a:t>EPISODIC ENVIRONMENT</a:t>
            </a:r>
            <a:br>
              <a:rPr lang="en-US" dirty="0"/>
            </a:br>
            <a:endParaRPr lang="en-US" dirty="0"/>
          </a:p>
        </p:txBody>
      </p:sp>
      <p:sp>
        <p:nvSpPr>
          <p:cNvPr id="3" name="Content Placeholder 2">
            <a:extLst>
              <a:ext uri="{FF2B5EF4-FFF2-40B4-BE49-F238E27FC236}">
                <a16:creationId xmlns:a16="http://schemas.microsoft.com/office/drawing/2014/main" id="{511A6252-FFCF-2F02-3785-9BB220CB3422}"/>
              </a:ext>
            </a:extLst>
          </p:cNvPr>
          <p:cNvSpPr>
            <a:spLocks noGrp="1"/>
          </p:cNvSpPr>
          <p:nvPr>
            <p:ph idx="1"/>
          </p:nvPr>
        </p:nvSpPr>
        <p:spPr/>
        <p:txBody>
          <a:bodyPr>
            <a:normAutofit fontScale="92500" lnSpcReduction="10000"/>
          </a:bodyPr>
          <a:lstStyle/>
          <a:p>
            <a:r>
              <a:rPr lang="en-US" dirty="0"/>
              <a:t>In an episodic task environment, the agent’s experience is divided into atomic episodes. In each episode the agent receives a percept and then performs a single action. </a:t>
            </a:r>
          </a:p>
          <a:p>
            <a:endParaRPr lang="en-US" dirty="0"/>
          </a:p>
          <a:p>
            <a:r>
              <a:rPr lang="en-US" dirty="0"/>
              <a:t>Crucially, the next episode does not depend on the actions taken in previous episodes.</a:t>
            </a:r>
          </a:p>
          <a:p>
            <a:endParaRPr lang="en-US" dirty="0"/>
          </a:p>
          <a:p>
            <a:r>
              <a:rPr lang="en-US" dirty="0"/>
              <a:t>Simple Agents used. </a:t>
            </a:r>
          </a:p>
          <a:p>
            <a:endParaRPr lang="en-US" dirty="0"/>
          </a:p>
          <a:p>
            <a:r>
              <a:rPr lang="en-US" dirty="0"/>
              <a:t>E.g.  Sorting/Classification task performed by factory robots.</a:t>
            </a:r>
          </a:p>
          <a:p>
            <a:pPr marL="0" indent="0">
              <a:buNone/>
            </a:pPr>
            <a:endParaRPr lang="en-US" dirty="0">
              <a:solidFill>
                <a:schemeClr val="tx2"/>
              </a:solidFill>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B0840771-C1B2-151E-6FE3-86198F21CB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C24D17-1231-C71D-08EA-8BC33574A534}"/>
              </a:ext>
            </a:extLst>
          </p:cNvPr>
          <p:cNvSpPr>
            <a:spLocks noGrp="1"/>
          </p:cNvSpPr>
          <p:nvPr>
            <p:ph type="sldNum" sz="quarter" idx="12"/>
          </p:nvPr>
        </p:nvSpPr>
        <p:spPr/>
        <p:txBody>
          <a:bodyPr/>
          <a:lstStyle/>
          <a:p>
            <a:fld id="{8BE09CE9-F2C2-4B21-B8B5-AAA3A3D2F76A}" type="slidenum">
              <a:rPr lang="en-US" smtClean="0"/>
              <a:t>39</a:t>
            </a:fld>
            <a:endParaRPr lang="en-US"/>
          </a:p>
        </p:txBody>
      </p:sp>
    </p:spTree>
    <p:extLst>
      <p:ext uri="{BB962C8B-B14F-4D97-AF65-F5344CB8AC3E}">
        <p14:creationId xmlns:p14="http://schemas.microsoft.com/office/powerpoint/2010/main" val="9063370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9FF0825-3BE4-59A8-8266-BD491FF9CD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7FB4D9-FC42-9B2A-1F4E-2E2422376B32}"/>
              </a:ext>
            </a:extLst>
          </p:cNvPr>
          <p:cNvSpPr>
            <a:spLocks noGrp="1"/>
          </p:cNvSpPr>
          <p:nvPr>
            <p:ph type="sldNum" sz="quarter" idx="12"/>
          </p:nvPr>
        </p:nvSpPr>
        <p:spPr/>
        <p:txBody>
          <a:bodyPr/>
          <a:lstStyle/>
          <a:p>
            <a:fld id="{8BE09CE9-F2C2-4B21-B8B5-AAA3A3D2F76A}" type="slidenum">
              <a:rPr lang="en-US" smtClean="0"/>
              <a:t>40</a:t>
            </a:fld>
            <a:endParaRPr lang="en-US"/>
          </a:p>
        </p:txBody>
      </p:sp>
      <p:pic>
        <p:nvPicPr>
          <p:cNvPr id="6" name="Picture 5">
            <a:extLst>
              <a:ext uri="{FF2B5EF4-FFF2-40B4-BE49-F238E27FC236}">
                <a16:creationId xmlns:a16="http://schemas.microsoft.com/office/drawing/2014/main" id="{10FF5825-B6B5-8C14-C785-E242E1DBA68B}"/>
              </a:ext>
            </a:extLst>
          </p:cNvPr>
          <p:cNvPicPr>
            <a:picLocks noChangeAspect="1"/>
          </p:cNvPicPr>
          <p:nvPr/>
        </p:nvPicPr>
        <p:blipFill>
          <a:blip r:embed="rId2"/>
          <a:stretch>
            <a:fillRect/>
          </a:stretch>
        </p:blipFill>
        <p:spPr>
          <a:xfrm>
            <a:off x="737419" y="484194"/>
            <a:ext cx="10644956" cy="5849931"/>
          </a:xfrm>
          <a:prstGeom prst="rect">
            <a:avLst/>
          </a:prstGeom>
        </p:spPr>
      </p:pic>
    </p:spTree>
    <p:extLst>
      <p:ext uri="{BB962C8B-B14F-4D97-AF65-F5344CB8AC3E}">
        <p14:creationId xmlns:p14="http://schemas.microsoft.com/office/powerpoint/2010/main" val="4229325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37486-C68A-5853-FC96-16AE9F1BB17E}"/>
              </a:ext>
            </a:extLst>
          </p:cNvPr>
          <p:cNvSpPr>
            <a:spLocks noGrp="1"/>
          </p:cNvSpPr>
          <p:nvPr>
            <p:ph type="title"/>
          </p:nvPr>
        </p:nvSpPr>
        <p:spPr/>
        <p:txBody>
          <a:bodyPr/>
          <a:lstStyle/>
          <a:p>
            <a:r>
              <a:rPr lang="en-US" dirty="0"/>
              <a:t>SEQUENTIAL ENVIRONMENT</a:t>
            </a:r>
            <a:br>
              <a:rPr lang="en-US" dirty="0">
                <a:solidFill>
                  <a:schemeClr val="tx2"/>
                </a:solidFill>
              </a:rPr>
            </a:br>
            <a:endParaRPr lang="en-US" dirty="0"/>
          </a:p>
        </p:txBody>
      </p:sp>
      <p:sp>
        <p:nvSpPr>
          <p:cNvPr id="3" name="Content Placeholder 2">
            <a:extLst>
              <a:ext uri="{FF2B5EF4-FFF2-40B4-BE49-F238E27FC236}">
                <a16:creationId xmlns:a16="http://schemas.microsoft.com/office/drawing/2014/main" id="{0BC90D5B-3DAE-9A40-A6CB-61CB0135F2F4}"/>
              </a:ext>
            </a:extLst>
          </p:cNvPr>
          <p:cNvSpPr>
            <a:spLocks noGrp="1"/>
          </p:cNvSpPr>
          <p:nvPr>
            <p:ph idx="1"/>
          </p:nvPr>
        </p:nvSpPr>
        <p:spPr>
          <a:xfrm>
            <a:off x="838200" y="1120588"/>
            <a:ext cx="10515600" cy="5056375"/>
          </a:xfrm>
        </p:spPr>
        <p:txBody>
          <a:bodyPr/>
          <a:lstStyle/>
          <a:p>
            <a:pPr marL="0" indent="0">
              <a:buNone/>
            </a:pPr>
            <a:endParaRPr lang="en-US" dirty="0"/>
          </a:p>
          <a:p>
            <a:pPr marL="0" indent="0">
              <a:buNone/>
            </a:pPr>
            <a:r>
              <a:rPr lang="en-US" dirty="0"/>
              <a:t>In sequential environments, on the other hand, the current decision could affect all future decisions. Environment is more complex than episodic.</a:t>
            </a:r>
          </a:p>
          <a:p>
            <a:pPr marL="0" indent="0">
              <a:buNone/>
            </a:pPr>
            <a:endParaRPr lang="en-US" dirty="0"/>
          </a:p>
          <a:p>
            <a:pPr marL="0" indent="0">
              <a:buNone/>
            </a:pPr>
            <a:r>
              <a:rPr lang="en-US" dirty="0"/>
              <a:t>Chess, Cars</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15109C85-0DBC-AE07-82C7-C748792FC8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F6A2E4-B121-4655-EB00-5E3A93436E62}"/>
              </a:ext>
            </a:extLst>
          </p:cNvPr>
          <p:cNvSpPr>
            <a:spLocks noGrp="1"/>
          </p:cNvSpPr>
          <p:nvPr>
            <p:ph type="sldNum" sz="quarter" idx="12"/>
          </p:nvPr>
        </p:nvSpPr>
        <p:spPr/>
        <p:txBody>
          <a:bodyPr/>
          <a:lstStyle/>
          <a:p>
            <a:fld id="{8BE09CE9-F2C2-4B21-B8B5-AAA3A3D2F76A}" type="slidenum">
              <a:rPr lang="en-US" smtClean="0"/>
              <a:t>41</a:t>
            </a:fld>
            <a:endParaRPr lang="en-US"/>
          </a:p>
        </p:txBody>
      </p:sp>
      <p:pic>
        <p:nvPicPr>
          <p:cNvPr id="7" name="Picture 6">
            <a:extLst>
              <a:ext uri="{FF2B5EF4-FFF2-40B4-BE49-F238E27FC236}">
                <a16:creationId xmlns:a16="http://schemas.microsoft.com/office/drawing/2014/main" id="{C598DA32-F557-C250-429B-09B96087AAEE}"/>
              </a:ext>
            </a:extLst>
          </p:cNvPr>
          <p:cNvPicPr>
            <a:picLocks noChangeAspect="1"/>
          </p:cNvPicPr>
          <p:nvPr/>
        </p:nvPicPr>
        <p:blipFill>
          <a:blip r:embed="rId2"/>
          <a:stretch>
            <a:fillRect/>
          </a:stretch>
        </p:blipFill>
        <p:spPr>
          <a:xfrm>
            <a:off x="4252451" y="3342175"/>
            <a:ext cx="3726426" cy="2924481"/>
          </a:xfrm>
          <a:prstGeom prst="rect">
            <a:avLst/>
          </a:prstGeom>
        </p:spPr>
      </p:pic>
    </p:spTree>
    <p:extLst>
      <p:ext uri="{BB962C8B-B14F-4D97-AF65-F5344CB8AC3E}">
        <p14:creationId xmlns:p14="http://schemas.microsoft.com/office/powerpoint/2010/main" val="2779599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219EA-60FE-9BC8-FECB-87CF40CDF812}"/>
              </a:ext>
            </a:extLst>
          </p:cNvPr>
          <p:cNvSpPr>
            <a:spLocks noGrp="1"/>
          </p:cNvSpPr>
          <p:nvPr>
            <p:ph type="title"/>
          </p:nvPr>
        </p:nvSpPr>
        <p:spPr/>
        <p:txBody>
          <a:bodyPr/>
          <a:lstStyle/>
          <a:p>
            <a:r>
              <a:rPr lang="en-US" dirty="0"/>
              <a:t>STATIC  ENVIRONMENT</a:t>
            </a:r>
            <a:br>
              <a:rPr lang="en-US" dirty="0">
                <a:solidFill>
                  <a:schemeClr val="tx2"/>
                </a:solidFill>
              </a:rPr>
            </a:br>
            <a:endParaRPr lang="en-US" dirty="0"/>
          </a:p>
        </p:txBody>
      </p:sp>
      <p:sp>
        <p:nvSpPr>
          <p:cNvPr id="3" name="Content Placeholder 2">
            <a:extLst>
              <a:ext uri="{FF2B5EF4-FFF2-40B4-BE49-F238E27FC236}">
                <a16:creationId xmlns:a16="http://schemas.microsoft.com/office/drawing/2014/main" id="{55EA6773-F3F8-8620-7ADC-017C98F4F699}"/>
              </a:ext>
            </a:extLst>
          </p:cNvPr>
          <p:cNvSpPr>
            <a:spLocks noGrp="1"/>
          </p:cNvSpPr>
          <p:nvPr>
            <p:ph idx="1"/>
          </p:nvPr>
        </p:nvSpPr>
        <p:spPr>
          <a:xfrm>
            <a:off x="923364" y="1246094"/>
            <a:ext cx="10430435" cy="4930869"/>
          </a:xfrm>
        </p:spPr>
        <p:txBody>
          <a:bodyPr>
            <a:normAutofit/>
          </a:bodyPr>
          <a:lstStyle/>
          <a:p>
            <a:pPr marL="0" indent="0">
              <a:buNone/>
            </a:pPr>
            <a:r>
              <a:rPr lang="en-US" dirty="0"/>
              <a:t>Environment does not change with the passage of time.</a:t>
            </a:r>
          </a:p>
          <a:p>
            <a:pPr marL="0" indent="0">
              <a:buNone/>
            </a:pPr>
            <a:endParaRPr lang="en-US" dirty="0"/>
          </a:p>
          <a:p>
            <a:pPr marL="0" indent="0">
              <a:buNone/>
            </a:pPr>
            <a:r>
              <a:rPr lang="en-US" dirty="0"/>
              <a:t>E.g. Crossword puzzles</a:t>
            </a:r>
          </a:p>
          <a:p>
            <a:pPr marL="0" indent="0">
              <a:buNone/>
            </a:pPr>
            <a:endParaRPr lang="en-US" dirty="0"/>
          </a:p>
          <a:p>
            <a:pPr marL="0" indent="0">
              <a:buNone/>
            </a:pPr>
            <a:r>
              <a:rPr lang="en-US" dirty="0"/>
              <a:t>Static environments are easy to deal with because environment does not change when the agent is deciding on an action, nor need it worry about the passage of time.</a:t>
            </a:r>
          </a:p>
          <a:p>
            <a:pPr marL="0" indent="0">
              <a:buNone/>
            </a:pPr>
            <a:endParaRPr lang="en-US" dirty="0"/>
          </a:p>
          <a:p>
            <a:pPr marL="0" indent="0">
              <a:buNone/>
            </a:pPr>
            <a:r>
              <a:rPr lang="en-US" dirty="0"/>
              <a:t>But agents' performance measure can change with time.</a:t>
            </a:r>
          </a:p>
          <a:p>
            <a:pPr marL="0" indent="0">
              <a:buNone/>
            </a:pPr>
            <a:endParaRPr lang="en-US" dirty="0">
              <a:solidFill>
                <a:schemeClr val="tx2"/>
              </a:solidFill>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endParaRPr lang="en-US" dirty="0"/>
          </a:p>
        </p:txBody>
      </p:sp>
      <p:sp>
        <p:nvSpPr>
          <p:cNvPr id="4" name="Footer Placeholder 3">
            <a:extLst>
              <a:ext uri="{FF2B5EF4-FFF2-40B4-BE49-F238E27FC236}">
                <a16:creationId xmlns:a16="http://schemas.microsoft.com/office/drawing/2014/main" id="{A7A3B25C-4C7A-8D2A-BFBA-0E1ACACB4D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FE6227-016F-1E0A-6B57-5D5D4566A322}"/>
              </a:ext>
            </a:extLst>
          </p:cNvPr>
          <p:cNvSpPr>
            <a:spLocks noGrp="1"/>
          </p:cNvSpPr>
          <p:nvPr>
            <p:ph type="sldNum" sz="quarter" idx="12"/>
          </p:nvPr>
        </p:nvSpPr>
        <p:spPr/>
        <p:txBody>
          <a:bodyPr/>
          <a:lstStyle/>
          <a:p>
            <a:fld id="{8BE09CE9-F2C2-4B21-B8B5-AAA3A3D2F76A}" type="slidenum">
              <a:rPr lang="en-US" smtClean="0"/>
              <a:t>42</a:t>
            </a:fld>
            <a:endParaRPr lang="en-US"/>
          </a:p>
        </p:txBody>
      </p:sp>
    </p:spTree>
    <p:extLst>
      <p:ext uri="{BB962C8B-B14F-4D97-AF65-F5344CB8AC3E}">
        <p14:creationId xmlns:p14="http://schemas.microsoft.com/office/powerpoint/2010/main" val="36991745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76CB6-F463-12AA-AD13-F324D7A606CD}"/>
              </a:ext>
            </a:extLst>
          </p:cNvPr>
          <p:cNvSpPr>
            <a:spLocks noGrp="1"/>
          </p:cNvSpPr>
          <p:nvPr>
            <p:ph type="title"/>
          </p:nvPr>
        </p:nvSpPr>
        <p:spPr/>
        <p:txBody>
          <a:bodyPr/>
          <a:lstStyle/>
          <a:p>
            <a:r>
              <a:rPr lang="en-US" dirty="0"/>
              <a:t>DYNAMIC ENVIRONMENT</a:t>
            </a:r>
            <a:br>
              <a:rPr lang="en-US" dirty="0">
                <a:solidFill>
                  <a:schemeClr val="tx2"/>
                </a:solidFill>
              </a:rPr>
            </a:br>
            <a:endParaRPr lang="en-US" dirty="0"/>
          </a:p>
        </p:txBody>
      </p:sp>
      <p:sp>
        <p:nvSpPr>
          <p:cNvPr id="3" name="Content Placeholder 2">
            <a:extLst>
              <a:ext uri="{FF2B5EF4-FFF2-40B4-BE49-F238E27FC236}">
                <a16:creationId xmlns:a16="http://schemas.microsoft.com/office/drawing/2014/main" id="{D9A70EDA-4D5B-C1BF-97C7-C036971D9CE5}"/>
              </a:ext>
            </a:extLst>
          </p:cNvPr>
          <p:cNvSpPr>
            <a:spLocks noGrp="1"/>
          </p:cNvSpPr>
          <p:nvPr>
            <p:ph idx="1"/>
          </p:nvPr>
        </p:nvSpPr>
        <p:spPr/>
        <p:txBody>
          <a:bodyPr/>
          <a:lstStyle/>
          <a:p>
            <a:endParaRPr lang="en-US" dirty="0">
              <a:solidFill>
                <a:schemeClr val="tx2"/>
              </a:solidFill>
            </a:endParaRPr>
          </a:p>
          <a:p>
            <a:r>
              <a:rPr lang="en-US" dirty="0"/>
              <a:t>Dynamic environment changes with time and the agent needs to act on it.</a:t>
            </a:r>
          </a:p>
          <a:p>
            <a:endParaRPr lang="en-US" dirty="0"/>
          </a:p>
          <a:p>
            <a:r>
              <a:rPr lang="en-US" dirty="0"/>
              <a:t>Cars, Chess</a:t>
            </a:r>
          </a:p>
          <a:p>
            <a:endParaRPr lang="en-US" dirty="0"/>
          </a:p>
          <a:p>
            <a:r>
              <a:rPr lang="en-US" dirty="0"/>
              <a:t>Agents' performance score can change.</a:t>
            </a:r>
          </a:p>
          <a:p>
            <a:endParaRPr lang="en-US" dirty="0"/>
          </a:p>
          <a:p>
            <a:endParaRPr lang="en-US" dirty="0"/>
          </a:p>
        </p:txBody>
      </p:sp>
      <p:sp>
        <p:nvSpPr>
          <p:cNvPr id="4" name="Footer Placeholder 3">
            <a:extLst>
              <a:ext uri="{FF2B5EF4-FFF2-40B4-BE49-F238E27FC236}">
                <a16:creationId xmlns:a16="http://schemas.microsoft.com/office/drawing/2014/main" id="{CEC6DB4E-3818-2F24-5F35-FB05D6EA0B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A686C2-A295-45A5-C238-07293D346C7B}"/>
              </a:ext>
            </a:extLst>
          </p:cNvPr>
          <p:cNvSpPr>
            <a:spLocks noGrp="1"/>
          </p:cNvSpPr>
          <p:nvPr>
            <p:ph type="sldNum" sz="quarter" idx="12"/>
          </p:nvPr>
        </p:nvSpPr>
        <p:spPr/>
        <p:txBody>
          <a:bodyPr/>
          <a:lstStyle/>
          <a:p>
            <a:fld id="{8BE09CE9-F2C2-4B21-B8B5-AAA3A3D2F76A}" type="slidenum">
              <a:rPr lang="en-US" smtClean="0"/>
              <a:t>43</a:t>
            </a:fld>
            <a:endParaRPr lang="en-US"/>
          </a:p>
        </p:txBody>
      </p:sp>
    </p:spTree>
    <p:extLst>
      <p:ext uri="{BB962C8B-B14F-4D97-AF65-F5344CB8AC3E}">
        <p14:creationId xmlns:p14="http://schemas.microsoft.com/office/powerpoint/2010/main" val="14203848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2B6A-9857-8B3D-7101-59764FE17925}"/>
              </a:ext>
            </a:extLst>
          </p:cNvPr>
          <p:cNvSpPr>
            <a:spLocks noGrp="1"/>
          </p:cNvSpPr>
          <p:nvPr>
            <p:ph type="title"/>
          </p:nvPr>
        </p:nvSpPr>
        <p:spPr/>
        <p:txBody>
          <a:bodyPr/>
          <a:lstStyle/>
          <a:p>
            <a:r>
              <a:rPr lang="en-US" dirty="0"/>
              <a:t>DISCRETE ENVIRONMENT</a:t>
            </a:r>
            <a:br>
              <a:rPr lang="en-US" dirty="0"/>
            </a:br>
            <a:endParaRPr lang="en-US" dirty="0"/>
          </a:p>
        </p:txBody>
      </p:sp>
      <p:sp>
        <p:nvSpPr>
          <p:cNvPr id="3" name="Content Placeholder 2">
            <a:extLst>
              <a:ext uri="{FF2B5EF4-FFF2-40B4-BE49-F238E27FC236}">
                <a16:creationId xmlns:a16="http://schemas.microsoft.com/office/drawing/2014/main" id="{AA5AC474-2E73-71E1-3528-1CC1E35E1869}"/>
              </a:ext>
            </a:extLst>
          </p:cNvPr>
          <p:cNvSpPr>
            <a:spLocks noGrp="1"/>
          </p:cNvSpPr>
          <p:nvPr>
            <p:ph idx="1"/>
          </p:nvPr>
        </p:nvSpPr>
        <p:spPr/>
        <p:txBody>
          <a:bodyPr/>
          <a:lstStyle/>
          <a:p>
            <a:endParaRPr lang="en-US" dirty="0"/>
          </a:p>
          <a:p>
            <a:pPr algn="l"/>
            <a:r>
              <a:rPr lang="en-US" b="0" i="0" dirty="0">
                <a:effectLst/>
              </a:rPr>
              <a:t>Consists of a finite number of states and agents have </a:t>
            </a:r>
            <a:r>
              <a:rPr lang="en-US" dirty="0"/>
              <a:t>distinct </a:t>
            </a:r>
            <a:r>
              <a:rPr lang="en-US" b="0" i="0" dirty="0">
                <a:effectLst/>
              </a:rPr>
              <a:t>finite number of actions. </a:t>
            </a:r>
            <a:br>
              <a:rPr lang="en-US" b="0" i="0" dirty="0">
                <a:effectLst/>
                <a:latin typeface="Montserrat" panose="00000500000000000000" pitchFamily="2" charset="0"/>
              </a:rPr>
            </a:br>
            <a:endParaRPr lang="en-US" b="0" i="0" dirty="0">
              <a:effectLst/>
              <a:latin typeface="Montserrat" panose="00000500000000000000" pitchFamily="2" charset="0"/>
            </a:endParaRPr>
          </a:p>
          <a:p>
            <a:r>
              <a:rPr lang="en-US" dirty="0"/>
              <a:t>Chess, tic-tac</a:t>
            </a:r>
            <a:br>
              <a:rPr lang="en-US" dirty="0">
                <a:solidFill>
                  <a:schemeClr val="tx2"/>
                </a:solidFill>
              </a:rPr>
            </a:br>
            <a:endParaRPr lang="en-US" dirty="0">
              <a:solidFill>
                <a:schemeClr val="tx2"/>
              </a:solidFill>
            </a:endParaRPr>
          </a:p>
        </p:txBody>
      </p:sp>
      <p:sp>
        <p:nvSpPr>
          <p:cNvPr id="4" name="Footer Placeholder 3">
            <a:extLst>
              <a:ext uri="{FF2B5EF4-FFF2-40B4-BE49-F238E27FC236}">
                <a16:creationId xmlns:a16="http://schemas.microsoft.com/office/drawing/2014/main" id="{C15418FF-F5E5-3834-ECE3-89EA81DB50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54DF43-570B-D553-76E5-69E77A79186D}"/>
              </a:ext>
            </a:extLst>
          </p:cNvPr>
          <p:cNvSpPr>
            <a:spLocks noGrp="1"/>
          </p:cNvSpPr>
          <p:nvPr>
            <p:ph type="sldNum" sz="quarter" idx="12"/>
          </p:nvPr>
        </p:nvSpPr>
        <p:spPr/>
        <p:txBody>
          <a:bodyPr/>
          <a:lstStyle/>
          <a:p>
            <a:fld id="{8BE09CE9-F2C2-4B21-B8B5-AAA3A3D2F76A}" type="slidenum">
              <a:rPr lang="en-US" smtClean="0"/>
              <a:t>44</a:t>
            </a:fld>
            <a:endParaRPr lang="en-US"/>
          </a:p>
        </p:txBody>
      </p:sp>
    </p:spTree>
    <p:extLst>
      <p:ext uri="{BB962C8B-B14F-4D97-AF65-F5344CB8AC3E}">
        <p14:creationId xmlns:p14="http://schemas.microsoft.com/office/powerpoint/2010/main" val="19637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82C1F-C867-2FAE-05C9-706EC4AAEBAC}"/>
              </a:ext>
            </a:extLst>
          </p:cNvPr>
          <p:cNvSpPr>
            <a:spLocks noGrp="1"/>
          </p:cNvSpPr>
          <p:nvPr>
            <p:ph type="title"/>
          </p:nvPr>
        </p:nvSpPr>
        <p:spPr/>
        <p:txBody>
          <a:bodyPr/>
          <a:lstStyle/>
          <a:p>
            <a:r>
              <a:rPr lang="en-US" dirty="0"/>
              <a:t>CONTINUOS ENVIRONMENT</a:t>
            </a:r>
            <a:br>
              <a:rPr lang="en-US" dirty="0"/>
            </a:br>
            <a:endParaRPr lang="en-US" dirty="0"/>
          </a:p>
        </p:txBody>
      </p:sp>
      <p:sp>
        <p:nvSpPr>
          <p:cNvPr id="3" name="Content Placeholder 2">
            <a:extLst>
              <a:ext uri="{FF2B5EF4-FFF2-40B4-BE49-F238E27FC236}">
                <a16:creationId xmlns:a16="http://schemas.microsoft.com/office/drawing/2014/main" id="{4B315BDB-BE6C-B197-6EDC-6EAAB580907C}"/>
              </a:ext>
            </a:extLst>
          </p:cNvPr>
          <p:cNvSpPr>
            <a:spLocks noGrp="1"/>
          </p:cNvSpPr>
          <p:nvPr>
            <p:ph idx="1"/>
          </p:nvPr>
        </p:nvSpPr>
        <p:spPr/>
        <p:txBody>
          <a:bodyPr/>
          <a:lstStyle/>
          <a:p>
            <a:endParaRPr lang="en-US" dirty="0">
              <a:solidFill>
                <a:schemeClr val="tx2"/>
              </a:solidFill>
            </a:endParaRPr>
          </a:p>
          <a:p>
            <a:r>
              <a:rPr lang="en-US" b="0" i="0" dirty="0">
                <a:effectLst/>
              </a:rPr>
              <a:t>The environment can have an infinite number of states and infinite possible actions.</a:t>
            </a:r>
          </a:p>
          <a:p>
            <a:endParaRPr lang="en-US" dirty="0"/>
          </a:p>
          <a:p>
            <a:r>
              <a:rPr lang="en-US" b="0" i="0" dirty="0">
                <a:effectLst/>
              </a:rPr>
              <a:t>Car environment is a continuous-state and continuous-time problem: the speed and location of </a:t>
            </a:r>
            <a:r>
              <a:rPr lang="en-US" dirty="0"/>
              <a:t>a car </a:t>
            </a:r>
            <a:r>
              <a:rPr lang="en-US" b="0" i="0" dirty="0">
                <a:effectLst/>
              </a:rPr>
              <a:t>and of the other cars sweep through a range of continuous values and do so smoothly over time.</a:t>
            </a:r>
          </a:p>
          <a:p>
            <a:endParaRPr lang="en-US" dirty="0">
              <a:solidFill>
                <a:srgbClr val="212127"/>
              </a:solidFill>
              <a:latin typeface="Montserrat" panose="00000500000000000000" pitchFamily="2" charset="0"/>
            </a:endParaRPr>
          </a:p>
          <a:p>
            <a:endParaRPr lang="en-US" dirty="0"/>
          </a:p>
        </p:txBody>
      </p:sp>
      <p:sp>
        <p:nvSpPr>
          <p:cNvPr id="4" name="Footer Placeholder 3">
            <a:extLst>
              <a:ext uri="{FF2B5EF4-FFF2-40B4-BE49-F238E27FC236}">
                <a16:creationId xmlns:a16="http://schemas.microsoft.com/office/drawing/2014/main" id="{1073ABC7-4ED7-196A-2F93-75693E7EA9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2017F6-A1AC-6244-2966-FBB85EFED6E0}"/>
              </a:ext>
            </a:extLst>
          </p:cNvPr>
          <p:cNvSpPr>
            <a:spLocks noGrp="1"/>
          </p:cNvSpPr>
          <p:nvPr>
            <p:ph type="sldNum" sz="quarter" idx="12"/>
          </p:nvPr>
        </p:nvSpPr>
        <p:spPr/>
        <p:txBody>
          <a:bodyPr/>
          <a:lstStyle/>
          <a:p>
            <a:fld id="{8BE09CE9-F2C2-4B21-B8B5-AAA3A3D2F76A}" type="slidenum">
              <a:rPr lang="en-US" smtClean="0"/>
              <a:t>45</a:t>
            </a:fld>
            <a:endParaRPr lang="en-US"/>
          </a:p>
        </p:txBody>
      </p:sp>
    </p:spTree>
    <p:extLst>
      <p:ext uri="{BB962C8B-B14F-4D97-AF65-F5344CB8AC3E}">
        <p14:creationId xmlns:p14="http://schemas.microsoft.com/office/powerpoint/2010/main" val="17091922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3F3B-0900-AEAF-B0FA-FA7B9CC859F7}"/>
              </a:ext>
            </a:extLst>
          </p:cNvPr>
          <p:cNvSpPr>
            <a:spLocks noGrp="1"/>
          </p:cNvSpPr>
          <p:nvPr>
            <p:ph type="title"/>
          </p:nvPr>
        </p:nvSpPr>
        <p:spPr/>
        <p:txBody>
          <a:bodyPr/>
          <a:lstStyle/>
          <a:p>
            <a:r>
              <a:rPr lang="en-US" dirty="0"/>
              <a:t>KNOWN ENVIRONMENT</a:t>
            </a:r>
            <a:br>
              <a:rPr lang="en-US" dirty="0"/>
            </a:br>
            <a:endParaRPr lang="en-US" dirty="0"/>
          </a:p>
        </p:txBody>
      </p:sp>
      <p:sp>
        <p:nvSpPr>
          <p:cNvPr id="3" name="Content Placeholder 2">
            <a:extLst>
              <a:ext uri="{FF2B5EF4-FFF2-40B4-BE49-F238E27FC236}">
                <a16:creationId xmlns:a16="http://schemas.microsoft.com/office/drawing/2014/main" id="{2B67E777-4365-4849-1652-0428FA5E4A6F}"/>
              </a:ext>
            </a:extLst>
          </p:cNvPr>
          <p:cNvSpPr>
            <a:spLocks noGrp="1"/>
          </p:cNvSpPr>
          <p:nvPr>
            <p:ph idx="1"/>
          </p:nvPr>
        </p:nvSpPr>
        <p:spPr/>
        <p:txBody>
          <a:bodyPr/>
          <a:lstStyle/>
          <a:p>
            <a:endParaRPr lang="en-US" dirty="0">
              <a:solidFill>
                <a:schemeClr val="tx2"/>
              </a:solidFill>
            </a:endParaRPr>
          </a:p>
          <a:p>
            <a:r>
              <a:rPr lang="en-US" dirty="0"/>
              <a:t>Known environment can be partially observable.</a:t>
            </a:r>
          </a:p>
          <a:p>
            <a:endParaRPr lang="en-US" dirty="0"/>
          </a:p>
          <a:p>
            <a:r>
              <a:rPr lang="en-US" sz="2800" dirty="0"/>
              <a:t>Solitaire card games, I know the rules but am still unable to see the cards that have not yet been turned over.</a:t>
            </a:r>
            <a:endParaRPr lang="en-US" dirty="0"/>
          </a:p>
        </p:txBody>
      </p:sp>
      <p:sp>
        <p:nvSpPr>
          <p:cNvPr id="4" name="Footer Placeholder 3">
            <a:extLst>
              <a:ext uri="{FF2B5EF4-FFF2-40B4-BE49-F238E27FC236}">
                <a16:creationId xmlns:a16="http://schemas.microsoft.com/office/drawing/2014/main" id="{A92C7D32-2D84-3F08-54E9-9392DAA029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2F1827-B477-1877-C6B5-3EDAAE46FEA3}"/>
              </a:ext>
            </a:extLst>
          </p:cNvPr>
          <p:cNvSpPr>
            <a:spLocks noGrp="1"/>
          </p:cNvSpPr>
          <p:nvPr>
            <p:ph type="sldNum" sz="quarter" idx="12"/>
          </p:nvPr>
        </p:nvSpPr>
        <p:spPr/>
        <p:txBody>
          <a:bodyPr/>
          <a:lstStyle/>
          <a:p>
            <a:fld id="{8BE09CE9-F2C2-4B21-B8B5-AAA3A3D2F76A}" type="slidenum">
              <a:rPr lang="en-US" smtClean="0"/>
              <a:t>46</a:t>
            </a:fld>
            <a:endParaRPr lang="en-US"/>
          </a:p>
        </p:txBody>
      </p:sp>
    </p:spTree>
    <p:extLst>
      <p:ext uri="{BB962C8B-B14F-4D97-AF65-F5344CB8AC3E}">
        <p14:creationId xmlns:p14="http://schemas.microsoft.com/office/powerpoint/2010/main" val="38583777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A57F3-F6B3-A0FF-3304-02F6564E6F54}"/>
              </a:ext>
            </a:extLst>
          </p:cNvPr>
          <p:cNvSpPr>
            <a:spLocks noGrp="1"/>
          </p:cNvSpPr>
          <p:nvPr>
            <p:ph type="title"/>
          </p:nvPr>
        </p:nvSpPr>
        <p:spPr/>
        <p:txBody>
          <a:bodyPr/>
          <a:lstStyle/>
          <a:p>
            <a:r>
              <a:rPr lang="en-US" dirty="0"/>
              <a:t>UNKNOWN ENVIRONMENT</a:t>
            </a:r>
            <a:br>
              <a:rPr lang="en-US" dirty="0"/>
            </a:br>
            <a:endParaRPr lang="en-US" dirty="0"/>
          </a:p>
        </p:txBody>
      </p:sp>
      <p:sp>
        <p:nvSpPr>
          <p:cNvPr id="3" name="Content Placeholder 2">
            <a:extLst>
              <a:ext uri="{FF2B5EF4-FFF2-40B4-BE49-F238E27FC236}">
                <a16:creationId xmlns:a16="http://schemas.microsoft.com/office/drawing/2014/main" id="{5BD4B2DC-C053-13B3-D581-108AC9158EB8}"/>
              </a:ext>
            </a:extLst>
          </p:cNvPr>
          <p:cNvSpPr>
            <a:spLocks noGrp="1"/>
          </p:cNvSpPr>
          <p:nvPr>
            <p:ph idx="1"/>
          </p:nvPr>
        </p:nvSpPr>
        <p:spPr/>
        <p:txBody>
          <a:bodyPr/>
          <a:lstStyle/>
          <a:p>
            <a:endParaRPr lang="en-US" dirty="0">
              <a:solidFill>
                <a:schemeClr val="tx2"/>
              </a:solidFill>
            </a:endParaRPr>
          </a:p>
          <a:p>
            <a:r>
              <a:rPr lang="en-US" dirty="0"/>
              <a:t>Environment may be fully observable but unknown</a:t>
            </a:r>
          </a:p>
          <a:p>
            <a:endParaRPr lang="en-US" dirty="0"/>
          </a:p>
          <a:p>
            <a:r>
              <a:rPr lang="en-US" dirty="0"/>
              <a:t>Player learning Chess </a:t>
            </a:r>
          </a:p>
        </p:txBody>
      </p:sp>
      <p:sp>
        <p:nvSpPr>
          <p:cNvPr id="4" name="Footer Placeholder 3">
            <a:extLst>
              <a:ext uri="{FF2B5EF4-FFF2-40B4-BE49-F238E27FC236}">
                <a16:creationId xmlns:a16="http://schemas.microsoft.com/office/drawing/2014/main" id="{EF6EB63C-7F72-250E-FE7E-C58D2D4157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408652-AE97-AB95-0278-109F68406398}"/>
              </a:ext>
            </a:extLst>
          </p:cNvPr>
          <p:cNvSpPr>
            <a:spLocks noGrp="1"/>
          </p:cNvSpPr>
          <p:nvPr>
            <p:ph type="sldNum" sz="quarter" idx="12"/>
          </p:nvPr>
        </p:nvSpPr>
        <p:spPr/>
        <p:txBody>
          <a:bodyPr/>
          <a:lstStyle/>
          <a:p>
            <a:fld id="{8BE09CE9-F2C2-4B21-B8B5-AAA3A3D2F76A}" type="slidenum">
              <a:rPr lang="en-US" smtClean="0"/>
              <a:t>47</a:t>
            </a:fld>
            <a:endParaRPr lang="en-US"/>
          </a:p>
        </p:txBody>
      </p:sp>
    </p:spTree>
    <p:extLst>
      <p:ext uri="{BB962C8B-B14F-4D97-AF65-F5344CB8AC3E}">
        <p14:creationId xmlns:p14="http://schemas.microsoft.com/office/powerpoint/2010/main" val="9038704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1B56D-965D-A873-D7C1-B56B443F2397}"/>
              </a:ext>
            </a:extLst>
          </p:cNvPr>
          <p:cNvSpPr>
            <a:spLocks noGrp="1"/>
          </p:cNvSpPr>
          <p:nvPr>
            <p:ph type="title"/>
          </p:nvPr>
        </p:nvSpPr>
        <p:spPr/>
        <p:txBody>
          <a:bodyPr/>
          <a:lstStyle/>
          <a:p>
            <a:r>
              <a:rPr lang="en-US" dirty="0"/>
              <a:t>Hardest Problem</a:t>
            </a:r>
            <a:br>
              <a:rPr lang="en-US" dirty="0"/>
            </a:br>
            <a:endParaRPr lang="en-US" dirty="0"/>
          </a:p>
        </p:txBody>
      </p:sp>
      <p:sp>
        <p:nvSpPr>
          <p:cNvPr id="3" name="Content Placeholder 2">
            <a:extLst>
              <a:ext uri="{FF2B5EF4-FFF2-40B4-BE49-F238E27FC236}">
                <a16:creationId xmlns:a16="http://schemas.microsoft.com/office/drawing/2014/main" id="{D4D9E66A-EE65-423A-4ADA-8830EC4BEB25}"/>
              </a:ext>
            </a:extLst>
          </p:cNvPr>
          <p:cNvSpPr>
            <a:spLocks noGrp="1"/>
          </p:cNvSpPr>
          <p:nvPr>
            <p:ph idx="1"/>
          </p:nvPr>
        </p:nvSpPr>
        <p:spPr/>
        <p:txBody>
          <a:bodyPr/>
          <a:lstStyle/>
          <a:p>
            <a:endParaRPr lang="en-US" dirty="0"/>
          </a:p>
          <a:p>
            <a:r>
              <a:rPr lang="en-US" sz="2800" dirty="0"/>
              <a:t>The hardest case is partially observable, multiagent, nondeterministic, sequential, dynamic, continuous, and unknown.</a:t>
            </a:r>
          </a:p>
          <a:p>
            <a:endParaRPr lang="en-US" dirty="0"/>
          </a:p>
          <a:p>
            <a:r>
              <a:rPr lang="en-US" dirty="0"/>
              <a:t>Autonomous Driving</a:t>
            </a:r>
          </a:p>
        </p:txBody>
      </p:sp>
      <p:sp>
        <p:nvSpPr>
          <p:cNvPr id="4" name="Footer Placeholder 3">
            <a:extLst>
              <a:ext uri="{FF2B5EF4-FFF2-40B4-BE49-F238E27FC236}">
                <a16:creationId xmlns:a16="http://schemas.microsoft.com/office/drawing/2014/main" id="{BDB3232E-F5FA-C00E-DF57-ADD079640E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6E2B1D-80E1-889E-E89D-D1B84C67192F}"/>
              </a:ext>
            </a:extLst>
          </p:cNvPr>
          <p:cNvSpPr>
            <a:spLocks noGrp="1"/>
          </p:cNvSpPr>
          <p:nvPr>
            <p:ph type="sldNum" sz="quarter" idx="12"/>
          </p:nvPr>
        </p:nvSpPr>
        <p:spPr/>
        <p:txBody>
          <a:bodyPr/>
          <a:lstStyle/>
          <a:p>
            <a:fld id="{8BE09CE9-F2C2-4B21-B8B5-AAA3A3D2F76A}" type="slidenum">
              <a:rPr lang="en-US" smtClean="0"/>
              <a:t>48</a:t>
            </a:fld>
            <a:endParaRPr lang="en-US"/>
          </a:p>
        </p:txBody>
      </p:sp>
    </p:spTree>
    <p:extLst>
      <p:ext uri="{BB962C8B-B14F-4D97-AF65-F5344CB8AC3E}">
        <p14:creationId xmlns:p14="http://schemas.microsoft.com/office/powerpoint/2010/main" val="11369060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007325F-FC1C-B080-3AE0-C4F50355A36C}"/>
              </a:ext>
            </a:extLst>
          </p:cNvPr>
          <p:cNvSpPr>
            <a:spLocks noGrp="1"/>
          </p:cNvSpPr>
          <p:nvPr>
            <p:ph type="title"/>
          </p:nvPr>
        </p:nvSpPr>
        <p:spPr>
          <a:xfrm>
            <a:off x="838200" y="365126"/>
            <a:ext cx="10515600" cy="900830"/>
          </a:xfrm>
        </p:spPr>
        <p:txBody>
          <a:bodyPr/>
          <a:lstStyle/>
          <a:p>
            <a:r>
              <a:rPr lang="en-US" dirty="0"/>
              <a:t>Problem Solving Agents</a:t>
            </a:r>
          </a:p>
        </p:txBody>
      </p:sp>
      <p:sp>
        <p:nvSpPr>
          <p:cNvPr id="9" name="Content Placeholder 8">
            <a:extLst>
              <a:ext uri="{FF2B5EF4-FFF2-40B4-BE49-F238E27FC236}">
                <a16:creationId xmlns:a16="http://schemas.microsoft.com/office/drawing/2014/main" id="{0FB22DFC-6F1D-90F9-7137-2191696A6CC3}"/>
              </a:ext>
            </a:extLst>
          </p:cNvPr>
          <p:cNvSpPr>
            <a:spLocks noGrp="1"/>
          </p:cNvSpPr>
          <p:nvPr>
            <p:ph idx="1"/>
          </p:nvPr>
        </p:nvSpPr>
        <p:spPr>
          <a:xfrm>
            <a:off x="838200" y="1265956"/>
            <a:ext cx="10515600" cy="4911007"/>
          </a:xfrm>
        </p:spPr>
        <p:txBody>
          <a:bodyPr>
            <a:normAutofit lnSpcReduction="10000"/>
          </a:bodyPr>
          <a:lstStyle/>
          <a:p>
            <a:r>
              <a:rPr lang="en-US" dirty="0"/>
              <a:t>One kind of goal-based agent called a problem-solving agent. Problem-solving agents use atomic representations that is, states of the world are considered as wholes, with no internal structure visible to the problem-solving algorithms.</a:t>
            </a:r>
          </a:p>
          <a:p>
            <a:r>
              <a:rPr lang="en-US" dirty="0"/>
              <a:t>Goal-based agents that use more advanced factored or structured representations are usually called planning agents.</a:t>
            </a:r>
          </a:p>
          <a:p>
            <a:r>
              <a:rPr lang="en-US" dirty="0"/>
              <a:t>We will see several uninformed search algorithms—algorithms that are given no information about the problem other than its definition. Although some of these algorithms can solve any solvable problem, none of them can do so efficiently. </a:t>
            </a:r>
          </a:p>
          <a:p>
            <a:r>
              <a:rPr lang="en-US" dirty="0"/>
              <a:t>Informed search algorithms, on the other hand, can do quite well given some guidance on where to look for solutions.</a:t>
            </a:r>
          </a:p>
        </p:txBody>
      </p:sp>
      <p:sp>
        <p:nvSpPr>
          <p:cNvPr id="4" name="Footer Placeholder 3">
            <a:extLst>
              <a:ext uri="{FF2B5EF4-FFF2-40B4-BE49-F238E27FC236}">
                <a16:creationId xmlns:a16="http://schemas.microsoft.com/office/drawing/2014/main" id="{65A315F7-D3FA-C900-D9D7-D732C97B50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8D9D09-A3D8-59EF-3737-22F096E2C5B2}"/>
              </a:ext>
            </a:extLst>
          </p:cNvPr>
          <p:cNvSpPr>
            <a:spLocks noGrp="1"/>
          </p:cNvSpPr>
          <p:nvPr>
            <p:ph type="sldNum" sz="quarter" idx="12"/>
          </p:nvPr>
        </p:nvSpPr>
        <p:spPr/>
        <p:txBody>
          <a:bodyPr/>
          <a:lstStyle/>
          <a:p>
            <a:fld id="{8BE09CE9-F2C2-4B21-B8B5-AAA3A3D2F76A}" type="slidenum">
              <a:rPr lang="en-US" smtClean="0"/>
              <a:t>49</a:t>
            </a:fld>
            <a:endParaRPr lang="en-US"/>
          </a:p>
        </p:txBody>
      </p:sp>
    </p:spTree>
    <p:extLst>
      <p:ext uri="{BB962C8B-B14F-4D97-AF65-F5344CB8AC3E}">
        <p14:creationId xmlns:p14="http://schemas.microsoft.com/office/powerpoint/2010/main" val="30321174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23791-A9E3-76A0-8B72-88D1021133B0}"/>
              </a:ext>
            </a:extLst>
          </p:cNvPr>
          <p:cNvSpPr>
            <a:spLocks noGrp="1"/>
          </p:cNvSpPr>
          <p:nvPr>
            <p:ph type="title"/>
          </p:nvPr>
        </p:nvSpPr>
        <p:spPr>
          <a:xfrm>
            <a:off x="838200" y="136526"/>
            <a:ext cx="10515600" cy="1043346"/>
          </a:xfrm>
        </p:spPr>
        <p:txBody>
          <a:bodyPr/>
          <a:lstStyle/>
          <a:p>
            <a:r>
              <a:rPr lang="en-US" dirty="0"/>
              <a:t>Goal Formulation</a:t>
            </a:r>
          </a:p>
        </p:txBody>
      </p:sp>
      <p:sp>
        <p:nvSpPr>
          <p:cNvPr id="3" name="Content Placeholder 2">
            <a:extLst>
              <a:ext uri="{FF2B5EF4-FFF2-40B4-BE49-F238E27FC236}">
                <a16:creationId xmlns:a16="http://schemas.microsoft.com/office/drawing/2014/main" id="{197DD0B4-8787-A6F3-1240-44ECC01A2C23}"/>
              </a:ext>
            </a:extLst>
          </p:cNvPr>
          <p:cNvSpPr>
            <a:spLocks noGrp="1"/>
          </p:cNvSpPr>
          <p:nvPr>
            <p:ph idx="1"/>
          </p:nvPr>
        </p:nvSpPr>
        <p:spPr>
          <a:xfrm>
            <a:off x="838200" y="1445342"/>
            <a:ext cx="10515600" cy="4731621"/>
          </a:xfrm>
        </p:spPr>
        <p:txBody>
          <a:bodyPr>
            <a:normAutofit/>
          </a:bodyPr>
          <a:lstStyle/>
          <a:p>
            <a:r>
              <a:rPr lang="en-US" dirty="0"/>
              <a:t>Intelligent agents are supposed to maximize their performance measure.</a:t>
            </a:r>
          </a:p>
          <a:p>
            <a:r>
              <a:rPr lang="en-US" dirty="0"/>
              <a:t>Goals help organize behavior by limiting the objectives that the agent is trying to achieve and hence the actions it needs GOAL FORMULATION to consider. </a:t>
            </a:r>
          </a:p>
          <a:p>
            <a:r>
              <a:rPr lang="en-US" dirty="0"/>
              <a:t>Goal formulation, based on the current situation and the agent’s performance measure, is the first step in problem solving. We will consider a goal to be a set of world states—exactly those states in which the goal is satisfied. The agent’s task is to find out how to act, now and in the future, so that it reaches a goal state. </a:t>
            </a:r>
          </a:p>
        </p:txBody>
      </p:sp>
      <p:sp>
        <p:nvSpPr>
          <p:cNvPr id="4" name="Footer Placeholder 3">
            <a:extLst>
              <a:ext uri="{FF2B5EF4-FFF2-40B4-BE49-F238E27FC236}">
                <a16:creationId xmlns:a16="http://schemas.microsoft.com/office/drawing/2014/main" id="{619C117D-3BA5-340B-012B-FFF7232FE5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59BE70-13E9-80DC-4153-282FC99C24C0}"/>
              </a:ext>
            </a:extLst>
          </p:cNvPr>
          <p:cNvSpPr>
            <a:spLocks noGrp="1"/>
          </p:cNvSpPr>
          <p:nvPr>
            <p:ph type="sldNum" sz="quarter" idx="12"/>
          </p:nvPr>
        </p:nvSpPr>
        <p:spPr/>
        <p:txBody>
          <a:bodyPr/>
          <a:lstStyle/>
          <a:p>
            <a:fld id="{8BE09CE9-F2C2-4B21-B8B5-AAA3A3D2F76A}" type="slidenum">
              <a:rPr lang="en-US" smtClean="0"/>
              <a:t>50</a:t>
            </a:fld>
            <a:endParaRPr lang="en-US"/>
          </a:p>
        </p:txBody>
      </p:sp>
    </p:spTree>
    <p:extLst>
      <p:ext uri="{BB962C8B-B14F-4D97-AF65-F5344CB8AC3E}">
        <p14:creationId xmlns:p14="http://schemas.microsoft.com/office/powerpoint/2010/main" val="35522549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0EFEC-BB24-367A-E1D8-5E430DD4B048}"/>
              </a:ext>
            </a:extLst>
          </p:cNvPr>
          <p:cNvSpPr>
            <a:spLocks noGrp="1"/>
          </p:cNvSpPr>
          <p:nvPr>
            <p:ph type="title"/>
          </p:nvPr>
        </p:nvSpPr>
        <p:spPr/>
        <p:txBody>
          <a:bodyPr/>
          <a:lstStyle/>
          <a:p>
            <a:r>
              <a:rPr lang="en-US" dirty="0"/>
              <a:t>Problem Formulation</a:t>
            </a:r>
          </a:p>
        </p:txBody>
      </p:sp>
      <p:sp>
        <p:nvSpPr>
          <p:cNvPr id="3" name="Content Placeholder 2">
            <a:extLst>
              <a:ext uri="{FF2B5EF4-FFF2-40B4-BE49-F238E27FC236}">
                <a16:creationId xmlns:a16="http://schemas.microsoft.com/office/drawing/2014/main" id="{69DD604C-AC38-7202-E602-60037057D9AA}"/>
              </a:ext>
            </a:extLst>
          </p:cNvPr>
          <p:cNvSpPr>
            <a:spLocks noGrp="1"/>
          </p:cNvSpPr>
          <p:nvPr>
            <p:ph idx="1"/>
          </p:nvPr>
        </p:nvSpPr>
        <p:spPr>
          <a:xfrm>
            <a:off x="838200" y="1563329"/>
            <a:ext cx="10515600" cy="4613634"/>
          </a:xfrm>
        </p:spPr>
        <p:txBody>
          <a:bodyPr>
            <a:normAutofit/>
          </a:bodyPr>
          <a:lstStyle/>
          <a:p>
            <a:r>
              <a:rPr lang="en-US" dirty="0"/>
              <a:t>Problem formulation is the process of deciding what actions and states to consider, given a goal.</a:t>
            </a:r>
          </a:p>
          <a:p>
            <a:r>
              <a:rPr lang="en-US" dirty="0"/>
              <a:t>If the agent has no additional information—i.e., if the environment is unknown, then it is has no choice but to try one of the actions at random. </a:t>
            </a:r>
          </a:p>
        </p:txBody>
      </p:sp>
      <p:sp>
        <p:nvSpPr>
          <p:cNvPr id="4" name="Footer Placeholder 3">
            <a:extLst>
              <a:ext uri="{FF2B5EF4-FFF2-40B4-BE49-F238E27FC236}">
                <a16:creationId xmlns:a16="http://schemas.microsoft.com/office/drawing/2014/main" id="{60B40436-DAFC-EEFA-4F2A-DFD009B65E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814E32-F600-2086-DE6C-A3339F2DB2F0}"/>
              </a:ext>
            </a:extLst>
          </p:cNvPr>
          <p:cNvSpPr>
            <a:spLocks noGrp="1"/>
          </p:cNvSpPr>
          <p:nvPr>
            <p:ph type="sldNum" sz="quarter" idx="12"/>
          </p:nvPr>
        </p:nvSpPr>
        <p:spPr/>
        <p:txBody>
          <a:bodyPr/>
          <a:lstStyle/>
          <a:p>
            <a:fld id="{8BE09CE9-F2C2-4B21-B8B5-AAA3A3D2F76A}" type="slidenum">
              <a:rPr lang="en-US" smtClean="0"/>
              <a:t>51</a:t>
            </a:fld>
            <a:endParaRPr lang="en-US"/>
          </a:p>
        </p:txBody>
      </p:sp>
    </p:spTree>
    <p:extLst>
      <p:ext uri="{BB962C8B-B14F-4D97-AF65-F5344CB8AC3E}">
        <p14:creationId xmlns:p14="http://schemas.microsoft.com/office/powerpoint/2010/main" val="38802467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B2AF9-30EB-064B-05E5-6E27DD6055AF}"/>
              </a:ext>
            </a:extLst>
          </p:cNvPr>
          <p:cNvSpPr>
            <a:spLocks noGrp="1"/>
          </p:cNvSpPr>
          <p:nvPr>
            <p:ph type="title"/>
          </p:nvPr>
        </p:nvSpPr>
        <p:spPr/>
        <p:txBody>
          <a:bodyPr/>
          <a:lstStyle/>
          <a:p>
            <a:r>
              <a:rPr lang="en-US" dirty="0"/>
              <a:t>Problem Formulation</a:t>
            </a:r>
          </a:p>
        </p:txBody>
      </p:sp>
      <p:sp>
        <p:nvSpPr>
          <p:cNvPr id="3" name="Content Placeholder 2">
            <a:extLst>
              <a:ext uri="{FF2B5EF4-FFF2-40B4-BE49-F238E27FC236}">
                <a16:creationId xmlns:a16="http://schemas.microsoft.com/office/drawing/2014/main" id="{C0F1E191-7A6D-8534-4BCC-657901BDCC83}"/>
              </a:ext>
            </a:extLst>
          </p:cNvPr>
          <p:cNvSpPr>
            <a:spLocks noGrp="1"/>
          </p:cNvSpPr>
          <p:nvPr>
            <p:ph idx="1"/>
          </p:nvPr>
        </p:nvSpPr>
        <p:spPr/>
        <p:txBody>
          <a:bodyPr>
            <a:normAutofit/>
          </a:bodyPr>
          <a:lstStyle/>
          <a:p>
            <a:r>
              <a:rPr lang="en-US" dirty="0"/>
              <a:t>In general, an agent with several immediate options of unknown value can decide what to do by first examining future actions that eventually lead to states of known value.</a:t>
            </a:r>
          </a:p>
          <a:p>
            <a:r>
              <a:rPr lang="en-US" dirty="0"/>
              <a:t>To be more specific about what we mean by “examining future actions,” we have to be more specific about properties of the environment.</a:t>
            </a:r>
          </a:p>
        </p:txBody>
      </p:sp>
      <p:sp>
        <p:nvSpPr>
          <p:cNvPr id="4" name="Footer Placeholder 3">
            <a:extLst>
              <a:ext uri="{FF2B5EF4-FFF2-40B4-BE49-F238E27FC236}">
                <a16:creationId xmlns:a16="http://schemas.microsoft.com/office/drawing/2014/main" id="{C992BCFC-BF55-6631-D6E1-0FCBADFE09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467FF1-CCAF-7DDD-56C5-1A881AB5506C}"/>
              </a:ext>
            </a:extLst>
          </p:cNvPr>
          <p:cNvSpPr>
            <a:spLocks noGrp="1"/>
          </p:cNvSpPr>
          <p:nvPr>
            <p:ph type="sldNum" sz="quarter" idx="12"/>
          </p:nvPr>
        </p:nvSpPr>
        <p:spPr/>
        <p:txBody>
          <a:bodyPr/>
          <a:lstStyle/>
          <a:p>
            <a:fld id="{8BE09CE9-F2C2-4B21-B8B5-AAA3A3D2F76A}" type="slidenum">
              <a:rPr lang="en-US" smtClean="0"/>
              <a:t>52</a:t>
            </a:fld>
            <a:endParaRPr lang="en-US"/>
          </a:p>
        </p:txBody>
      </p:sp>
    </p:spTree>
    <p:extLst>
      <p:ext uri="{BB962C8B-B14F-4D97-AF65-F5344CB8AC3E}">
        <p14:creationId xmlns:p14="http://schemas.microsoft.com/office/powerpoint/2010/main" val="7358883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275A3-8CD3-6832-D224-64DC652F5C1E}"/>
              </a:ext>
            </a:extLst>
          </p:cNvPr>
          <p:cNvSpPr>
            <a:spLocks noGrp="1"/>
          </p:cNvSpPr>
          <p:nvPr>
            <p:ph type="title"/>
          </p:nvPr>
        </p:nvSpPr>
        <p:spPr/>
        <p:txBody>
          <a:bodyPr/>
          <a:lstStyle/>
          <a:p>
            <a:r>
              <a:rPr lang="en-US" dirty="0"/>
              <a:t>Problem Formulation</a:t>
            </a:r>
          </a:p>
        </p:txBody>
      </p:sp>
      <p:sp>
        <p:nvSpPr>
          <p:cNvPr id="3" name="Content Placeholder 2">
            <a:extLst>
              <a:ext uri="{FF2B5EF4-FFF2-40B4-BE49-F238E27FC236}">
                <a16:creationId xmlns:a16="http://schemas.microsoft.com/office/drawing/2014/main" id="{5AD42B6D-5388-2717-1FD8-925615A048E5}"/>
              </a:ext>
            </a:extLst>
          </p:cNvPr>
          <p:cNvSpPr>
            <a:spLocks noGrp="1"/>
          </p:cNvSpPr>
          <p:nvPr>
            <p:ph idx="1"/>
          </p:nvPr>
        </p:nvSpPr>
        <p:spPr/>
        <p:txBody>
          <a:bodyPr>
            <a:normAutofit/>
          </a:bodyPr>
          <a:lstStyle/>
          <a:p>
            <a:r>
              <a:rPr lang="en-US" dirty="0"/>
              <a:t>We assume that the environment is observable, so the agent always knows the current state. We also assume the environment is discrete, so at any given state there are only finitely many actions to choose from.</a:t>
            </a:r>
          </a:p>
          <a:p>
            <a:r>
              <a:rPr lang="en-US" dirty="0"/>
              <a:t>We will assume the environment is known, so the agent knows which states are reached by each action. Finally, we assume that the environment is deterministic, so each action has exactly one outcome. </a:t>
            </a:r>
          </a:p>
        </p:txBody>
      </p:sp>
      <p:sp>
        <p:nvSpPr>
          <p:cNvPr id="4" name="Footer Placeholder 3">
            <a:extLst>
              <a:ext uri="{FF2B5EF4-FFF2-40B4-BE49-F238E27FC236}">
                <a16:creationId xmlns:a16="http://schemas.microsoft.com/office/drawing/2014/main" id="{9FE3DD14-C93D-865C-ED89-60721EE7FA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A5ABA4-BFB9-1593-34D9-EECBDF610035}"/>
              </a:ext>
            </a:extLst>
          </p:cNvPr>
          <p:cNvSpPr>
            <a:spLocks noGrp="1"/>
          </p:cNvSpPr>
          <p:nvPr>
            <p:ph type="sldNum" sz="quarter" idx="12"/>
          </p:nvPr>
        </p:nvSpPr>
        <p:spPr/>
        <p:txBody>
          <a:bodyPr/>
          <a:lstStyle/>
          <a:p>
            <a:fld id="{8BE09CE9-F2C2-4B21-B8B5-AAA3A3D2F76A}" type="slidenum">
              <a:rPr lang="en-US" smtClean="0"/>
              <a:t>53</a:t>
            </a:fld>
            <a:endParaRPr lang="en-US"/>
          </a:p>
        </p:txBody>
      </p:sp>
    </p:spTree>
    <p:extLst>
      <p:ext uri="{BB962C8B-B14F-4D97-AF65-F5344CB8AC3E}">
        <p14:creationId xmlns:p14="http://schemas.microsoft.com/office/powerpoint/2010/main" val="40896850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0638-BC7D-9D11-50BC-CD7D7C64A76B}"/>
              </a:ext>
            </a:extLst>
          </p:cNvPr>
          <p:cNvSpPr>
            <a:spLocks noGrp="1"/>
          </p:cNvSpPr>
          <p:nvPr>
            <p:ph type="title"/>
          </p:nvPr>
        </p:nvSpPr>
        <p:spPr/>
        <p:txBody>
          <a:bodyPr/>
          <a:lstStyle/>
          <a:p>
            <a:r>
              <a:rPr lang="en-US" dirty="0"/>
              <a:t>Problem Formulation</a:t>
            </a:r>
          </a:p>
        </p:txBody>
      </p:sp>
      <p:sp>
        <p:nvSpPr>
          <p:cNvPr id="3" name="Content Placeholder 2">
            <a:extLst>
              <a:ext uri="{FF2B5EF4-FFF2-40B4-BE49-F238E27FC236}">
                <a16:creationId xmlns:a16="http://schemas.microsoft.com/office/drawing/2014/main" id="{9C5ED07A-F5C8-6D14-40D5-5A3027790DEA}"/>
              </a:ext>
            </a:extLst>
          </p:cNvPr>
          <p:cNvSpPr>
            <a:spLocks noGrp="1"/>
          </p:cNvSpPr>
          <p:nvPr>
            <p:ph idx="1"/>
          </p:nvPr>
        </p:nvSpPr>
        <p:spPr/>
        <p:txBody>
          <a:bodyPr>
            <a:normAutofit fontScale="92500" lnSpcReduction="10000"/>
          </a:bodyPr>
          <a:lstStyle/>
          <a:p>
            <a:r>
              <a:rPr lang="en-US" dirty="0"/>
              <a:t>Of course, conditions are not always ideal .</a:t>
            </a:r>
          </a:p>
          <a:p>
            <a:r>
              <a:rPr lang="en-US" dirty="0"/>
              <a:t>Under these assumptions, the solution to any problem is a fixed sequence of actions.</a:t>
            </a:r>
          </a:p>
          <a:p>
            <a:r>
              <a:rPr lang="en-US" dirty="0"/>
              <a:t>“Of course!” one might say, “What else could it be?” Well, in general it could be a branching strategy that recommends different actions in the future depending on what percepts arrive.</a:t>
            </a:r>
          </a:p>
          <a:p>
            <a:r>
              <a:rPr lang="en-US" dirty="0"/>
              <a:t>Fortunately, if the agent knows the initial state and the environment is known and deterministic, it knows exactly where it will be after the first action and what it will perceive. Since only one percept is possible after the first action, the solution can specify only one possible second action, and so on.</a:t>
            </a:r>
          </a:p>
        </p:txBody>
      </p:sp>
      <p:sp>
        <p:nvSpPr>
          <p:cNvPr id="4" name="Footer Placeholder 3">
            <a:extLst>
              <a:ext uri="{FF2B5EF4-FFF2-40B4-BE49-F238E27FC236}">
                <a16:creationId xmlns:a16="http://schemas.microsoft.com/office/drawing/2014/main" id="{919A4A23-B584-47AF-602F-00F4695257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129679-3AE0-74B4-F6A9-73664778B35A}"/>
              </a:ext>
            </a:extLst>
          </p:cNvPr>
          <p:cNvSpPr>
            <a:spLocks noGrp="1"/>
          </p:cNvSpPr>
          <p:nvPr>
            <p:ph type="sldNum" sz="quarter" idx="12"/>
          </p:nvPr>
        </p:nvSpPr>
        <p:spPr/>
        <p:txBody>
          <a:bodyPr/>
          <a:lstStyle/>
          <a:p>
            <a:fld id="{8BE09CE9-F2C2-4B21-B8B5-AAA3A3D2F76A}" type="slidenum">
              <a:rPr lang="en-US" smtClean="0"/>
              <a:t>54</a:t>
            </a:fld>
            <a:endParaRPr lang="en-US"/>
          </a:p>
        </p:txBody>
      </p:sp>
    </p:spTree>
    <p:extLst>
      <p:ext uri="{BB962C8B-B14F-4D97-AF65-F5344CB8AC3E}">
        <p14:creationId xmlns:p14="http://schemas.microsoft.com/office/powerpoint/2010/main" val="22901811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309A1-CCFB-D7CB-AC83-2EF2910AF7CD}"/>
              </a:ext>
            </a:extLst>
          </p:cNvPr>
          <p:cNvSpPr>
            <a:spLocks noGrp="1"/>
          </p:cNvSpPr>
          <p:nvPr>
            <p:ph type="title"/>
          </p:nvPr>
        </p:nvSpPr>
        <p:spPr/>
        <p:txBody>
          <a:bodyPr/>
          <a:lstStyle/>
          <a:p>
            <a:r>
              <a:rPr lang="en-US" dirty="0"/>
              <a:t>Problem Formulation</a:t>
            </a:r>
          </a:p>
        </p:txBody>
      </p:sp>
      <p:sp>
        <p:nvSpPr>
          <p:cNvPr id="3" name="Content Placeholder 2">
            <a:extLst>
              <a:ext uri="{FF2B5EF4-FFF2-40B4-BE49-F238E27FC236}">
                <a16:creationId xmlns:a16="http://schemas.microsoft.com/office/drawing/2014/main" id="{B9BF534A-2A77-679E-8E68-C9C77CE0B6E9}"/>
              </a:ext>
            </a:extLst>
          </p:cNvPr>
          <p:cNvSpPr>
            <a:spLocks noGrp="1"/>
          </p:cNvSpPr>
          <p:nvPr>
            <p:ph idx="1"/>
          </p:nvPr>
        </p:nvSpPr>
        <p:spPr/>
        <p:txBody>
          <a:bodyPr>
            <a:normAutofit fontScale="92500" lnSpcReduction="20000"/>
          </a:bodyPr>
          <a:lstStyle/>
          <a:p>
            <a:r>
              <a:rPr lang="en-US" dirty="0"/>
              <a:t>SEARCH The process of looking for a sequence of actions that reaches the goal is called search.</a:t>
            </a:r>
          </a:p>
          <a:p>
            <a:r>
              <a:rPr lang="en-US" dirty="0"/>
              <a:t>SOLUTION A search algorithm takes a problem as input and returns a solution in the form of an action sequence. Once a solution is found, the actions it recommends can be carried out. This</a:t>
            </a:r>
          </a:p>
          <a:p>
            <a:r>
              <a:rPr lang="en-US" dirty="0"/>
              <a:t>EXECUTION is called the execution phase. Thus, we have a simple “formulate, search, execute” design for the agent, </a:t>
            </a:r>
          </a:p>
          <a:p>
            <a:r>
              <a:rPr lang="en-US" dirty="0"/>
              <a:t>After formulating a goal and a problem to solve, the agent calls a search procedure to solve it. It then uses the solution to guide its actions, doing whatever the solution recommends as the next thing to do—typically, the first action of the sequence—and then removing that step from the sequence. Once the solution has been executed, the agent will formulate a new goal.</a:t>
            </a:r>
          </a:p>
          <a:p>
            <a:endParaRPr lang="en-US" dirty="0"/>
          </a:p>
        </p:txBody>
      </p:sp>
      <p:sp>
        <p:nvSpPr>
          <p:cNvPr id="4" name="Footer Placeholder 3">
            <a:extLst>
              <a:ext uri="{FF2B5EF4-FFF2-40B4-BE49-F238E27FC236}">
                <a16:creationId xmlns:a16="http://schemas.microsoft.com/office/drawing/2014/main" id="{2A8BB195-0EA4-B583-E41F-064437BD44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86F980-4FAB-A275-BDD9-63B2A8DBCF77}"/>
              </a:ext>
            </a:extLst>
          </p:cNvPr>
          <p:cNvSpPr>
            <a:spLocks noGrp="1"/>
          </p:cNvSpPr>
          <p:nvPr>
            <p:ph type="sldNum" sz="quarter" idx="12"/>
          </p:nvPr>
        </p:nvSpPr>
        <p:spPr/>
        <p:txBody>
          <a:bodyPr/>
          <a:lstStyle/>
          <a:p>
            <a:fld id="{8BE09CE9-F2C2-4B21-B8B5-AAA3A3D2F76A}" type="slidenum">
              <a:rPr lang="en-US" smtClean="0"/>
              <a:t>55</a:t>
            </a:fld>
            <a:endParaRPr lang="en-US"/>
          </a:p>
        </p:txBody>
      </p:sp>
    </p:spTree>
    <p:extLst>
      <p:ext uri="{BB962C8B-B14F-4D97-AF65-F5344CB8AC3E}">
        <p14:creationId xmlns:p14="http://schemas.microsoft.com/office/powerpoint/2010/main" val="37199074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943CB-AD66-7B53-4103-AEC703312640}"/>
              </a:ext>
            </a:extLst>
          </p:cNvPr>
          <p:cNvSpPr>
            <a:spLocks noGrp="1"/>
          </p:cNvSpPr>
          <p:nvPr>
            <p:ph type="title"/>
          </p:nvPr>
        </p:nvSpPr>
        <p:spPr>
          <a:xfrm>
            <a:off x="838200" y="368710"/>
            <a:ext cx="10515600" cy="1321978"/>
          </a:xfrm>
        </p:spPr>
        <p:txBody>
          <a:bodyPr/>
          <a:lstStyle/>
          <a:p>
            <a:r>
              <a:rPr lang="en-US" dirty="0"/>
              <a:t>Problem Formulation</a:t>
            </a:r>
          </a:p>
        </p:txBody>
      </p:sp>
      <p:sp>
        <p:nvSpPr>
          <p:cNvPr id="3" name="Content Placeholder 2">
            <a:extLst>
              <a:ext uri="{FF2B5EF4-FFF2-40B4-BE49-F238E27FC236}">
                <a16:creationId xmlns:a16="http://schemas.microsoft.com/office/drawing/2014/main" id="{E76351FC-52F4-87BB-70A0-C3374C80120C}"/>
              </a:ext>
            </a:extLst>
          </p:cNvPr>
          <p:cNvSpPr>
            <a:spLocks noGrp="1"/>
          </p:cNvSpPr>
          <p:nvPr>
            <p:ph idx="1"/>
          </p:nvPr>
        </p:nvSpPr>
        <p:spPr/>
        <p:txBody>
          <a:bodyPr>
            <a:normAutofit/>
          </a:bodyPr>
          <a:lstStyle/>
          <a:p>
            <a:r>
              <a:rPr lang="en-US" dirty="0"/>
              <a:t>Notice that while the agent is executing the solution sequence it ignores its percepts when choosing an action because it knows in advance what they will be. </a:t>
            </a:r>
          </a:p>
          <a:p>
            <a:r>
              <a:rPr lang="en-US" dirty="0"/>
              <a:t>An agent that carries out its plans with its eyes closed, so to speak, must be quite certain of what is going OPEN-LOOP on. </a:t>
            </a:r>
          </a:p>
          <a:p>
            <a:r>
              <a:rPr lang="en-US" dirty="0"/>
              <a:t>Control theorists call this an open-loop system, because ignoring the percepts breaks the loop between agent and environment. </a:t>
            </a:r>
          </a:p>
        </p:txBody>
      </p:sp>
      <p:sp>
        <p:nvSpPr>
          <p:cNvPr id="4" name="Footer Placeholder 3">
            <a:extLst>
              <a:ext uri="{FF2B5EF4-FFF2-40B4-BE49-F238E27FC236}">
                <a16:creationId xmlns:a16="http://schemas.microsoft.com/office/drawing/2014/main" id="{C3F65BE4-AF46-65E4-68D9-7BBE4DDC01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FE7F4A9-CE01-9420-8EFF-663535EE89AD}"/>
              </a:ext>
            </a:extLst>
          </p:cNvPr>
          <p:cNvSpPr>
            <a:spLocks noGrp="1"/>
          </p:cNvSpPr>
          <p:nvPr>
            <p:ph type="sldNum" sz="quarter" idx="12"/>
          </p:nvPr>
        </p:nvSpPr>
        <p:spPr/>
        <p:txBody>
          <a:bodyPr/>
          <a:lstStyle/>
          <a:p>
            <a:fld id="{8BE09CE9-F2C2-4B21-B8B5-AAA3A3D2F76A}" type="slidenum">
              <a:rPr lang="en-US" smtClean="0"/>
              <a:t>56</a:t>
            </a:fld>
            <a:endParaRPr lang="en-US"/>
          </a:p>
        </p:txBody>
      </p:sp>
    </p:spTree>
    <p:extLst>
      <p:ext uri="{BB962C8B-B14F-4D97-AF65-F5344CB8AC3E}">
        <p14:creationId xmlns:p14="http://schemas.microsoft.com/office/powerpoint/2010/main" val="40037200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7114E-545F-0C07-53CD-1E800AF55E3B}"/>
              </a:ext>
            </a:extLst>
          </p:cNvPr>
          <p:cNvSpPr>
            <a:spLocks noGrp="1"/>
          </p:cNvSpPr>
          <p:nvPr>
            <p:ph idx="1"/>
          </p:nvPr>
        </p:nvSpPr>
        <p:spPr>
          <a:xfrm>
            <a:off x="838200" y="1474840"/>
            <a:ext cx="10515600" cy="4557250"/>
          </a:xfrm>
        </p:spPr>
        <p:txBody>
          <a:bodyPr>
            <a:normAutofit/>
          </a:bodyPr>
          <a:lstStyle/>
          <a:p>
            <a:r>
              <a:rPr lang="en-US" dirty="0"/>
              <a:t>A problem can be defined formally by five components:</a:t>
            </a:r>
          </a:p>
          <a:p>
            <a:r>
              <a:rPr lang="en-US" dirty="0"/>
              <a:t> INITIAL STATE The initial state that the agent starts in.</a:t>
            </a:r>
          </a:p>
          <a:p>
            <a:r>
              <a:rPr lang="en-US" dirty="0"/>
              <a:t>A description of the possible actions available to the agent. Given a particular state s, ACTIONS(s) returns the set of actions that can be executed in s.</a:t>
            </a:r>
          </a:p>
          <a:p>
            <a:r>
              <a:rPr lang="en-US" dirty="0"/>
              <a:t> A description of what each action does; the formal name for this is the transition </a:t>
            </a:r>
            <a:r>
              <a:rPr lang="en-US" dirty="0" err="1"/>
              <a:t>TRANSITION</a:t>
            </a:r>
            <a:r>
              <a:rPr lang="en-US" dirty="0"/>
              <a:t> MODEL </a:t>
            </a:r>
            <a:r>
              <a:rPr lang="en-US" dirty="0" err="1"/>
              <a:t>model</a:t>
            </a:r>
            <a:r>
              <a:rPr lang="en-US" dirty="0"/>
              <a:t>, specified by a function RESULT(s, a) that returns the state that results from SUCCESSOR doing action a in state s. We also use the term successor to refer to any state reachable from a given state by a single action.</a:t>
            </a:r>
          </a:p>
          <a:p>
            <a:endParaRPr lang="en-US" dirty="0"/>
          </a:p>
          <a:p>
            <a:endParaRPr lang="en-US" dirty="0"/>
          </a:p>
        </p:txBody>
      </p:sp>
      <p:sp>
        <p:nvSpPr>
          <p:cNvPr id="4" name="Footer Placeholder 3">
            <a:extLst>
              <a:ext uri="{FF2B5EF4-FFF2-40B4-BE49-F238E27FC236}">
                <a16:creationId xmlns:a16="http://schemas.microsoft.com/office/drawing/2014/main" id="{0B652488-7E6D-D6FE-256D-BB641D7607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3F5DCD-4469-7FF8-8460-4E5E72CFF56B}"/>
              </a:ext>
            </a:extLst>
          </p:cNvPr>
          <p:cNvSpPr>
            <a:spLocks noGrp="1"/>
          </p:cNvSpPr>
          <p:nvPr>
            <p:ph type="sldNum" sz="quarter" idx="12"/>
          </p:nvPr>
        </p:nvSpPr>
        <p:spPr/>
        <p:txBody>
          <a:bodyPr/>
          <a:lstStyle/>
          <a:p>
            <a:fld id="{8BE09CE9-F2C2-4B21-B8B5-AAA3A3D2F76A}" type="slidenum">
              <a:rPr lang="en-US" smtClean="0"/>
              <a:t>57</a:t>
            </a:fld>
            <a:endParaRPr lang="en-US"/>
          </a:p>
        </p:txBody>
      </p:sp>
      <p:sp>
        <p:nvSpPr>
          <p:cNvPr id="2" name="Title 1">
            <a:extLst>
              <a:ext uri="{FF2B5EF4-FFF2-40B4-BE49-F238E27FC236}">
                <a16:creationId xmlns:a16="http://schemas.microsoft.com/office/drawing/2014/main" id="{59A8435D-892D-9BAD-790B-9841171CD456}"/>
              </a:ext>
            </a:extLst>
          </p:cNvPr>
          <p:cNvSpPr>
            <a:spLocks noGrp="1"/>
          </p:cNvSpPr>
          <p:nvPr>
            <p:ph type="title"/>
          </p:nvPr>
        </p:nvSpPr>
        <p:spPr>
          <a:xfrm>
            <a:off x="838200" y="368710"/>
            <a:ext cx="10515600" cy="1106130"/>
          </a:xfrm>
        </p:spPr>
        <p:txBody>
          <a:bodyPr/>
          <a:lstStyle/>
          <a:p>
            <a:r>
              <a:rPr lang="en-US" dirty="0"/>
              <a:t>Problem Formulation</a:t>
            </a:r>
          </a:p>
        </p:txBody>
      </p:sp>
    </p:spTree>
    <p:extLst>
      <p:ext uri="{BB962C8B-B14F-4D97-AF65-F5344CB8AC3E}">
        <p14:creationId xmlns:p14="http://schemas.microsoft.com/office/powerpoint/2010/main" val="31361983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D08150-165F-8FEB-D8FA-3D0A7371E52F}"/>
              </a:ext>
            </a:extLst>
          </p:cNvPr>
          <p:cNvSpPr>
            <a:spLocks noGrp="1"/>
          </p:cNvSpPr>
          <p:nvPr>
            <p:ph idx="1"/>
          </p:nvPr>
        </p:nvSpPr>
        <p:spPr/>
        <p:txBody>
          <a:bodyPr>
            <a:normAutofit/>
          </a:bodyPr>
          <a:lstStyle/>
          <a:p>
            <a:r>
              <a:rPr lang="en-US" dirty="0"/>
              <a:t>RESULT</a:t>
            </a:r>
          </a:p>
          <a:p>
            <a:r>
              <a:rPr lang="en-US" dirty="0"/>
              <a:t>STATE SPACE Together, the initial state, actions, and transition model implicitly define the state space of the problem—the set of all states reachable from the initial state by any sequence.</a:t>
            </a:r>
          </a:p>
          <a:p>
            <a:r>
              <a:rPr lang="en-US" dirty="0"/>
              <a:t>GRAPH of actions. The state space forms a directed network or graph in which the nodes</a:t>
            </a:r>
          </a:p>
          <a:p>
            <a:endParaRPr lang="en-US" dirty="0"/>
          </a:p>
          <a:p>
            <a:endParaRPr lang="en-US" dirty="0"/>
          </a:p>
        </p:txBody>
      </p:sp>
      <p:sp>
        <p:nvSpPr>
          <p:cNvPr id="4" name="Footer Placeholder 3">
            <a:extLst>
              <a:ext uri="{FF2B5EF4-FFF2-40B4-BE49-F238E27FC236}">
                <a16:creationId xmlns:a16="http://schemas.microsoft.com/office/drawing/2014/main" id="{EC1314FD-40B7-FEE8-CE3B-CE6495E33A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CB4381-2D70-2933-2E30-142FA8273267}"/>
              </a:ext>
            </a:extLst>
          </p:cNvPr>
          <p:cNvSpPr>
            <a:spLocks noGrp="1"/>
          </p:cNvSpPr>
          <p:nvPr>
            <p:ph type="sldNum" sz="quarter" idx="12"/>
          </p:nvPr>
        </p:nvSpPr>
        <p:spPr/>
        <p:txBody>
          <a:bodyPr/>
          <a:lstStyle/>
          <a:p>
            <a:fld id="{8BE09CE9-F2C2-4B21-B8B5-AAA3A3D2F76A}" type="slidenum">
              <a:rPr lang="en-US" smtClean="0"/>
              <a:t>58</a:t>
            </a:fld>
            <a:endParaRPr lang="en-US"/>
          </a:p>
        </p:txBody>
      </p:sp>
      <p:sp>
        <p:nvSpPr>
          <p:cNvPr id="6" name="Title 1">
            <a:extLst>
              <a:ext uri="{FF2B5EF4-FFF2-40B4-BE49-F238E27FC236}">
                <a16:creationId xmlns:a16="http://schemas.microsoft.com/office/drawing/2014/main" id="{372F028C-3156-E538-3841-4AA9F8088E89}"/>
              </a:ext>
            </a:extLst>
          </p:cNvPr>
          <p:cNvSpPr>
            <a:spLocks noGrp="1"/>
          </p:cNvSpPr>
          <p:nvPr>
            <p:ph type="title"/>
          </p:nvPr>
        </p:nvSpPr>
        <p:spPr>
          <a:xfrm>
            <a:off x="838200" y="365125"/>
            <a:ext cx="10515600" cy="1325563"/>
          </a:xfrm>
        </p:spPr>
        <p:txBody>
          <a:bodyPr/>
          <a:lstStyle/>
          <a:p>
            <a:r>
              <a:rPr lang="en-US" dirty="0"/>
              <a:t>Problem Formulation</a:t>
            </a:r>
          </a:p>
        </p:txBody>
      </p:sp>
    </p:spTree>
    <p:extLst>
      <p:ext uri="{BB962C8B-B14F-4D97-AF65-F5344CB8AC3E}">
        <p14:creationId xmlns:p14="http://schemas.microsoft.com/office/powerpoint/2010/main" val="683230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1074</TotalTime>
  <Words>3524</Words>
  <Application>Microsoft Office PowerPoint</Application>
  <PresentationFormat>Widescreen</PresentationFormat>
  <Paragraphs>448</Paragraphs>
  <Slides>58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Arial</vt:lpstr>
      <vt:lpstr>Calibri</vt:lpstr>
      <vt:lpstr>Calibri Light</vt:lpstr>
      <vt:lpstr>Lato</vt:lpstr>
      <vt:lpstr>Montserrat</vt:lpstr>
      <vt:lpstr>system-ui</vt:lpstr>
      <vt:lpstr>Wingdings</vt:lpstr>
      <vt:lpstr>Office Theme</vt:lpstr>
      <vt:lpstr>Instructor Information</vt:lpstr>
      <vt:lpstr>Meeting Time and Location</vt:lpstr>
      <vt:lpstr>Prerequisites</vt:lpstr>
      <vt:lpstr>Course Format</vt:lpstr>
      <vt:lpstr>Learning Materials</vt:lpstr>
      <vt:lpstr>Course Description</vt:lpstr>
      <vt:lpstr>CAREER OPTIONS AI AGENTS</vt:lpstr>
      <vt:lpstr>Assignments and Grades</vt:lpstr>
      <vt:lpstr>Course Outcome</vt:lpstr>
      <vt:lpstr>UNIVERSITY POLICIES and SUPPORT </vt:lpstr>
      <vt:lpstr>PowerPoint Presentation</vt:lpstr>
      <vt:lpstr>AGENTS [Robots, Generative AI tools etc.]</vt:lpstr>
      <vt:lpstr>AI Agents course with LLM focus[other Universities]</vt:lpstr>
      <vt:lpstr>PowerPoint Presentation</vt:lpstr>
      <vt:lpstr>PowerPoint Presentation</vt:lpstr>
      <vt:lpstr>PowerPoint Presentation</vt:lpstr>
      <vt:lpstr>PowerPoint Presentation</vt:lpstr>
      <vt:lpstr>Omniscience != Rationality != Perfection</vt:lpstr>
      <vt:lpstr>Performance measures</vt:lpstr>
      <vt:lpstr>PEAS (Performance, Environment, Actuators, Sensors)</vt:lpstr>
      <vt:lpstr>PEAS Vacuum cleaner Robot</vt:lpstr>
      <vt:lpstr>PEAS : Self Driving Car</vt:lpstr>
      <vt:lpstr>PEAS : Self Driving Car</vt:lpstr>
      <vt:lpstr>Types of Agent</vt:lpstr>
      <vt:lpstr>Simple Reflex Agent</vt:lpstr>
      <vt:lpstr>Model-based reflex agents</vt:lpstr>
      <vt:lpstr>Goal-based Agents</vt:lpstr>
      <vt:lpstr> Utility-based agents </vt:lpstr>
      <vt:lpstr>Task environment in AI is vast !!</vt:lpstr>
      <vt:lpstr>FULLY OBSERVABLE ENVIRONMENT </vt:lpstr>
      <vt:lpstr>PowerPoint Presentation</vt:lpstr>
      <vt:lpstr>PARTIALLY OBSERVABLE ENVIRONMENT </vt:lpstr>
      <vt:lpstr>  SINGLE-AGENT ENVIRONMENT  </vt:lpstr>
      <vt:lpstr>MULTI AGENT ENVIRONMENT </vt:lpstr>
      <vt:lpstr>COMPETITIVE ENVIRONMENT </vt:lpstr>
      <vt:lpstr>COOPERATIVE ENVIRONMENT </vt:lpstr>
      <vt:lpstr>DETERMINISTIC ENVIRONMENT </vt:lpstr>
      <vt:lpstr>NON DETERMINSTIC ENVIRONMENT </vt:lpstr>
      <vt:lpstr>EPISODIC ENVIRONMENT </vt:lpstr>
      <vt:lpstr>PowerPoint Presentation</vt:lpstr>
      <vt:lpstr>SEQUENTIAL ENVIRONMENT </vt:lpstr>
      <vt:lpstr>STATIC  ENVIRONMENT </vt:lpstr>
      <vt:lpstr>DYNAMIC ENVIRONMENT </vt:lpstr>
      <vt:lpstr>DISCRETE ENVIRONMENT </vt:lpstr>
      <vt:lpstr>CONTINUOS ENVIRONMENT </vt:lpstr>
      <vt:lpstr>KNOWN ENVIRONMENT </vt:lpstr>
      <vt:lpstr>UNKNOWN ENVIRONMENT </vt:lpstr>
      <vt:lpstr>Hardest Problem </vt:lpstr>
      <vt:lpstr>Problem Solving Agents</vt:lpstr>
      <vt:lpstr>Goal Formulation</vt:lpstr>
      <vt:lpstr>Problem Formulation</vt:lpstr>
      <vt:lpstr>Problem Formulation</vt:lpstr>
      <vt:lpstr>Problem Formulation</vt:lpstr>
      <vt:lpstr>Problem Formulation</vt:lpstr>
      <vt:lpstr>Problem Formulation</vt:lpstr>
      <vt:lpstr>Problem Formulation</vt:lpstr>
      <vt:lpstr>Problem Formulation</vt:lpstr>
      <vt:lpstr>Problem Formulation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Sayanti Roy</dc:creator>
  <cp:lastModifiedBy>Sayanti Roy</cp:lastModifiedBy>
  <cp:revision>8</cp:revision>
  <dcterms:created xsi:type="dcterms:W3CDTF">2022-08-20T16:15:19Z</dcterms:created>
  <dcterms:modified xsi:type="dcterms:W3CDTF">2026-01-15T19:12:13Z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7606f69-b0ae-4874-be30-7d43a3c7be10_Enabled">
    <vt:lpwstr>true</vt:lpwstr>
  </property>
  <property fmtid="{D5CDD505-2E9C-101B-9397-08002B2CF9AE}" pid="3" name="MSIP_Label_f7606f69-b0ae-4874-be30-7d43a3c7be10_SetDate">
    <vt:lpwstr>2026-01-15T18:53:31Z</vt:lpwstr>
  </property>
  <property fmtid="{D5CDD505-2E9C-101B-9397-08002B2CF9AE}" pid="4" name="MSIP_Label_f7606f69-b0ae-4874-be30-7d43a3c7be10_Method">
    <vt:lpwstr>Standard</vt:lpwstr>
  </property>
  <property fmtid="{D5CDD505-2E9C-101B-9397-08002B2CF9AE}" pid="5" name="MSIP_Label_f7606f69-b0ae-4874-be30-7d43a3c7be10_Name">
    <vt:lpwstr>defa4170-0d19-0005-0001-bc88714345d2</vt:lpwstr>
  </property>
  <property fmtid="{D5CDD505-2E9C-101B-9397-08002B2CF9AE}" pid="6" name="MSIP_Label_f7606f69-b0ae-4874-be30-7d43a3c7be10_SiteId">
    <vt:lpwstr>4130bd39-7c53-419c-b1e5-8758d6d63f21</vt:lpwstr>
  </property>
  <property fmtid="{D5CDD505-2E9C-101B-9397-08002B2CF9AE}" pid="7" name="MSIP_Label_f7606f69-b0ae-4874-be30-7d43a3c7be10_ActionId">
    <vt:lpwstr>ccca79f4-42d3-4081-a04d-df48ea2d0946</vt:lpwstr>
  </property>
  <property fmtid="{D5CDD505-2E9C-101B-9397-08002B2CF9AE}" pid="8" name="MSIP_Label_f7606f69-b0ae-4874-be30-7d43a3c7be10_ContentBits">
    <vt:lpwstr>0</vt:lpwstr>
  </property>
  <property fmtid="{D5CDD505-2E9C-101B-9397-08002B2CF9AE}" pid="9" name="MSIP_Label_f7606f69-b0ae-4874-be30-7d43a3c7be10_Tag">
    <vt:lpwstr>10, 3, 0, 1</vt:lpwstr>
  </property>
</Properties>
</file>