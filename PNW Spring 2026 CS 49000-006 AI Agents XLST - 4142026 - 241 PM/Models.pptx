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9" r:id="rId2"/>
    <p:sldId id="264" r:id="rId3"/>
    <p:sldId id="257" r:id="rId4"/>
    <p:sldId id="258" r:id="rId5"/>
    <p:sldId id="260" r:id="rId6"/>
    <p:sldId id="263" r:id="rId7"/>
    <p:sldId id="261" r:id="rId8"/>
    <p:sldId id="262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A4B97-FE0F-4DB5-9C2F-2B01FAB0600E}" v="34" dt="2026-01-29T16:58:59.51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>
      <p:cViewPr varScale="1">
        <p:scale>
          <a:sx n="152" d="100"/>
          <a:sy n="152" d="100"/>
        </p:scale>
        <p:origin x="576" y="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anti Roy" userId="13325ee0d423e633" providerId="LiveId" clId="{80388DA5-6D2F-46CF-A377-2F70F9F4EBCB}"/>
    <pc:docChg chg="undo custSel addSld delSld modSld sldOrd">
      <pc:chgData name="Sayanti Roy" userId="13325ee0d423e633" providerId="LiveId" clId="{80388DA5-6D2F-46CF-A377-2F70F9F4EBCB}" dt="2026-01-29T17:04:28.793" v="1167" actId="47"/>
      <pc:docMkLst>
        <pc:docMk/>
      </pc:docMkLst>
      <pc:sldChg chg="new del">
        <pc:chgData name="Sayanti Roy" userId="13325ee0d423e633" providerId="LiveId" clId="{80388DA5-6D2F-46CF-A377-2F70F9F4EBCB}" dt="2026-01-29T15:47:31" v="3" actId="47"/>
        <pc:sldMkLst>
          <pc:docMk/>
          <pc:sldMk cId="489742220" sldId="256"/>
        </pc:sldMkLst>
      </pc:sldChg>
      <pc:sldChg chg="modSp new mod ord">
        <pc:chgData name="Sayanti Roy" userId="13325ee0d423e633" providerId="LiveId" clId="{80388DA5-6D2F-46CF-A377-2F70F9F4EBCB}" dt="2026-01-29T16:31:44.726" v="869" actId="20577"/>
        <pc:sldMkLst>
          <pc:docMk/>
          <pc:sldMk cId="591445540" sldId="257"/>
        </pc:sldMkLst>
        <pc:spChg chg="mod">
          <ac:chgData name="Sayanti Roy" userId="13325ee0d423e633" providerId="LiveId" clId="{80388DA5-6D2F-46CF-A377-2F70F9F4EBCB}" dt="2026-01-29T16:30:29.203" v="770" actId="113"/>
          <ac:spMkLst>
            <pc:docMk/>
            <pc:sldMk cId="591445540" sldId="257"/>
            <ac:spMk id="2" creationId="{2AAC18E2-5D9D-E2EF-8C3C-B70C50C4D8F8}"/>
          </ac:spMkLst>
        </pc:spChg>
        <pc:spChg chg="mod">
          <ac:chgData name="Sayanti Roy" userId="13325ee0d423e633" providerId="LiveId" clId="{80388DA5-6D2F-46CF-A377-2F70F9F4EBCB}" dt="2026-01-29T16:31:44.726" v="869" actId="20577"/>
          <ac:spMkLst>
            <pc:docMk/>
            <pc:sldMk cId="591445540" sldId="257"/>
            <ac:spMk id="3" creationId="{9F620B64-C3A6-F7F9-E4B8-925AB138E00C}"/>
          </ac:spMkLst>
        </pc:spChg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58"/>
        </pc:sldMkLst>
      </pc:sldChg>
      <pc:sldChg chg="addSp delSp modSp new mod">
        <pc:chgData name="Sayanti Roy" userId="13325ee0d423e633" providerId="LiveId" clId="{80388DA5-6D2F-46CF-A377-2F70F9F4EBCB}" dt="2026-01-29T16:30:33.614" v="771" actId="113"/>
        <pc:sldMkLst>
          <pc:docMk/>
          <pc:sldMk cId="1290730265" sldId="258"/>
        </pc:sldMkLst>
        <pc:spChg chg="mod">
          <ac:chgData name="Sayanti Roy" userId="13325ee0d423e633" providerId="LiveId" clId="{80388DA5-6D2F-46CF-A377-2F70F9F4EBCB}" dt="2026-01-29T16:30:33.614" v="771" actId="113"/>
          <ac:spMkLst>
            <pc:docMk/>
            <pc:sldMk cId="1290730265" sldId="258"/>
            <ac:spMk id="2" creationId="{FB05E3C7-CB3A-E3E4-7CBE-B6ECD4C79D03}"/>
          </ac:spMkLst>
        </pc:spChg>
        <pc:spChg chg="add del mod">
          <ac:chgData name="Sayanti Roy" userId="13325ee0d423e633" providerId="LiveId" clId="{80388DA5-6D2F-46CF-A377-2F70F9F4EBCB}" dt="2026-01-29T16:16:47.315" v="491"/>
          <ac:spMkLst>
            <pc:docMk/>
            <pc:sldMk cId="1290730265" sldId="258"/>
            <ac:spMk id="3" creationId="{586356E6-F94A-776E-7024-6A720DBA18CD}"/>
          </ac:spMkLst>
        </pc:spChg>
        <pc:spChg chg="add mod">
          <ac:chgData name="Sayanti Roy" userId="13325ee0d423e633" providerId="LiveId" clId="{80388DA5-6D2F-46CF-A377-2F70F9F4EBCB}" dt="2026-01-29T16:16:36.984" v="488"/>
          <ac:spMkLst>
            <pc:docMk/>
            <pc:sldMk cId="1290730265" sldId="258"/>
            <ac:spMk id="4" creationId="{26166ADF-8965-723D-1654-B4A73A0582D3}"/>
          </ac:spMkLst>
        </pc:spChg>
        <pc:spChg chg="add mod">
          <ac:chgData name="Sayanti Roy" userId="13325ee0d423e633" providerId="LiveId" clId="{80388DA5-6D2F-46CF-A377-2F70F9F4EBCB}" dt="2026-01-29T16:19:39.573" v="543" actId="14100"/>
          <ac:spMkLst>
            <pc:docMk/>
            <pc:sldMk cId="1290730265" sldId="258"/>
            <ac:spMk id="5" creationId="{FF388855-8CA3-DB7C-5EA1-E2E6760F4A67}"/>
          </ac:spMkLst>
        </pc:spChg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59"/>
        </pc:sldMkLst>
      </pc:sldChg>
      <pc:sldChg chg="modSp new mod">
        <pc:chgData name="Sayanti Roy" userId="13325ee0d423e633" providerId="LiveId" clId="{80388DA5-6D2F-46CF-A377-2F70F9F4EBCB}" dt="2026-01-29T16:30:25.080" v="769" actId="113"/>
        <pc:sldMkLst>
          <pc:docMk/>
          <pc:sldMk cId="1011940582" sldId="259"/>
        </pc:sldMkLst>
        <pc:spChg chg="mod">
          <ac:chgData name="Sayanti Roy" userId="13325ee0d423e633" providerId="LiveId" clId="{80388DA5-6D2F-46CF-A377-2F70F9F4EBCB}" dt="2026-01-29T16:30:25.080" v="769" actId="113"/>
          <ac:spMkLst>
            <pc:docMk/>
            <pc:sldMk cId="1011940582" sldId="259"/>
            <ac:spMk id="2" creationId="{6EF79732-2C79-0E41-BE4D-6904C79DFF88}"/>
          </ac:spMkLst>
        </pc:spChg>
        <pc:spChg chg="mod">
          <ac:chgData name="Sayanti Roy" userId="13325ee0d423e633" providerId="LiveId" clId="{80388DA5-6D2F-46CF-A377-2F70F9F4EBCB}" dt="2026-01-29T16:10:37.732" v="290" actId="14100"/>
          <ac:spMkLst>
            <pc:docMk/>
            <pc:sldMk cId="1011940582" sldId="259"/>
            <ac:spMk id="3" creationId="{9CCDF25F-8F56-4AA0-F629-3DA5BC304F5F}"/>
          </ac:spMkLst>
        </pc:spChg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60"/>
        </pc:sldMkLst>
      </pc:sldChg>
      <pc:sldChg chg="addSp delSp modSp new mod">
        <pc:chgData name="Sayanti Roy" userId="13325ee0d423e633" providerId="LiveId" clId="{80388DA5-6D2F-46CF-A377-2F70F9F4EBCB}" dt="2026-01-29T16:30:38.241" v="772" actId="113"/>
        <pc:sldMkLst>
          <pc:docMk/>
          <pc:sldMk cId="1343782155" sldId="260"/>
        </pc:sldMkLst>
        <pc:spChg chg="mod">
          <ac:chgData name="Sayanti Roy" userId="13325ee0d423e633" providerId="LiveId" clId="{80388DA5-6D2F-46CF-A377-2F70F9F4EBCB}" dt="2026-01-29T16:30:38.241" v="772" actId="113"/>
          <ac:spMkLst>
            <pc:docMk/>
            <pc:sldMk cId="1343782155" sldId="260"/>
            <ac:spMk id="2" creationId="{44D8B3E6-F592-DC5B-5376-E2CC7F88ABFB}"/>
          </ac:spMkLst>
        </pc:spChg>
        <pc:spChg chg="del mod">
          <ac:chgData name="Sayanti Roy" userId="13325ee0d423e633" providerId="LiveId" clId="{80388DA5-6D2F-46CF-A377-2F70F9F4EBCB}" dt="2026-01-29T16:21:56.949" v="561"/>
          <ac:spMkLst>
            <pc:docMk/>
            <pc:sldMk cId="1343782155" sldId="260"/>
            <ac:spMk id="3" creationId="{1C746491-A7E3-B395-089B-7459CFE488CE}"/>
          </ac:spMkLst>
        </pc:spChg>
        <pc:spChg chg="add mod">
          <ac:chgData name="Sayanti Roy" userId="13325ee0d423e633" providerId="LiveId" clId="{80388DA5-6D2F-46CF-A377-2F70F9F4EBCB}" dt="2026-01-29T16:23:20.810" v="584" actId="6549"/>
          <ac:spMkLst>
            <pc:docMk/>
            <pc:sldMk cId="1343782155" sldId="260"/>
            <ac:spMk id="4" creationId="{E12FE743-CDF5-ABD5-1706-98A9707FDB04}"/>
          </ac:spMkLst>
        </pc:spChg>
      </pc:sldChg>
      <pc:sldChg chg="modSp new del mod">
        <pc:chgData name="Sayanti Roy" userId="13325ee0d423e633" providerId="LiveId" clId="{80388DA5-6D2F-46CF-A377-2F70F9F4EBCB}" dt="2026-01-29T16:16:06.705" v="486" actId="47"/>
        <pc:sldMkLst>
          <pc:docMk/>
          <pc:sldMk cId="2951560096" sldId="260"/>
        </pc:sldMkLst>
        <pc:spChg chg="mod">
          <ac:chgData name="Sayanti Roy" userId="13325ee0d423e633" providerId="LiveId" clId="{80388DA5-6D2F-46CF-A377-2F70F9F4EBCB}" dt="2026-01-29T16:15:33.153" v="475" actId="21"/>
          <ac:spMkLst>
            <pc:docMk/>
            <pc:sldMk cId="2951560096" sldId="260"/>
            <ac:spMk id="3" creationId="{9116809B-FC3B-6B40-DD5D-1B6B047F5697}"/>
          </ac:spMkLst>
        </pc:spChg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61"/>
        </pc:sldMkLst>
      </pc:sldChg>
      <pc:sldChg chg="addSp delSp modSp new mod">
        <pc:chgData name="Sayanti Roy" userId="13325ee0d423e633" providerId="LiveId" clId="{80388DA5-6D2F-46CF-A377-2F70F9F4EBCB}" dt="2026-01-29T16:30:44.705" v="773" actId="1076"/>
        <pc:sldMkLst>
          <pc:docMk/>
          <pc:sldMk cId="3377791943" sldId="261"/>
        </pc:sldMkLst>
        <pc:spChg chg="del">
          <ac:chgData name="Sayanti Roy" userId="13325ee0d423e633" providerId="LiveId" clId="{80388DA5-6D2F-46CF-A377-2F70F9F4EBCB}" dt="2026-01-29T16:23:43.302" v="586" actId="478"/>
          <ac:spMkLst>
            <pc:docMk/>
            <pc:sldMk cId="3377791943" sldId="261"/>
            <ac:spMk id="2" creationId="{18412373-A290-F338-5BC7-14AD953A80D6}"/>
          </ac:spMkLst>
        </pc:spChg>
        <pc:spChg chg="del">
          <ac:chgData name="Sayanti Roy" userId="13325ee0d423e633" providerId="LiveId" clId="{80388DA5-6D2F-46CF-A377-2F70F9F4EBCB}" dt="2026-01-29T16:23:45.920" v="587" actId="478"/>
          <ac:spMkLst>
            <pc:docMk/>
            <pc:sldMk cId="3377791943" sldId="261"/>
            <ac:spMk id="3" creationId="{6004FFD3-E41B-ABCC-21B8-922B7539AAF2}"/>
          </ac:spMkLst>
        </pc:spChg>
        <pc:picChg chg="add mod">
          <ac:chgData name="Sayanti Roy" userId="13325ee0d423e633" providerId="LiveId" clId="{80388DA5-6D2F-46CF-A377-2F70F9F4EBCB}" dt="2026-01-29T16:30:44.705" v="773" actId="1076"/>
          <ac:picMkLst>
            <pc:docMk/>
            <pc:sldMk cId="3377791943" sldId="261"/>
            <ac:picMk id="4" creationId="{B97C9346-4E21-A5B5-812B-D1ABAC75ED32}"/>
          </ac:picMkLst>
        </pc:picChg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62"/>
        </pc:sldMkLst>
      </pc:sldChg>
      <pc:sldChg chg="addSp modSp new mod">
        <pc:chgData name="Sayanti Roy" userId="13325ee0d423e633" providerId="LiveId" clId="{80388DA5-6D2F-46CF-A377-2F70F9F4EBCB}" dt="2026-01-29T17:04:26.313" v="1166" actId="1076"/>
        <pc:sldMkLst>
          <pc:docMk/>
          <pc:sldMk cId="1806936187" sldId="262"/>
        </pc:sldMkLst>
        <pc:spChg chg="mod">
          <ac:chgData name="Sayanti Roy" userId="13325ee0d423e633" providerId="LiveId" clId="{80388DA5-6D2F-46CF-A377-2F70F9F4EBCB}" dt="2026-01-29T17:03:45.926" v="1054" actId="20577"/>
          <ac:spMkLst>
            <pc:docMk/>
            <pc:sldMk cId="1806936187" sldId="262"/>
            <ac:spMk id="2" creationId="{8F0FB000-C50B-990D-5AC8-DCA76B72109D}"/>
          </ac:spMkLst>
        </pc:spChg>
        <pc:spChg chg="mod">
          <ac:chgData name="Sayanti Roy" userId="13325ee0d423e633" providerId="LiveId" clId="{80388DA5-6D2F-46CF-A377-2F70F9F4EBCB}" dt="2026-01-29T17:04:24.891" v="1165" actId="14100"/>
          <ac:spMkLst>
            <pc:docMk/>
            <pc:sldMk cId="1806936187" sldId="262"/>
            <ac:spMk id="3" creationId="{789B0561-2428-2256-2799-EE714CA8ED18}"/>
          </ac:spMkLst>
        </pc:spChg>
        <pc:spChg chg="add mod">
          <ac:chgData name="Sayanti Roy" userId="13325ee0d423e633" providerId="LiveId" clId="{80388DA5-6D2F-46CF-A377-2F70F9F4EBCB}" dt="2026-01-29T17:04:20.559" v="1164" actId="14100"/>
          <ac:spMkLst>
            <pc:docMk/>
            <pc:sldMk cId="1806936187" sldId="262"/>
            <ac:spMk id="7" creationId="{8838F284-A22E-7048-9B7A-DFCA2EFAA1D2}"/>
          </ac:spMkLst>
        </pc:spChg>
        <pc:picChg chg="add mod">
          <ac:chgData name="Sayanti Roy" userId="13325ee0d423e633" providerId="LiveId" clId="{80388DA5-6D2F-46CF-A377-2F70F9F4EBCB}" dt="2026-01-29T17:04:26.313" v="1166" actId="1076"/>
          <ac:picMkLst>
            <pc:docMk/>
            <pc:sldMk cId="1806936187" sldId="262"/>
            <ac:picMk id="5" creationId="{F2A7744F-36FF-EA41-5063-035AD9AEBD83}"/>
          </ac:picMkLst>
        </pc:picChg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63"/>
        </pc:sldMkLst>
      </pc:sldChg>
      <pc:sldChg chg="delSp modSp new mod">
        <pc:chgData name="Sayanti Roy" userId="13325ee0d423e633" providerId="LiveId" clId="{80388DA5-6D2F-46CF-A377-2F70F9F4EBCB}" dt="2026-01-29T16:55:15.025" v="928" actId="20577"/>
        <pc:sldMkLst>
          <pc:docMk/>
          <pc:sldMk cId="649326461" sldId="263"/>
        </pc:sldMkLst>
        <pc:spChg chg="del">
          <ac:chgData name="Sayanti Roy" userId="13325ee0d423e633" providerId="LiveId" clId="{80388DA5-6D2F-46CF-A377-2F70F9F4EBCB}" dt="2026-01-29T16:28:22.006" v="741" actId="478"/>
          <ac:spMkLst>
            <pc:docMk/>
            <pc:sldMk cId="649326461" sldId="263"/>
            <ac:spMk id="2" creationId="{1CDE0B73-26D1-B186-45FC-96836EAA4ED0}"/>
          </ac:spMkLst>
        </pc:spChg>
        <pc:spChg chg="mod">
          <ac:chgData name="Sayanti Roy" userId="13325ee0d423e633" providerId="LiveId" clId="{80388DA5-6D2F-46CF-A377-2F70F9F4EBCB}" dt="2026-01-29T16:55:15.025" v="928" actId="20577"/>
          <ac:spMkLst>
            <pc:docMk/>
            <pc:sldMk cId="649326461" sldId="263"/>
            <ac:spMk id="3" creationId="{7A996CF7-F455-BD6B-CF62-4FF9145FC40B}"/>
          </ac:spMkLst>
        </pc:spChg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64"/>
        </pc:sldMkLst>
      </pc:sldChg>
      <pc:sldChg chg="delSp modSp new mod">
        <pc:chgData name="Sayanti Roy" userId="13325ee0d423e633" providerId="LiveId" clId="{80388DA5-6D2F-46CF-A377-2F70F9F4EBCB}" dt="2026-01-29T16:33:55.656" v="874" actId="478"/>
        <pc:sldMkLst>
          <pc:docMk/>
          <pc:sldMk cId="1469389323" sldId="264"/>
        </pc:sldMkLst>
        <pc:spChg chg="del">
          <ac:chgData name="Sayanti Roy" userId="13325ee0d423e633" providerId="LiveId" clId="{80388DA5-6D2F-46CF-A377-2F70F9F4EBCB}" dt="2026-01-29T16:33:55.656" v="874" actId="478"/>
          <ac:spMkLst>
            <pc:docMk/>
            <pc:sldMk cId="1469389323" sldId="264"/>
            <ac:spMk id="2" creationId="{5F1A8782-732B-6EA8-0F58-663D4BC45550}"/>
          </ac:spMkLst>
        </pc:spChg>
        <pc:spChg chg="mod">
          <ac:chgData name="Sayanti Roy" userId="13325ee0d423e633" providerId="LiveId" clId="{80388DA5-6D2F-46CF-A377-2F70F9F4EBCB}" dt="2026-01-29T16:33:51.100" v="873" actId="122"/>
          <ac:spMkLst>
            <pc:docMk/>
            <pc:sldMk cId="1469389323" sldId="264"/>
            <ac:spMk id="3" creationId="{1BA39025-206D-6220-0DF9-18EE61D8FF51}"/>
          </ac:spMkLst>
        </pc:spChg>
      </pc:sldChg>
      <pc:sldChg chg="new del">
        <pc:chgData name="Sayanti Roy" userId="13325ee0d423e633" providerId="LiveId" clId="{80388DA5-6D2F-46CF-A377-2F70F9F4EBCB}" dt="2026-01-29T17:04:28.793" v="1167" actId="47"/>
        <pc:sldMkLst>
          <pc:docMk/>
          <pc:sldMk cId="28798499" sldId="265"/>
        </pc:sldMkLst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66"/>
        </pc:sldMkLst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67"/>
        </pc:sldMkLst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68"/>
        </pc:sldMkLst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69"/>
        </pc:sldMkLst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0" sldId="270"/>
        </pc:sldMkLst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952699498" sldId="271"/>
        </pc:sldMkLst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1920206970" sldId="272"/>
        </pc:sldMkLst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2248364877" sldId="273"/>
        </pc:sldMkLst>
      </pc:sldChg>
      <pc:sldChg chg="del">
        <pc:chgData name="Sayanti Roy" userId="13325ee0d423e633" providerId="LiveId" clId="{80388DA5-6D2F-46CF-A377-2F70F9F4EBCB}" dt="2026-01-29T15:47:19.513" v="0" actId="47"/>
        <pc:sldMkLst>
          <pc:docMk/>
          <pc:sldMk cId="1148111829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9404D-5292-442F-BA83-81BD2A305DE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E2D2E-6863-49D2-8DE1-9997295E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24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3863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7548" y="609676"/>
            <a:ext cx="11296903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3863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235565" cy="2500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drew.cmu.edu/course/10-703/textbook/BartoSutton.pdf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79732-2C79-0E41-BE4D-6904C79DF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48" y="217170"/>
            <a:ext cx="11296903" cy="697230"/>
          </a:xfrm>
        </p:spPr>
        <p:txBody>
          <a:bodyPr/>
          <a:lstStyle/>
          <a:p>
            <a:r>
              <a:rPr lang="en-US" b="1" dirty="0"/>
              <a:t>Reading materials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DF25F-8F56-4AA0-F629-3DA5BC304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990600"/>
            <a:ext cx="10771504" cy="5627846"/>
          </a:xfrm>
        </p:spPr>
        <p:txBody>
          <a:bodyPr/>
          <a:lstStyle/>
          <a:p>
            <a:r>
              <a:rPr lang="en-US" dirty="0"/>
              <a:t>Read chapter : Dynamic Programming from Reinforcement Learning – Sutton and Barto : </a:t>
            </a:r>
            <a:r>
              <a:rPr lang="en-US" dirty="0">
                <a:hlinkClick r:id="rId2"/>
              </a:rPr>
              <a:t>https://www.andrew.cmu.edu/course/10-703/textbook/BartoSutton.pdf</a:t>
            </a:r>
            <a:r>
              <a:rPr lang="en-US" dirty="0"/>
              <a:t> [This is not an open book, but available online]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Read Chapter : Planning and Learning with Tabular Methods till section 8.3 from Reinforcement Learning – Sutton and Barto : </a:t>
            </a:r>
            <a:r>
              <a:rPr lang="en-US" dirty="0">
                <a:hlinkClick r:id="rId2"/>
              </a:rPr>
              <a:t>https://www.andrew.cmu.edu/course/10-703/textbook/BartoSutton.pdf</a:t>
            </a:r>
            <a:r>
              <a:rPr lang="en-US" dirty="0"/>
              <a:t> [This is not an open book, but available online]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94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39025-206D-6220-0DF9-18EE61D8F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549" y="1793493"/>
            <a:ext cx="10704956" cy="430887"/>
          </a:xfrm>
        </p:spPr>
        <p:txBody>
          <a:bodyPr/>
          <a:lstStyle/>
          <a:p>
            <a:pPr algn="ctr"/>
            <a:r>
              <a:rPr lang="en-US" dirty="0"/>
              <a:t>AlphaGo versus Lee Sedol</a:t>
            </a:r>
          </a:p>
        </p:txBody>
      </p:sp>
    </p:spTree>
    <p:extLst>
      <p:ext uri="{BB962C8B-B14F-4D97-AF65-F5344CB8AC3E}">
        <p14:creationId xmlns:p14="http://schemas.microsoft.com/office/powerpoint/2010/main" val="146938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18E2-5D9D-E2EF-8C3C-B70C50C4D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48" y="152400"/>
            <a:ext cx="11296903" cy="697230"/>
          </a:xfrm>
        </p:spPr>
        <p:txBody>
          <a:bodyPr/>
          <a:lstStyle/>
          <a:p>
            <a:r>
              <a:rPr lang="en-US" b="1" dirty="0"/>
              <a:t>Planning and Learning with Tabular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20B64-C3A6-F7F9-E4B8-925AB138E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548" y="990601"/>
            <a:ext cx="11668251" cy="5355312"/>
          </a:xfrm>
        </p:spPr>
        <p:txBody>
          <a:bodyPr/>
          <a:lstStyle/>
          <a:p>
            <a:r>
              <a:rPr lang="en-US" dirty="0"/>
              <a:t>Integrating Model-Based and Model-Free methods :</a:t>
            </a:r>
            <a:br>
              <a:rPr lang="en-US" dirty="0"/>
            </a:br>
            <a:endParaRPr lang="en-US" sz="2000" dirty="0">
              <a:latin typeface="+mn-lt"/>
            </a:endParaRPr>
          </a:p>
          <a:p>
            <a:r>
              <a:rPr lang="en-US" sz="2000" dirty="0">
                <a:latin typeface="+mn-lt"/>
              </a:rPr>
              <a:t>Model-free reinforcement learning refers to methods where the agent learns directly from interactions with the environment without a model of the environment's dynamics. The agent learns policies or value functions based solely on observed rewards and state transitions. The agent does not construct or use a model of the environment.</a:t>
            </a:r>
          </a:p>
          <a:p>
            <a:endParaRPr lang="en-US" sz="2000" dirty="0">
              <a:latin typeface="+mn-lt"/>
            </a:endParaRPr>
          </a:p>
          <a:p>
            <a:r>
              <a:rPr lang="en-US" sz="2000" dirty="0">
                <a:latin typeface="+mn-lt"/>
              </a:rPr>
              <a:t>Model-based reinforcement learning involves building a model of the environment's dynamics. The agent uses this model to simulate experiences and make decisions. There are two primary components:</a:t>
            </a:r>
          </a:p>
          <a:p>
            <a:endParaRPr lang="en-US" sz="2000" dirty="0">
              <a:latin typeface="+mn-lt"/>
            </a:endParaRPr>
          </a:p>
          <a:p>
            <a:r>
              <a:rPr lang="en-US" sz="2000" dirty="0">
                <a:latin typeface="+mn-lt"/>
              </a:rPr>
              <a:t>Model Learning: The agent learns a model of the environment that predicts the next state and reward given the current state and action.</a:t>
            </a:r>
          </a:p>
          <a:p>
            <a:r>
              <a:rPr lang="en-US" sz="2000" dirty="0">
                <a:latin typeface="+mn-lt"/>
              </a:rPr>
              <a:t>Planning: The agent uses the learned model to simulate and evaluate potential future actions to choose the best policy. </a:t>
            </a:r>
          </a:p>
          <a:p>
            <a:endParaRPr lang="en-US" sz="2000" dirty="0">
              <a:latin typeface="+mn-lt"/>
            </a:endParaRPr>
          </a:p>
          <a:p>
            <a:r>
              <a:rPr lang="en-US" sz="2000" dirty="0"/>
              <a:t>We will be using multiarmed bandit example to describe model free and model-based methods and next lectures will be based on the subcategories of Model based and Model free learning.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4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5E3C7-CB3A-E3E4-7CBE-B6ECD4C79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48" y="217170"/>
            <a:ext cx="11296903" cy="697230"/>
          </a:xfrm>
        </p:spPr>
        <p:txBody>
          <a:bodyPr/>
          <a:lstStyle/>
          <a:p>
            <a:r>
              <a:rPr lang="en-US" b="1" dirty="0"/>
              <a:t>Model-Free Learning Example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F388855-8CA3-DB7C-5EA1-E2E6760F4A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1" y="1069206"/>
            <a:ext cx="10668000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In a model-free approach, the agent does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not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care about the underlying "why" or the specific probability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distributions of the machines. It simply maps actions directly to expected rewards based on experience.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Logic: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"When I pulled Arm A, I got 10 points. I'll increase my 'score' for Arm A.“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Tool: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Action-Value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(greedy method).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Process: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agent maintains an estimate $Q(a)$ for each arm.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It pulls Arm A and receives reward $R$.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It updates the value using a simple error correction formula: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	Q_{new}(A)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  <a:sym typeface="Wingdings" panose="05000000000000000000" pitchFamily="2" charset="2"/>
              </a:rPr>
              <a:t>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Q_{old}(A) + </a:t>
            </a:r>
            <a:r>
              <a:rPr lang="el-GR" altLang="en-US" sz="1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[R - Q_{old}(A)]</a:t>
            </a:r>
            <a:r>
              <a:rPr kumimoji="0" lang="el-GR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agent chooses the next arm based solely on which $Q$ value is currently highest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with occasional random exploration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Analogy: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You go to a restaurant and try the pasta. It’s great, so you give the restaurant a "5-star"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rating in your head. You don't know the recipe or who the chef is; you just know "Pasta = Good."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73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8B3E6-F592-DC5B-5376-E2CC7F88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Model-Based Learning Example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2FE743-CDF5-ABD5-1706-98A9707FD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7675" y="1447800"/>
            <a:ext cx="10982325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In a model-based approach, the agent attempts to build an internal representation (a model) of how each arm behaves.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It treats the reward as a parameter to be estimated.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Logic: "I believe Arm B follows a Gaussian distribution with a mean and variance.  Based on my 5 pulls, I will update my model of its probability density function."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Tool: Thompson Sampling or Bayesian Bandits.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Process: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agent starts with a Prior (e.g., "I assume all arms have a 50/50 chance of paying out").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It pulls Arm B and observes the outcome.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It updates the Model: It uses Bayes' Theorem to update the probability distribution for Arm B.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Planning/Inference: Before the next pull, the agent "simulates" the arms by drawing samples from its internal models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and picks the one that performs best in the simulation.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Analogy: You look at the restaurant’s kitchen. You notice the chef uses fresh ingredients on Tuesdays but frozen ones on Fridays.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You build a model: $P( {Quality} |{Day})$. You then </a:t>
            </a: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plan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your visit based on that model.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782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96CF7-F455-BD6B-CF62-4FF9145FC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304800"/>
            <a:ext cx="11658600" cy="6401753"/>
          </a:xfrm>
        </p:spPr>
        <p:txBody>
          <a:bodyPr/>
          <a:lstStyle/>
          <a:p>
            <a:r>
              <a:rPr lang="en-US" sz="2400" dirty="0"/>
              <a:t>Grid World or Maze scenario : </a:t>
            </a:r>
          </a:p>
          <a:p>
            <a:endParaRPr lang="en-US" sz="2400" dirty="0"/>
          </a:p>
          <a:p>
            <a:r>
              <a:rPr lang="en-US" sz="2400" dirty="0"/>
              <a:t>Model-Free Maze Solving (Direct RL)In a model-free approach, the agent learns the maze solely through real experience. </a:t>
            </a:r>
          </a:p>
          <a:p>
            <a:endParaRPr lang="en-US" sz="2400" dirty="0"/>
          </a:p>
          <a:p>
            <a:r>
              <a:rPr lang="en-US" sz="2400" dirty="0"/>
              <a:t>Process: The agent moves through the actual maze, observing a state, taking an action, and receiving a reward/next state.</a:t>
            </a:r>
          </a:p>
          <a:p>
            <a:endParaRPr lang="en-US" sz="2400" dirty="0"/>
          </a:p>
          <a:p>
            <a:r>
              <a:rPr lang="en-US" sz="2400" dirty="0"/>
              <a:t>Model-Based Maze Solving (Planning)A model-based agent uses a model of the maze to generate simulated experience.</a:t>
            </a:r>
          </a:p>
          <a:p>
            <a:endParaRPr lang="en-US" sz="2400" dirty="0"/>
          </a:p>
          <a:p>
            <a:r>
              <a:rPr lang="en-US" sz="2400" dirty="0"/>
              <a:t>Process: The agent builds an internal "map" (model) of which actions lead to which states. </a:t>
            </a:r>
          </a:p>
          <a:p>
            <a:endParaRPr lang="en-US" sz="2400" dirty="0"/>
          </a:p>
          <a:p>
            <a:r>
              <a:rPr lang="en-US" sz="2400" dirty="0"/>
              <a:t>Now let's take a look at another example – you tell me which approach will be better for the next example : Model free or Model Based and why ? Discuss Pros and Cons.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326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7C9346-4E21-A5B5-812B-D1ABAC75E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1043180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91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B000-C50B-990D-5AC8-DCA76B721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48" y="228600"/>
            <a:ext cx="11296903" cy="697230"/>
          </a:xfrm>
        </p:spPr>
        <p:txBody>
          <a:bodyPr/>
          <a:lstStyle/>
          <a:p>
            <a:r>
              <a:rPr lang="en-US" dirty="0"/>
              <a:t>Is a unified model possible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B0561-2428-2256-2799-EE714CA8E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548" y="1066800"/>
            <a:ext cx="11439651" cy="762000"/>
          </a:xfrm>
        </p:spPr>
        <p:txBody>
          <a:bodyPr/>
          <a:lstStyle/>
          <a:p>
            <a:r>
              <a:rPr lang="en-US" dirty="0"/>
              <a:t>Dyna-Q : Integrated Planning, Acting, and Learning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7744F-36FF-EA41-5063-035AD9AEB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907153"/>
            <a:ext cx="3593065" cy="3043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38F284-A22E-7048-9B7A-DFCA2EFAA1D2}"/>
              </a:ext>
            </a:extLst>
          </p:cNvPr>
          <p:cNvSpPr txBox="1"/>
          <p:nvPr/>
        </p:nvSpPr>
        <p:spPr>
          <a:xfrm>
            <a:off x="447548" y="5286834"/>
            <a:ext cx="10982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When can a model go wrong ?</a:t>
            </a:r>
          </a:p>
        </p:txBody>
      </p:sp>
    </p:spTree>
    <p:extLst>
      <p:ext uri="{BB962C8B-B14F-4D97-AF65-F5344CB8AC3E}">
        <p14:creationId xmlns:p14="http://schemas.microsoft.com/office/powerpoint/2010/main" val="180693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1324</TotalTime>
  <Words>855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Google Sans Text</vt:lpstr>
      <vt:lpstr>Office Theme</vt:lpstr>
      <vt:lpstr>Reading materials </vt:lpstr>
      <vt:lpstr>PowerPoint Presentation</vt:lpstr>
      <vt:lpstr>Planning and Learning with Tabular Methods</vt:lpstr>
      <vt:lpstr>Model-Free Learning Example</vt:lpstr>
      <vt:lpstr>Model-Based Learning Example</vt:lpstr>
      <vt:lpstr>PowerPoint Presentation</vt:lpstr>
      <vt:lpstr>PowerPoint Presentation</vt:lpstr>
      <vt:lpstr>Is a unified model possible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Purdue University Northwest Hammond Computer Science CS 46200-1 Introduction to Artificial Intelligence Fall 2023 Lecture 2: Intelligent Agents Prof. Sayanti Roy sayantiroy@pnw.edu</dc:title>
  <dc:creator>Sayanti Roy</dc:creator>
  <cp:lastModifiedBy>Sayanti Roy</cp:lastModifiedBy>
  <cp:revision>6</cp:revision>
  <dcterms:created xsi:type="dcterms:W3CDTF">2026-01-20T16:55:16Z</dcterms:created>
  <dcterms:modified xsi:type="dcterms:W3CDTF">2026-01-29T17:04:34Z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2023-08-31T00:00:00Z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2026-01-20T00:00:00Z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MSIP_Label_f7606f69-b0ae-4874-be30-7d43a3c7be10_Enabled">
    <vt:lpwstr>true</vt:lpwstr>
  </property>
  <property fmtid="{D5CDD505-2E9C-101B-9397-08002B2CF9AE}" pid="7" name="MSIP_Label_f7606f69-b0ae-4874-be30-7d43a3c7be10_SetDate">
    <vt:lpwstr>2026-01-20T18:58:44Z</vt:lpwstr>
  </property>
  <property fmtid="{D5CDD505-2E9C-101B-9397-08002B2CF9AE}" pid="8" name="MSIP_Label_f7606f69-b0ae-4874-be30-7d43a3c7be10_Method">
    <vt:lpwstr>Standard</vt:lpwstr>
  </property>
  <property fmtid="{D5CDD505-2E9C-101B-9397-08002B2CF9AE}" pid="9" name="MSIP_Label_f7606f69-b0ae-4874-be30-7d43a3c7be10_Name">
    <vt:lpwstr>defa4170-0d19-0005-0001-bc88714345d2</vt:lpwstr>
  </property>
  <property fmtid="{D5CDD505-2E9C-101B-9397-08002B2CF9AE}" pid="10" name="MSIP_Label_f7606f69-b0ae-4874-be30-7d43a3c7be10_SiteId">
    <vt:lpwstr>4130bd39-7c53-419c-b1e5-8758d6d63f21</vt:lpwstr>
  </property>
  <property fmtid="{D5CDD505-2E9C-101B-9397-08002B2CF9AE}" pid="11" name="MSIP_Label_f7606f69-b0ae-4874-be30-7d43a3c7be10_ActionId">
    <vt:lpwstr>1f30cbf7-0a8f-477b-925b-a3a9ea9328d0</vt:lpwstr>
  </property>
  <property fmtid="{D5CDD505-2E9C-101B-9397-08002B2CF9AE}" pid="12" name="MSIP_Label_f7606f69-b0ae-4874-be30-7d43a3c7be10_ContentBits">
    <vt:lpwstr>0</vt:lpwstr>
  </property>
  <property fmtid="{D5CDD505-2E9C-101B-9397-08002B2CF9AE}" pid="13" name="MSIP_Label_f7606f69-b0ae-4874-be30-7d43a3c7be10_Tag">
    <vt:lpwstr>10, 3, 0, 1</vt:lpwstr>
  </property>
</Properties>
</file>