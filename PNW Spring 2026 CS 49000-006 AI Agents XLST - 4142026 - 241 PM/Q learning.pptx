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70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45741-53AB-4EB6-B611-098B7BF5FF15}" v="8" dt="2026-02-24T19:37:54.968"/>
  </p1510:revLst>
</p1510:revInfo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nti Roy" userId="13325ee0d423e633" providerId="LiveId" clId="{80388DA5-6D2F-46CF-A377-2F70F9F4EBCB}"/>
    <pc:docChg chg="undo custSel addSld delSld modSld">
      <pc:chgData name="Sayanti Roy" userId="13325ee0d423e633" providerId="LiveId" clId="{80388DA5-6D2F-46CF-A377-2F70F9F4EBCB}" dt="2026-02-24T20:37:08.050" v="1847" actId="27636"/>
      <pc:docMkLst>
        <pc:docMk/>
      </pc:docMkLst>
      <pc:sldChg chg="modSp add mod">
        <pc:chgData name="Sayanti Roy" userId="13325ee0d423e633" providerId="LiveId" clId="{80388DA5-6D2F-46CF-A377-2F70F9F4EBCB}" dt="2026-02-19T19:10:32.719" v="8" actId="313"/>
        <pc:sldMkLst>
          <pc:docMk/>
          <pc:sldMk cId="1290730265" sldId="258"/>
        </pc:sldMkLst>
        <pc:spChg chg="mod">
          <ac:chgData name="Sayanti Roy" userId="13325ee0d423e633" providerId="LiveId" clId="{80388DA5-6D2F-46CF-A377-2F70F9F4EBCB}" dt="2026-02-19T19:10:19.658" v="3" actId="27636"/>
          <ac:spMkLst>
            <pc:docMk/>
            <pc:sldMk cId="1290730265" sldId="258"/>
            <ac:spMk id="2" creationId="{FB05E3C7-CB3A-E3E4-7CBE-B6ECD4C79D03}"/>
          </ac:spMkLst>
        </pc:spChg>
        <pc:spChg chg="mod">
          <ac:chgData name="Sayanti Roy" userId="13325ee0d423e633" providerId="LiveId" clId="{80388DA5-6D2F-46CF-A377-2F70F9F4EBCB}" dt="2026-02-19T19:10:32.719" v="8" actId="313"/>
          <ac:spMkLst>
            <pc:docMk/>
            <pc:sldMk cId="1290730265" sldId="258"/>
            <ac:spMk id="5" creationId="{FF388855-8CA3-DB7C-5EA1-E2E6760F4A67}"/>
          </ac:spMkLst>
        </pc:spChg>
      </pc:sldChg>
      <pc:sldChg chg="modSp new mod">
        <pc:chgData name="Sayanti Roy" userId="13325ee0d423e633" providerId="LiveId" clId="{80388DA5-6D2F-46CF-A377-2F70F9F4EBCB}" dt="2026-02-19T19:12:47.939" v="58"/>
        <pc:sldMkLst>
          <pc:docMk/>
          <pc:sldMk cId="4040336044" sldId="259"/>
        </pc:sldMkLst>
        <pc:spChg chg="mod">
          <ac:chgData name="Sayanti Roy" userId="13325ee0d423e633" providerId="LiveId" clId="{80388DA5-6D2F-46CF-A377-2F70F9F4EBCB}" dt="2026-02-19T19:10:42.153" v="20" actId="20577"/>
          <ac:spMkLst>
            <pc:docMk/>
            <pc:sldMk cId="4040336044" sldId="259"/>
            <ac:spMk id="2" creationId="{199B4A56-ED22-0F26-9A2D-D7D9D7A88BA5}"/>
          </ac:spMkLst>
        </pc:spChg>
        <pc:spChg chg="mod">
          <ac:chgData name="Sayanti Roy" userId="13325ee0d423e633" providerId="LiveId" clId="{80388DA5-6D2F-46CF-A377-2F70F9F4EBCB}" dt="2026-02-19T19:12:47.939" v="58"/>
          <ac:spMkLst>
            <pc:docMk/>
            <pc:sldMk cId="4040336044" sldId="259"/>
            <ac:spMk id="3" creationId="{F332C016-4B3E-8106-7DA3-6A8DD127FF4C}"/>
          </ac:spMkLst>
        </pc:spChg>
      </pc:sldChg>
      <pc:sldChg chg="addSp modSp new mod">
        <pc:chgData name="Sayanti Roy" userId="13325ee0d423e633" providerId="LiveId" clId="{80388DA5-6D2F-46CF-A377-2F70F9F4EBCB}" dt="2026-02-24T19:12:35.176" v="875" actId="1076"/>
        <pc:sldMkLst>
          <pc:docMk/>
          <pc:sldMk cId="2528643281" sldId="260"/>
        </pc:sldMkLst>
        <pc:spChg chg="mod">
          <ac:chgData name="Sayanti Roy" userId="13325ee0d423e633" providerId="LiveId" clId="{80388DA5-6D2F-46CF-A377-2F70F9F4EBCB}" dt="2026-02-19T19:13:00.123" v="60"/>
          <ac:spMkLst>
            <pc:docMk/>
            <pc:sldMk cId="2528643281" sldId="260"/>
            <ac:spMk id="2" creationId="{E629123C-621F-EB59-868E-B8E321B6240F}"/>
          </ac:spMkLst>
        </pc:spChg>
        <pc:spChg chg="mod">
          <ac:chgData name="Sayanti Roy" userId="13325ee0d423e633" providerId="LiveId" clId="{80388DA5-6D2F-46CF-A377-2F70F9F4EBCB}" dt="2026-02-24T19:12:32.104" v="874" actId="20577"/>
          <ac:spMkLst>
            <pc:docMk/>
            <pc:sldMk cId="2528643281" sldId="260"/>
            <ac:spMk id="3" creationId="{797BA0D5-5104-CD5E-025A-0A6431B41FD9}"/>
          </ac:spMkLst>
        </pc:spChg>
        <pc:picChg chg="add mod">
          <ac:chgData name="Sayanti Roy" userId="13325ee0d423e633" providerId="LiveId" clId="{80388DA5-6D2F-46CF-A377-2F70F9F4EBCB}" dt="2026-02-24T19:12:35.176" v="875" actId="1076"/>
          <ac:picMkLst>
            <pc:docMk/>
            <pc:sldMk cId="2528643281" sldId="260"/>
            <ac:picMk id="5" creationId="{2B825780-1010-C1E0-4D16-7B04DCD40797}"/>
          </ac:picMkLst>
        </pc:picChg>
      </pc:sldChg>
      <pc:sldChg chg="addSp delSp modSp new mod">
        <pc:chgData name="Sayanti Roy" userId="13325ee0d423e633" providerId="LiveId" clId="{80388DA5-6D2F-46CF-A377-2F70F9F4EBCB}" dt="2026-02-24T19:12:51.002" v="881" actId="14100"/>
        <pc:sldMkLst>
          <pc:docMk/>
          <pc:sldMk cId="234560153" sldId="261"/>
        </pc:sldMkLst>
        <pc:spChg chg="mod">
          <ac:chgData name="Sayanti Roy" userId="13325ee0d423e633" providerId="LiveId" clId="{80388DA5-6D2F-46CF-A377-2F70F9F4EBCB}" dt="2026-02-19T19:14:24.990" v="134" actId="20577"/>
          <ac:spMkLst>
            <pc:docMk/>
            <pc:sldMk cId="234560153" sldId="261"/>
            <ac:spMk id="2" creationId="{3EA81907-8155-9C88-F83D-51AA422457AB}"/>
          </ac:spMkLst>
        </pc:spChg>
        <pc:graphicFrameChg chg="add mod modGraphic">
          <ac:chgData name="Sayanti Roy" userId="13325ee0d423e633" providerId="LiveId" clId="{80388DA5-6D2F-46CF-A377-2F70F9F4EBCB}" dt="2026-02-24T19:12:39.342" v="876" actId="6549"/>
          <ac:graphicFrameMkLst>
            <pc:docMk/>
            <pc:sldMk cId="234560153" sldId="261"/>
            <ac:graphicFrameMk id="4" creationId="{6D9BA543-DB9F-E589-2855-CEDC2FAFD487}"/>
          </ac:graphicFrameMkLst>
        </pc:graphicFrameChg>
        <pc:picChg chg="add mod">
          <ac:chgData name="Sayanti Roy" userId="13325ee0d423e633" providerId="LiveId" clId="{80388DA5-6D2F-46CF-A377-2F70F9F4EBCB}" dt="2026-02-24T19:12:51.002" v="881" actId="14100"/>
          <ac:picMkLst>
            <pc:docMk/>
            <pc:sldMk cId="234560153" sldId="261"/>
            <ac:picMk id="5" creationId="{6CA3AF72-ADAC-273B-C035-32855F8B7898}"/>
          </ac:picMkLst>
        </pc:picChg>
      </pc:sldChg>
      <pc:sldChg chg="modSp new mod">
        <pc:chgData name="Sayanti Roy" userId="13325ee0d423e633" providerId="LiveId" clId="{80388DA5-6D2F-46CF-A377-2F70F9F4EBCB}" dt="2026-02-19T19:28:08.646" v="468" actId="113"/>
        <pc:sldMkLst>
          <pc:docMk/>
          <pc:sldMk cId="3137211409" sldId="262"/>
        </pc:sldMkLst>
        <pc:spChg chg="mod">
          <ac:chgData name="Sayanti Roy" userId="13325ee0d423e633" providerId="LiveId" clId="{80388DA5-6D2F-46CF-A377-2F70F9F4EBCB}" dt="2026-02-19T19:23:45.930" v="301" actId="20577"/>
          <ac:spMkLst>
            <pc:docMk/>
            <pc:sldMk cId="3137211409" sldId="262"/>
            <ac:spMk id="2" creationId="{E98A38FD-57D8-9EF1-9269-83949F606330}"/>
          </ac:spMkLst>
        </pc:spChg>
        <pc:spChg chg="mod">
          <ac:chgData name="Sayanti Roy" userId="13325ee0d423e633" providerId="LiveId" clId="{80388DA5-6D2F-46CF-A377-2F70F9F4EBCB}" dt="2026-02-19T19:28:08.646" v="468" actId="113"/>
          <ac:spMkLst>
            <pc:docMk/>
            <pc:sldMk cId="3137211409" sldId="262"/>
            <ac:spMk id="3" creationId="{3513D181-FCA1-6BA2-2D43-9725EBA072D5}"/>
          </ac:spMkLst>
        </pc:spChg>
      </pc:sldChg>
      <pc:sldChg chg="addSp delSp modSp new mod">
        <pc:chgData name="Sayanti Roy" userId="13325ee0d423e633" providerId="LiveId" clId="{80388DA5-6D2F-46CF-A377-2F70F9F4EBCB}" dt="2026-02-19T20:24:21.550" v="765" actId="20577"/>
        <pc:sldMkLst>
          <pc:docMk/>
          <pc:sldMk cId="3796613263" sldId="263"/>
        </pc:sldMkLst>
        <pc:spChg chg="mod">
          <ac:chgData name="Sayanti Roy" userId="13325ee0d423e633" providerId="LiveId" clId="{80388DA5-6D2F-46CF-A377-2F70F9F4EBCB}" dt="2026-02-19T19:28:15.071" v="485" actId="20577"/>
          <ac:spMkLst>
            <pc:docMk/>
            <pc:sldMk cId="3796613263" sldId="263"/>
            <ac:spMk id="2" creationId="{C0752511-E438-CF27-4F93-421313C21AF9}"/>
          </ac:spMkLst>
        </pc:spChg>
        <pc:spChg chg="add mod">
          <ac:chgData name="Sayanti Roy" userId="13325ee0d423e633" providerId="LiveId" clId="{80388DA5-6D2F-46CF-A377-2F70F9F4EBCB}" dt="2026-02-19T20:24:21.550" v="765" actId="20577"/>
          <ac:spMkLst>
            <pc:docMk/>
            <pc:sldMk cId="3796613263" sldId="263"/>
            <ac:spMk id="6" creationId="{FCEA7528-732C-784E-4203-5E8C2B4842F0}"/>
          </ac:spMkLst>
        </pc:spChg>
        <pc:picChg chg="add mod">
          <ac:chgData name="Sayanti Roy" userId="13325ee0d423e633" providerId="LiveId" clId="{80388DA5-6D2F-46CF-A377-2F70F9F4EBCB}" dt="2026-02-19T19:29:45.043" v="487" actId="1076"/>
          <ac:picMkLst>
            <pc:docMk/>
            <pc:sldMk cId="3796613263" sldId="263"/>
            <ac:picMk id="4" creationId="{E239EEF5-B29D-F4C3-B474-4A44A3B95DF3}"/>
          </ac:picMkLst>
        </pc:picChg>
      </pc:sldChg>
      <pc:sldChg chg="modSp new mod">
        <pc:chgData name="Sayanti Roy" userId="13325ee0d423e633" providerId="LiveId" clId="{80388DA5-6D2F-46CF-A377-2F70F9F4EBCB}" dt="2026-02-19T19:47:46.583" v="669" actId="20577"/>
        <pc:sldMkLst>
          <pc:docMk/>
          <pc:sldMk cId="1234169243" sldId="264"/>
        </pc:sldMkLst>
        <pc:spChg chg="mod">
          <ac:chgData name="Sayanti Roy" userId="13325ee0d423e633" providerId="LiveId" clId="{80388DA5-6D2F-46CF-A377-2F70F9F4EBCB}" dt="2026-02-19T19:46:24.336" v="652" actId="20577"/>
          <ac:spMkLst>
            <pc:docMk/>
            <pc:sldMk cId="1234169243" sldId="264"/>
            <ac:spMk id="2" creationId="{67B1299D-F53E-D57A-D7B4-20813CA4855D}"/>
          </ac:spMkLst>
        </pc:spChg>
        <pc:spChg chg="mod">
          <ac:chgData name="Sayanti Roy" userId="13325ee0d423e633" providerId="LiveId" clId="{80388DA5-6D2F-46CF-A377-2F70F9F4EBCB}" dt="2026-02-19T19:47:46.583" v="669" actId="20577"/>
          <ac:spMkLst>
            <pc:docMk/>
            <pc:sldMk cId="1234169243" sldId="264"/>
            <ac:spMk id="3" creationId="{52880469-1119-0F39-14B9-667BE323EE61}"/>
          </ac:spMkLst>
        </pc:spChg>
      </pc:sldChg>
      <pc:sldChg chg="modSp new mod">
        <pc:chgData name="Sayanti Roy" userId="13325ee0d423e633" providerId="LiveId" clId="{80388DA5-6D2F-46CF-A377-2F70F9F4EBCB}" dt="2026-02-19T20:25:25.289" v="767" actId="27636"/>
        <pc:sldMkLst>
          <pc:docMk/>
          <pc:sldMk cId="1430534718" sldId="265"/>
        </pc:sldMkLst>
        <pc:spChg chg="mod">
          <ac:chgData name="Sayanti Roy" userId="13325ee0d423e633" providerId="LiveId" clId="{80388DA5-6D2F-46CF-A377-2F70F9F4EBCB}" dt="2026-02-19T19:50:12.006" v="681" actId="20577"/>
          <ac:spMkLst>
            <pc:docMk/>
            <pc:sldMk cId="1430534718" sldId="265"/>
            <ac:spMk id="2" creationId="{38AF47D0-4003-2364-D72C-1BD299E2AAC6}"/>
          </ac:spMkLst>
        </pc:spChg>
        <pc:spChg chg="mod">
          <ac:chgData name="Sayanti Roy" userId="13325ee0d423e633" providerId="LiveId" clId="{80388DA5-6D2F-46CF-A377-2F70F9F4EBCB}" dt="2026-02-19T20:25:25.289" v="767" actId="27636"/>
          <ac:spMkLst>
            <pc:docMk/>
            <pc:sldMk cId="1430534718" sldId="265"/>
            <ac:spMk id="3" creationId="{EAC82563-F404-15D0-5F2B-0C8D9F8CB507}"/>
          </ac:spMkLst>
        </pc:spChg>
      </pc:sldChg>
      <pc:sldChg chg="addSp delSp modSp new mod">
        <pc:chgData name="Sayanti Roy" userId="13325ee0d423e633" providerId="LiveId" clId="{80388DA5-6D2F-46CF-A377-2F70F9F4EBCB}" dt="2026-02-24T20:09:55.624" v="1832" actId="14100"/>
        <pc:sldMkLst>
          <pc:docMk/>
          <pc:sldMk cId="1990884741" sldId="266"/>
        </pc:sldMkLst>
        <pc:spChg chg="mod">
          <ac:chgData name="Sayanti Roy" userId="13325ee0d423e633" providerId="LiveId" clId="{80388DA5-6D2F-46CF-A377-2F70F9F4EBCB}" dt="2026-02-24T18:50:22.056" v="773" actId="20577"/>
          <ac:spMkLst>
            <pc:docMk/>
            <pc:sldMk cId="1990884741" sldId="266"/>
            <ac:spMk id="2" creationId="{3F440950-4C50-DC45-BB5B-0B2CE6267F36}"/>
          </ac:spMkLst>
        </pc:spChg>
        <pc:spChg chg="mod">
          <ac:chgData name="Sayanti Roy" userId="13325ee0d423e633" providerId="LiveId" clId="{80388DA5-6D2F-46CF-A377-2F70F9F4EBCB}" dt="2026-02-24T20:09:55.624" v="1832" actId="14100"/>
          <ac:spMkLst>
            <pc:docMk/>
            <pc:sldMk cId="1990884741" sldId="266"/>
            <ac:spMk id="3" creationId="{1DE6795D-73F4-A367-B0B7-0FFE1CF9E783}"/>
          </ac:spMkLst>
        </pc:spChg>
        <pc:spChg chg="add del mod">
          <ac:chgData name="Sayanti Roy" userId="13325ee0d423e633" providerId="LiveId" clId="{80388DA5-6D2F-46CF-A377-2F70F9F4EBCB}" dt="2026-02-24T19:15:23.418" v="921"/>
          <ac:spMkLst>
            <pc:docMk/>
            <pc:sldMk cId="1990884741" sldId="266"/>
            <ac:spMk id="7" creationId="{C79196C9-95F5-A497-CFFD-3EF11BCC0427}"/>
          </ac:spMkLst>
        </pc:spChg>
        <pc:picChg chg="add mod">
          <ac:chgData name="Sayanti Roy" userId="13325ee0d423e633" providerId="LiveId" clId="{80388DA5-6D2F-46CF-A377-2F70F9F4EBCB}" dt="2026-02-24T19:54:39.008" v="1785" actId="1076"/>
          <ac:picMkLst>
            <pc:docMk/>
            <pc:sldMk cId="1990884741" sldId="266"/>
            <ac:picMk id="5" creationId="{A95061B7-B23C-3DF5-803E-8F6FF3FCDAAA}"/>
          </ac:picMkLst>
        </pc:picChg>
      </pc:sldChg>
      <pc:sldChg chg="addSp modSp new mod">
        <pc:chgData name="Sayanti Roy" userId="13325ee0d423e633" providerId="LiveId" clId="{80388DA5-6D2F-46CF-A377-2F70F9F4EBCB}" dt="2026-02-24T20:23:02.101" v="1835" actId="6549"/>
        <pc:sldMkLst>
          <pc:docMk/>
          <pc:sldMk cId="3154551065" sldId="267"/>
        </pc:sldMkLst>
        <pc:spChg chg="mod">
          <ac:chgData name="Sayanti Roy" userId="13325ee0d423e633" providerId="LiveId" clId="{80388DA5-6D2F-46CF-A377-2F70F9F4EBCB}" dt="2026-02-24T19:19:32.895" v="965" actId="20577"/>
          <ac:spMkLst>
            <pc:docMk/>
            <pc:sldMk cId="3154551065" sldId="267"/>
            <ac:spMk id="2" creationId="{60298AC7-1160-8E2F-C2A0-E301C8058335}"/>
          </ac:spMkLst>
        </pc:spChg>
        <pc:spChg chg="mod">
          <ac:chgData name="Sayanti Roy" userId="13325ee0d423e633" providerId="LiveId" clId="{80388DA5-6D2F-46CF-A377-2F70F9F4EBCB}" dt="2026-02-24T20:23:02.101" v="1835" actId="6549"/>
          <ac:spMkLst>
            <pc:docMk/>
            <pc:sldMk cId="3154551065" sldId="267"/>
            <ac:spMk id="3" creationId="{CB5D513C-06FE-3054-E0D3-6CDD2AF8398A}"/>
          </ac:spMkLst>
        </pc:spChg>
        <pc:spChg chg="add">
          <ac:chgData name="Sayanti Roy" userId="13325ee0d423e633" providerId="LiveId" clId="{80388DA5-6D2F-46CF-A377-2F70F9F4EBCB}" dt="2026-02-24T19:26:53.308" v="1084"/>
          <ac:spMkLst>
            <pc:docMk/>
            <pc:sldMk cId="3154551065" sldId="267"/>
            <ac:spMk id="4" creationId="{4CE443C8-6F91-0395-4266-1B04F8F717D2}"/>
          </ac:spMkLst>
        </pc:spChg>
      </pc:sldChg>
      <pc:sldChg chg="new del">
        <pc:chgData name="Sayanti Roy" userId="13325ee0d423e633" providerId="LiveId" clId="{80388DA5-6D2F-46CF-A377-2F70F9F4EBCB}" dt="2026-02-24T19:25:39.891" v="1083" actId="47"/>
        <pc:sldMkLst>
          <pc:docMk/>
          <pc:sldMk cId="634016165" sldId="268"/>
        </pc:sldMkLst>
      </pc:sldChg>
      <pc:sldChg chg="new del">
        <pc:chgData name="Sayanti Roy" userId="13325ee0d423e633" providerId="LiveId" clId="{80388DA5-6D2F-46CF-A377-2F70F9F4EBCB}" dt="2026-02-24T19:24:01.338" v="1006" actId="47"/>
        <pc:sldMkLst>
          <pc:docMk/>
          <pc:sldMk cId="2695080142" sldId="268"/>
        </pc:sldMkLst>
      </pc:sldChg>
      <pc:sldChg chg="new del">
        <pc:chgData name="Sayanti Roy" userId="13325ee0d423e633" providerId="LiveId" clId="{80388DA5-6D2F-46CF-A377-2F70F9F4EBCB}" dt="2026-02-24T19:25:04.547" v="1057" actId="47"/>
        <pc:sldMkLst>
          <pc:docMk/>
          <pc:sldMk cId="4076181605" sldId="268"/>
        </pc:sldMkLst>
      </pc:sldChg>
      <pc:sldChg chg="modSp new mod">
        <pc:chgData name="Sayanti Roy" userId="13325ee0d423e633" providerId="LiveId" clId="{80388DA5-6D2F-46CF-A377-2F70F9F4EBCB}" dt="2026-02-24T20:36:30.564" v="1844" actId="14100"/>
        <pc:sldMkLst>
          <pc:docMk/>
          <pc:sldMk cId="4184261847" sldId="268"/>
        </pc:sldMkLst>
        <pc:spChg chg="mod">
          <ac:chgData name="Sayanti Roy" userId="13325ee0d423e633" providerId="LiveId" clId="{80388DA5-6D2F-46CF-A377-2F70F9F4EBCB}" dt="2026-02-24T19:29:25.592" v="1204" actId="20577"/>
          <ac:spMkLst>
            <pc:docMk/>
            <pc:sldMk cId="4184261847" sldId="268"/>
            <ac:spMk id="2" creationId="{8A44B624-6522-2E55-A289-7F80E3FED40D}"/>
          </ac:spMkLst>
        </pc:spChg>
        <pc:spChg chg="mod">
          <ac:chgData name="Sayanti Roy" userId="13325ee0d423e633" providerId="LiveId" clId="{80388DA5-6D2F-46CF-A377-2F70F9F4EBCB}" dt="2026-02-24T20:36:30.564" v="1844" actId="14100"/>
          <ac:spMkLst>
            <pc:docMk/>
            <pc:sldMk cId="4184261847" sldId="268"/>
            <ac:spMk id="3" creationId="{049F9D3A-D68E-3CF4-E4C8-8A9A30F6957E}"/>
          </ac:spMkLst>
        </pc:spChg>
      </pc:sldChg>
      <pc:sldChg chg="modSp new mod">
        <pc:chgData name="Sayanti Roy" userId="13325ee0d423e633" providerId="LiveId" clId="{80388DA5-6D2F-46CF-A377-2F70F9F4EBCB}" dt="2026-02-24T20:37:08.050" v="1847" actId="27636"/>
        <pc:sldMkLst>
          <pc:docMk/>
          <pc:sldMk cId="2802647802" sldId="269"/>
        </pc:sldMkLst>
        <pc:spChg chg="mod">
          <ac:chgData name="Sayanti Roy" userId="13325ee0d423e633" providerId="LiveId" clId="{80388DA5-6D2F-46CF-A377-2F70F9F4EBCB}" dt="2026-02-24T20:37:04.756" v="1845" actId="14100"/>
          <ac:spMkLst>
            <pc:docMk/>
            <pc:sldMk cId="2802647802" sldId="269"/>
            <ac:spMk id="2" creationId="{4F266C3E-A973-D0E3-F274-10CB0E273FB3}"/>
          </ac:spMkLst>
        </pc:spChg>
        <pc:spChg chg="mod">
          <ac:chgData name="Sayanti Roy" userId="13325ee0d423e633" providerId="LiveId" clId="{80388DA5-6D2F-46CF-A377-2F70F9F4EBCB}" dt="2026-02-24T20:37:08.050" v="1847" actId="27636"/>
          <ac:spMkLst>
            <pc:docMk/>
            <pc:sldMk cId="2802647802" sldId="269"/>
            <ac:spMk id="3" creationId="{F8422CE5-2072-B6A3-E7E7-19B30A2B1A7E}"/>
          </ac:spMkLst>
        </pc:spChg>
      </pc:sldChg>
      <pc:sldChg chg="modSp new mod">
        <pc:chgData name="Sayanti Roy" userId="13325ee0d423e633" providerId="LiveId" clId="{80388DA5-6D2F-46CF-A377-2F70F9F4EBCB}" dt="2026-02-24T20:31:13.273" v="1843" actId="20577"/>
        <pc:sldMkLst>
          <pc:docMk/>
          <pc:sldMk cId="4281848381" sldId="270"/>
        </pc:sldMkLst>
        <pc:spChg chg="mod">
          <ac:chgData name="Sayanti Roy" userId="13325ee0d423e633" providerId="LiveId" clId="{80388DA5-6D2F-46CF-A377-2F70F9F4EBCB}" dt="2026-02-24T19:54:11.211" v="1776" actId="14100"/>
          <ac:spMkLst>
            <pc:docMk/>
            <pc:sldMk cId="4281848381" sldId="270"/>
            <ac:spMk id="2" creationId="{FB6EFA99-AE5B-52C1-0F39-88FD23BC8DA4}"/>
          </ac:spMkLst>
        </pc:spChg>
        <pc:spChg chg="mod">
          <ac:chgData name="Sayanti Roy" userId="13325ee0d423e633" providerId="LiveId" clId="{80388DA5-6D2F-46CF-A377-2F70F9F4EBCB}" dt="2026-02-24T20:31:13.273" v="1843" actId="20577"/>
          <ac:spMkLst>
            <pc:docMk/>
            <pc:sldMk cId="4281848381" sldId="270"/>
            <ac:spMk id="3" creationId="{001E2FD7-43A6-67CE-B417-9B4A5B9359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4B9B-5E75-7A65-E7CB-60CFEF660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7D168-9500-6C2A-5F99-859D812D6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44A71-4852-16B1-72FB-AA975F47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DEC34-4616-0E6A-B88D-4929472C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10A78-CBA9-FF5E-3187-DBDF725B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7B2D-2326-898D-A945-B4451E18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28577-40B3-D0C6-00A2-F48BBE1DF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82A8-B433-C89F-B510-C6686B1E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10F1-70A4-A0EE-D643-FEF3DB80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8852-1C2C-4884-B8ED-853FB767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1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613B-2C5C-A870-2317-56FDD123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A468A-7413-E6E3-7924-5F922C005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D6A96-C199-8975-581C-190F6566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5EC11-4DFB-7F7F-E236-EB7E9A82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9F6D8-7AC1-5402-A9A4-214F4F22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1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0281-8CF8-5B08-2132-E09042AD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928A-2A04-791E-01C9-ABB08D44A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71429-CCBD-AE7C-6C13-EF5760BC5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5B682-0D4F-5ED6-79C4-E6D36CBA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70A0D-30B1-150F-8995-F2CED743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538B6-C496-1C13-9C50-09A58001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4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B0DD-4396-A512-3660-36B861BF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417EE-EFA7-FD28-D0AC-555EB2CB3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071DD-72A1-874F-DB35-68C0A3277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917EE-8317-9958-885D-2E3B8816C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29237-2D4A-3DBA-8786-9BFC95D26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9A9F4-7372-A0EF-5662-EA03176D6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B66D4-CCEE-CCD0-143B-E0D4AB8A7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5302A-215B-6BE5-1318-A0452C00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1659-2764-80A9-1E4E-C19FBDAC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AB0A7-4CED-A3AF-0034-12DF0004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B716A-C9A4-DA01-D697-AED1C005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F8DF1-A5D3-0B34-0A02-D0282884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B16D9-4946-9716-C962-DF4196B3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B8D31-8ED1-9851-3353-D767D974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6C5A0-E81F-35B3-4ADE-0A1F9098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4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FB03-2FE1-03A8-06B1-E4DB1591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0BC2A-4A00-3471-24E7-A8CA37D1A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D474E-D03B-E5CF-72CA-2830755C1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18D3A-3C42-94F3-44D2-F0B88F90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78B71-E69C-6B9D-EDC3-A9BB083F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CF4B-4E2E-1B66-FF3E-7AF13658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6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5139-BB0F-2486-9792-5D511CD7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A9537-BD51-388F-4A43-07D031B2A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6D521-38B5-CDC1-BE76-715DD2DD2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EA73-68B8-D539-7DE5-F72DB1E9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CD6A-505C-46A1-0096-B13267A6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54ABE-7562-5331-5323-70F5C93A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1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554A-8001-BC2B-4CDC-58FF7CEF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299340-FEDE-DF70-74B3-CA1A163C3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EB3A7-5471-41EF-D07C-FCB7B80A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E29A4-6EE9-DF1F-48FC-5D70C737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64751-0CE9-B426-72E0-573B2759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3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CDC670-6570-8EFD-9BE5-9CD8FDA98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2594B-DDE0-7A77-42AA-80BBDF8AC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D507E-6FB3-DBCA-67BF-88AA88E6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594F6-005D-1DFD-2050-9B7CEDF8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38B0A-2B9F-BB61-F862-1D32D35A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4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778A2-B3CD-F167-BA85-36AD10D7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31618-CA6B-27FF-8B7C-08B3BFD1F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772A-DD54-E1CE-9FBC-53878296C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5486F-DA6D-4C14-B5A2-75E605A6958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8BB02-2799-57F6-4C51-A0E607DCC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6762-3853-A520-30F4-3F7C22D80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AB494-E096-4BCE-8072-CE63D3136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9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5E3C7-CB3A-E3E4-7CBE-B6ECD4C79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48" y="217170"/>
            <a:ext cx="11296903" cy="6972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Model-Free Learning 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388855-8CA3-DB7C-5EA1-E2E6760F4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1" y="1069206"/>
            <a:ext cx="10668000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In a model-free approach, the agent does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care about the underlying "why" or the specific probability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distributions of the machines. It simply maps actions directly to expected rewards based on experience.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"When I pulled Arm A, I got 10 points. I'll increase my 'score' for Arm A.”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Tool: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Action-Value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(greedy method).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Process: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agent maintains an estimate $Q(a)$ for each arm.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pulls Arm A and receives reward $R$.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It updates the value using a simple error correction formula: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	Q_{new}(A)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Q_{old}(A) + </a:t>
            </a:r>
            <a:r>
              <a:rPr lang="el-GR" altLang="en-US" sz="1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[R - Q_{old}(A)]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The agent chooses the next arm based solely on which $Q$ value is currently highest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with occasional random exploration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 You go to a restaurant and try the pasta. It’s great, so you give the restaurant a "5-star"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Google Sans Text"/>
              </a:rPr>
              <a:t>rating in your head. You don't know the recipe or who the chef is; you just know "Pasta = Good."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3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4A56-ED22-0F26-9A2D-D7D9D7A8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C016-4B3E-8106-7DA3-6A8DD127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185"/>
            <a:ext cx="10515600" cy="4641778"/>
          </a:xfrm>
        </p:spPr>
        <p:txBody>
          <a:bodyPr/>
          <a:lstStyle/>
          <a:p>
            <a:r>
              <a:rPr lang="en-US" dirty="0"/>
              <a:t>Q-Learning is a popular model-free reinforcement learning algorithm that helps an agent learn how to make the best decisions by interacting with its environment. Instead of needing a model of the environment the agent learns purely from experience by trying different actions and seeing their results. </a:t>
            </a:r>
          </a:p>
          <a:p>
            <a:endParaRPr lang="en-US" dirty="0"/>
          </a:p>
          <a:p>
            <a:r>
              <a:rPr lang="en-US" dirty="0"/>
              <a:t>How is this Quality measured ?</a:t>
            </a:r>
          </a:p>
          <a:p>
            <a:r>
              <a:rPr lang="en-US" dirty="0"/>
              <a:t>In Q-learning, “quality” refers to how good a particular action is in a given state—i.e., how much long-term reward the agent expects if it takes that action and then follows the best policy afterward.</a:t>
            </a:r>
          </a:p>
        </p:txBody>
      </p:sp>
    </p:spTree>
    <p:extLst>
      <p:ext uri="{BB962C8B-B14F-4D97-AF65-F5344CB8AC3E}">
        <p14:creationId xmlns:p14="http://schemas.microsoft.com/office/powerpoint/2010/main" val="404033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123C-621F-EB59-868E-B8E321B6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A0D5-5104-CD5E-025A-0A6431B41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962"/>
            <a:ext cx="10515600" cy="47760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goal of Q-learning is to learn an optimal policy that tells an agent what action to take in each state so that it maximizes cumulative future reward.</a:t>
            </a:r>
          </a:p>
          <a:p>
            <a:endParaRPr lang="pt-BR" dirty="0"/>
          </a:p>
          <a:p>
            <a:r>
              <a:rPr lang="en-US" dirty="0"/>
              <a:t>Where,</a:t>
            </a:r>
          </a:p>
          <a:p>
            <a:r>
              <a:rPr lang="en-US" dirty="0"/>
              <a:t>S is the current state.</a:t>
            </a:r>
          </a:p>
          <a:p>
            <a:r>
              <a:rPr lang="en-US" dirty="0"/>
              <a:t>A is the action taken by the agent.</a:t>
            </a:r>
          </a:p>
          <a:p>
            <a:r>
              <a:rPr lang="en-US" dirty="0"/>
              <a:t>S' is the next state the agent moves to.</a:t>
            </a:r>
          </a:p>
          <a:p>
            <a:r>
              <a:rPr lang="en-US" dirty="0"/>
              <a:t>A' is the best next action in state S'.</a:t>
            </a:r>
          </a:p>
          <a:p>
            <a:r>
              <a:rPr lang="en-US" dirty="0"/>
              <a:t>R is the reward received for taking action A in state S.</a:t>
            </a:r>
          </a:p>
          <a:p>
            <a:r>
              <a:rPr lang="en-US" dirty="0"/>
              <a:t>γ (Gamma) is the discount factor which balances immediate rewards with future rewards.</a:t>
            </a:r>
          </a:p>
          <a:p>
            <a:r>
              <a:rPr lang="en-US" dirty="0"/>
              <a:t>α (Alpha) is the learning rate determining how much new information affects the old Q-values.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25780-1010-C1E0-4D16-7B04DCD40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068" y="2036630"/>
            <a:ext cx="667795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4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1907-8155-9C88-F83D-51AA4224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Value iteration and Q learning 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9BA543-DB9F-E589-2855-CEDC2FAFD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043513"/>
              </p:ext>
            </p:extLst>
          </p:nvPr>
        </p:nvGraphicFramePr>
        <p:xfrm>
          <a:off x="775982" y="1820411"/>
          <a:ext cx="10577818" cy="346560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67418">
                  <a:extLst>
                    <a:ext uri="{9D8B030D-6E8A-4147-A177-3AD203B41FA5}">
                      <a16:colId xmlns:a16="http://schemas.microsoft.com/office/drawing/2014/main" val="20310677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85631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1034918"/>
                    </a:ext>
                  </a:extLst>
                </a:gridCol>
              </a:tblGrid>
              <a:tr h="54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Value Iteration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Q-Learning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645283"/>
                  </a:ext>
                </a:extLst>
              </a:tr>
              <a:tr h="54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Q(s,a)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844200"/>
                  </a:ext>
                </a:extLst>
              </a:tr>
              <a:tr h="54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Needs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 – [Transition function]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MDP, POMDP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[Transition function]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462884"/>
                  </a:ext>
                </a:extLst>
              </a:tr>
              <a:tr h="54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Chooses action directly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943659"/>
                  </a:ext>
                </a:extLst>
              </a:tr>
              <a:tr h="54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Exploration, Exploitation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786631"/>
                  </a:ext>
                </a:extLst>
              </a:tr>
              <a:tr h="546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Equation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∗(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)=max</a:t>
                      </a:r>
                      <a:r>
                        <a:rPr lang="pt-BR" sz="1800" b="0" i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​[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)+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γ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∑</a:t>
                      </a:r>
                      <a:r>
                        <a:rPr lang="pt-BR" sz="1800" b="0" i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800" b="0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′​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′∣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∗(</a:t>
                      </a:r>
                      <a:r>
                        <a:rPr lang="pt-BR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′)]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87162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CA3AF72-ADAC-273B-C035-32855F8B7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2" y="4690183"/>
            <a:ext cx="337969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38FD-57D8-9EF1-9269-83949F60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13D181-FCA1-6BA2-2D43-9725EBA072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9989"/>
                <a:ext cx="10515600" cy="4796974"/>
              </a:xfrm>
            </p:spPr>
            <p:txBody>
              <a:bodyPr>
                <a:normAutofit lnSpcReduction="10000"/>
              </a:bodyPr>
              <a:lstStyle/>
              <a:p>
                <a:pPr fontAlgn="base"/>
                <a:r>
                  <a:rPr lang="en-US" dirty="0"/>
                  <a:t>Q learning specifically deals with unknown environment where agent learns by Exploration and exploitation.</a:t>
                </a:r>
              </a:p>
              <a:p>
                <a:pPr fontAlgn="base"/>
                <a:endParaRPr lang="en-US" b="1" dirty="0"/>
              </a:p>
              <a:p>
                <a:pPr fontAlgn="base"/>
                <a:r>
                  <a:rPr lang="en-US" b="1" dirty="0"/>
                  <a:t>Exploitation:</a:t>
                </a:r>
                <a:r>
                  <a:rPr lang="en-US" dirty="0"/>
                  <a:t> The agent picks the action with the highest Q-value with probability 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 This means the agent uses its current knowledge to maximize rewards.</a:t>
                </a:r>
              </a:p>
              <a:p>
                <a:pPr marL="0" indent="0" fontAlgn="base">
                  <a:buNone/>
                </a:pPr>
                <a:endParaRPr lang="en-US" dirty="0"/>
              </a:p>
              <a:p>
                <a:pPr fontAlgn="base"/>
                <a:r>
                  <a:rPr lang="en-US" b="1" dirty="0"/>
                  <a:t>Exploration:</a:t>
                </a:r>
                <a:r>
                  <a:rPr lang="en-US" dirty="0"/>
                  <a:t> With probability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the agent picks a random action, exploring new possibilities to learn if there are better ways to get rewards. This allows the agent to discover new strategies and improve its decision-making over time.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13D181-FCA1-6BA2-2D43-9725EBA07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9989"/>
                <a:ext cx="10515600" cy="4796974"/>
              </a:xfrm>
              <a:blipFill>
                <a:blip r:embed="rId2"/>
                <a:stretch>
                  <a:fillRect l="-1043" t="-2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21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2511-E438-CF27-4F93-421313C21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table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39EEF5-B29D-F4C3-B474-4A44A3B95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661" y="1400008"/>
            <a:ext cx="3867150" cy="289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EA7528-732C-784E-4203-5E8C2B4842F0}"/>
              </a:ext>
            </a:extLst>
          </p:cNvPr>
          <p:cNvSpPr txBox="1"/>
          <p:nvPr/>
        </p:nvSpPr>
        <p:spPr>
          <a:xfrm>
            <a:off x="4705351" y="511729"/>
            <a:ext cx="73118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row index (0–15) represents a state in the 4×4 grid.</a:t>
            </a:r>
          </a:p>
          <a:p>
            <a:r>
              <a:rPr lang="en-US" dirty="0"/>
              <a:t>Each column value shows the Q-value for the actions [Left, Right, Up, Down].</a:t>
            </a:r>
          </a:p>
          <a:p>
            <a:endParaRPr lang="en-US" dirty="0"/>
          </a:p>
          <a:p>
            <a:r>
              <a:rPr lang="en-US" dirty="0"/>
              <a:t>Higher Q-values indicate better actions that move the agent closer to the goal.</a:t>
            </a:r>
          </a:p>
          <a:p>
            <a:endParaRPr lang="en-US" dirty="0"/>
          </a:p>
          <a:p>
            <a:r>
              <a:rPr lang="en-US" dirty="0"/>
              <a:t>For instance:</a:t>
            </a:r>
          </a:p>
          <a:p>
            <a:endParaRPr lang="en-US" dirty="0"/>
          </a:p>
          <a:p>
            <a:r>
              <a:rPr lang="en-US" dirty="0"/>
              <a:t>In the last few rows (states 12–15), the Q-values are noticeably higher. This means the agent has learned that these states are near the goal state (15) and should move toward it.</a:t>
            </a:r>
          </a:p>
          <a:p>
            <a:r>
              <a:rPr lang="en-US" dirty="0"/>
              <a:t>The top rows (states 0–3) have lower Q-values, showing that those positions are far from the goal and require more steps to reach it.</a:t>
            </a:r>
          </a:p>
          <a:p>
            <a:endParaRPr lang="en-US" dirty="0"/>
          </a:p>
          <a:p>
            <a:pPr fontAlgn="base"/>
            <a:r>
              <a:rPr lang="en-US" dirty="0"/>
              <a:t>The agent’s policy i.e. best action from each state would be the action corresponding to the maximum Q-value in that row. </a:t>
            </a:r>
            <a:r>
              <a:rPr lang="en-US" b="1" dirty="0"/>
              <a:t>Expensive in Some Environments</a:t>
            </a:r>
            <a:r>
              <a:rPr lang="en-US" dirty="0"/>
              <a:t>: In robotics, testing actions can be costly due to physical limitations.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1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47D0-4003-2364-D72C-1BD299E2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2563-F404-15D0-5F2B-0C8D9F8CB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018"/>
            <a:ext cx="10515600" cy="466694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So, after x no of  episodes, Q-table reflects the final learned values after all updates.</a:t>
            </a:r>
          </a:p>
          <a:p>
            <a:r>
              <a:rPr lang="en-US" dirty="0"/>
              <a:t>Continuously updated, no reset</a:t>
            </a:r>
          </a:p>
          <a:p>
            <a:r>
              <a:rPr lang="en-US" dirty="0"/>
              <a:t>Each episode adds experience</a:t>
            </a:r>
          </a:p>
          <a:p>
            <a:r>
              <a:rPr lang="en-US" dirty="0"/>
              <a:t>Table adapts gradually</a:t>
            </a:r>
          </a:p>
          <a:p>
            <a:r>
              <a:rPr lang="en-US" dirty="0"/>
              <a:t>Episodes vs Steps</a:t>
            </a:r>
          </a:p>
          <a:p>
            <a:pPr lvl="1"/>
            <a:r>
              <a:rPr lang="en-US" dirty="0"/>
              <a:t>Episode: a complete run of the agent from start to a terminal state.</a:t>
            </a:r>
          </a:p>
          <a:p>
            <a:pPr lvl="1"/>
            <a:r>
              <a:rPr lang="en-US" dirty="0"/>
              <a:t>Step: a single state-action transition within an episode.</a:t>
            </a:r>
          </a:p>
          <a:p>
            <a:pPr lvl="1"/>
            <a:r>
              <a:rPr lang="en-US" dirty="0"/>
              <a:t>If your environment is very short and every episode passes through all 6 states exactly once, then yes, you could roughly do 500×6=3000 Q updates.</a:t>
            </a:r>
          </a:p>
        </p:txBody>
      </p:sp>
    </p:spTree>
    <p:extLst>
      <p:ext uri="{BB962C8B-B14F-4D97-AF65-F5344CB8AC3E}">
        <p14:creationId xmlns:p14="http://schemas.microsoft.com/office/powerpoint/2010/main" val="143053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299D-F53E-D57A-D7B4-20813CA4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Q </a:t>
            </a:r>
            <a:r>
              <a:rPr lang="en-US" dirty="0" err="1"/>
              <a:t>table”s</a:t>
            </a:r>
            <a:r>
              <a:rPr lang="en-US" dirty="0"/>
              <a:t> goal state has lesser value than previous states sometimes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80469-1119-0F39-14B9-667BE323E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happens for mathematical and modeling reasons, not because the algorithm is wrong.</a:t>
            </a:r>
          </a:p>
          <a:p>
            <a:r>
              <a:rPr lang="en-US" dirty="0"/>
              <a:t>The goal state usually has no future reward. </a:t>
            </a:r>
          </a:p>
          <a:p>
            <a:r>
              <a:rPr lang="en-US" dirty="0"/>
              <a:t>Terminal state has no value. </a:t>
            </a:r>
          </a:p>
          <a:p>
            <a:r>
              <a:rPr lang="en-US" dirty="0"/>
              <a:t>Terminal state = end of episode, No future learning happens there. So its Q-values stay low or zero.</a:t>
            </a:r>
          </a:p>
        </p:txBody>
      </p:sp>
    </p:spTree>
    <p:extLst>
      <p:ext uri="{BB962C8B-B14F-4D97-AF65-F5344CB8AC3E}">
        <p14:creationId xmlns:p14="http://schemas.microsoft.com/office/powerpoint/2010/main" val="123416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0950-4C50-DC45-BB5B-0B2CE626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6795D-73F4-A367-B0B7-0FFE1CF9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572"/>
            <a:ext cx="10515600" cy="4784391"/>
          </a:xfrm>
        </p:spPr>
        <p:txBody>
          <a:bodyPr/>
          <a:lstStyle/>
          <a:p>
            <a:r>
              <a:rPr lang="en-US" dirty="0"/>
              <a:t>“Since I might take bad/random actions, I should learn values that reflect that risk”</a:t>
            </a:r>
          </a:p>
          <a:p>
            <a:r>
              <a:rPr lang="en-US" dirty="0"/>
              <a:t>More conservative approach than Q learning !!! </a:t>
            </a:r>
          </a:p>
          <a:p>
            <a:r>
              <a:rPr lang="en-US" dirty="0"/>
              <a:t>Usually more stable than Q learning. </a:t>
            </a:r>
          </a:p>
          <a:p>
            <a:r>
              <a:rPr lang="en-US" dirty="0"/>
              <a:t>Similar applications to that of Q learning. </a:t>
            </a:r>
          </a:p>
          <a:p>
            <a:r>
              <a:rPr lang="en-US" dirty="0"/>
              <a:t>Program ?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061B7-B23C-3DF5-803E-8F6FF3FCD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88" y="5116696"/>
            <a:ext cx="6182588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8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8AC7-1160-8E2F-C2A0-E301C805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learning Exploration is neglected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D513C-06FE-3054-E0D3-6CDD2AF83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240"/>
            <a:ext cx="10515600" cy="4834724"/>
          </a:xfrm>
        </p:spPr>
        <p:txBody>
          <a:bodyPr>
            <a:normAutofit/>
          </a:bodyPr>
          <a:lstStyle/>
          <a:p>
            <a:r>
              <a:rPr lang="en-US" dirty="0"/>
              <a:t>Exploration happens in behavior. BUT is ignored in learning – as always inclined towards acting optimally. </a:t>
            </a:r>
          </a:p>
          <a:p>
            <a:r>
              <a:rPr lang="en-US" dirty="0"/>
              <a:t>Fixed Exploration Rate: A fixed epsilon doesn't adapt. Ideally, the agent should explore a lot initially and then exploit more as it becomes confident in its knowledge of the environment. </a:t>
            </a:r>
          </a:p>
          <a:p>
            <a:r>
              <a:rPr lang="en-US" dirty="0"/>
              <a:t>Lack of State-Specific Exploration: Epsilon-greedy explores all states equally. Some states might be visited very rarely, and the Q-values for those states will remain inaccurate. More advanced methods encourage visiting less-known states explicitly. </a:t>
            </a:r>
          </a:p>
          <a:p>
            <a:r>
              <a:rPr lang="en-US" dirty="0"/>
              <a:t>Decaying Epsilon impact ?</a:t>
            </a:r>
          </a:p>
          <a:p>
            <a:r>
              <a:rPr lang="en-US" dirty="0"/>
              <a:t>Deep Q ? </a:t>
            </a:r>
            <a:r>
              <a:rPr lang="en-US" dirty="0">
                <a:sym typeface="Wingdings" panose="05000000000000000000" pitchFamily="2" charset="2"/>
              </a:rPr>
              <a:t> scalability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55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FA99-AE5B-52C1-0F39-88FD23BC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471"/>
          </a:xfrm>
        </p:spPr>
        <p:txBody>
          <a:bodyPr/>
          <a:lstStyle/>
          <a:p>
            <a:r>
              <a:rPr lang="en-US" dirty="0"/>
              <a:t>The Cliff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2FD7-43A6-67CE-B417-9B4A5B935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793"/>
            <a:ext cx="10515600" cy="49521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Setup (Cliff World)</a:t>
            </a:r>
          </a:p>
          <a:p>
            <a:r>
              <a:rPr lang="en-US" dirty="0"/>
              <a:t>Imagine a grid:</a:t>
            </a:r>
          </a:p>
          <a:p>
            <a:pPr lvl="1"/>
            <a:r>
              <a:rPr lang="en-US" dirty="0"/>
              <a:t>Start at one corner</a:t>
            </a:r>
          </a:p>
          <a:p>
            <a:pPr lvl="1"/>
            <a:r>
              <a:rPr lang="en-US" dirty="0"/>
              <a:t>Goal at another</a:t>
            </a:r>
          </a:p>
          <a:p>
            <a:pPr lvl="1"/>
            <a:r>
              <a:rPr lang="en-US" dirty="0"/>
              <a:t>Along the bottom edge is a “cliff”</a:t>
            </a:r>
          </a:p>
          <a:p>
            <a:pPr lvl="1"/>
            <a:r>
              <a:rPr lang="en-US" dirty="0"/>
              <a:t>If the agent steps into the cliff → huge negative reward (like -100) and resets</a:t>
            </a:r>
          </a:p>
          <a:p>
            <a:r>
              <a:rPr lang="en-US" dirty="0"/>
              <a:t>Key Difference in Simple Words</a:t>
            </a:r>
          </a:p>
          <a:p>
            <a:pPr lvl="1"/>
            <a:r>
              <a:rPr lang="en-US" dirty="0"/>
              <a:t>Q-learning (Greedy, Risky) : Learns the best possible path, assuming perfect decisions. It does NOT care about mistakes during learning. </a:t>
            </a:r>
          </a:p>
          <a:p>
            <a:pPr lvl="1"/>
            <a:r>
              <a:rPr lang="en-US" dirty="0"/>
              <a:t>Result: Chooses the path right next to the cliff (shortest path). </a:t>
            </a:r>
          </a:p>
          <a:p>
            <a:pPr lvl="1"/>
            <a:r>
              <a:rPr lang="en-US" dirty="0"/>
              <a:t>Problem: If the agent makes even a small mistake → falls off the cliff.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SARSA (Cautious, Realistic) Learns based on what it actually does (including exploration mistakes)It accounts for risk. </a:t>
            </a:r>
          </a:p>
          <a:p>
            <a:pPr lvl="1"/>
            <a:r>
              <a:rPr lang="en-US" dirty="0"/>
              <a:t>Result: Chooses a safer path away from the cliff</a:t>
            </a:r>
          </a:p>
          <a:p>
            <a:pPr lvl="1"/>
            <a:r>
              <a:rPr lang="en-US" dirty="0"/>
              <a:t>Benefit: Even if it explores randomly, it avoids catastrophic penalties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4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B624-6522-2E55-A289-7F80E3FED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Agency in Reinforcement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F9D3A-D68E-3CF4-E4C8-8A9A30F69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992"/>
            <a:ext cx="10515600" cy="4645972"/>
          </a:xfrm>
        </p:spPr>
        <p:txBody>
          <a:bodyPr/>
          <a:lstStyle/>
          <a:p>
            <a:r>
              <a:rPr lang="en-US" dirty="0"/>
              <a:t> MASARSA , Multi agent Q learning. </a:t>
            </a:r>
          </a:p>
          <a:p>
            <a:r>
              <a:rPr lang="en-US" dirty="0"/>
              <a:t>Cooperation vs. Competition </a:t>
            </a:r>
          </a:p>
          <a:p>
            <a:r>
              <a:rPr lang="en-US" dirty="0"/>
              <a:t>Information gain or Convergence ?</a:t>
            </a:r>
          </a:p>
          <a:p>
            <a:r>
              <a:rPr lang="en-US" dirty="0"/>
              <a:t>Update Mechanism ?</a:t>
            </a:r>
          </a:p>
          <a:p>
            <a:r>
              <a:rPr lang="en-US" dirty="0"/>
              <a:t>Social Agency 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26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6C3E-A973-D0E3-F274-10CB0E27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2005"/>
          </a:xfrm>
        </p:spPr>
        <p:txBody>
          <a:bodyPr/>
          <a:lstStyle/>
          <a:p>
            <a:r>
              <a:rPr lang="en-US" dirty="0"/>
              <a:t>Plan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22CE5-2072-B6A3-E7E7-19B30A2B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406"/>
            <a:ext cx="10515600" cy="4809557"/>
          </a:xfrm>
        </p:spPr>
        <p:txBody>
          <a:bodyPr>
            <a:normAutofit/>
          </a:bodyPr>
          <a:lstStyle/>
          <a:p>
            <a:r>
              <a:rPr lang="en-US" dirty="0"/>
              <a:t>Revise AI agency in terms of RL – Thursday </a:t>
            </a:r>
          </a:p>
          <a:p>
            <a:endParaRPr lang="en-US" dirty="0"/>
          </a:p>
          <a:p>
            <a:r>
              <a:rPr lang="en-US" dirty="0"/>
              <a:t>Doubt clearing going over Assignment 2, Project Details – coming Tuesday, may be Assignment 3 if time permits </a:t>
            </a:r>
          </a:p>
          <a:p>
            <a:endParaRPr lang="en-US" dirty="0"/>
          </a:p>
          <a:p>
            <a:r>
              <a:rPr lang="en-US" dirty="0"/>
              <a:t>Other AI agency concepts ?</a:t>
            </a:r>
          </a:p>
          <a:p>
            <a:pPr lvl="1"/>
            <a:r>
              <a:rPr lang="en-US" dirty="0"/>
              <a:t>Prompt engineering : Token summarization </a:t>
            </a:r>
          </a:p>
          <a:p>
            <a:pPr lvl="1"/>
            <a:r>
              <a:rPr lang="en-US" dirty="0"/>
              <a:t>Basics of Retrieval-Augmented Generation (RAG)</a:t>
            </a:r>
          </a:p>
          <a:p>
            <a:pPr lvl="1"/>
            <a:r>
              <a:rPr lang="en-US" dirty="0"/>
              <a:t>Agent workflows – may be valuable for project implementation </a:t>
            </a:r>
          </a:p>
          <a:p>
            <a:pPr lvl="1"/>
            <a:r>
              <a:rPr lang="en-US" dirty="0"/>
              <a:t>LLMs  </a:t>
            </a:r>
          </a:p>
        </p:txBody>
      </p:sp>
    </p:spTree>
    <p:extLst>
      <p:ext uri="{BB962C8B-B14F-4D97-AF65-F5344CB8AC3E}">
        <p14:creationId xmlns:p14="http://schemas.microsoft.com/office/powerpoint/2010/main" val="280264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1304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Google Sans Text</vt:lpstr>
      <vt:lpstr>Wingdings</vt:lpstr>
      <vt:lpstr>Office Theme</vt:lpstr>
      <vt:lpstr>Model-Free Learning Example</vt:lpstr>
      <vt:lpstr>Q learning </vt:lpstr>
      <vt:lpstr>Q learning </vt:lpstr>
      <vt:lpstr>What is the difference between Value iteration and Q learning ?</vt:lpstr>
      <vt:lpstr>Q learning </vt:lpstr>
      <vt:lpstr>Q learning table </vt:lpstr>
      <vt:lpstr>Q learning </vt:lpstr>
      <vt:lpstr>Why Q table”s goal state has lesser value than previous states sometimes </vt:lpstr>
      <vt:lpstr>SARSA</vt:lpstr>
      <vt:lpstr>Q learning Exploration is neglected ?</vt:lpstr>
      <vt:lpstr>The Cliff Problem </vt:lpstr>
      <vt:lpstr>Multi Agency in Reinforcement learning </vt:lpstr>
      <vt:lpstr>Plan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Sayanti Roy</dc:creator>
  <cp:lastModifiedBy>Sayanti Roy</cp:lastModifiedBy>
  <cp:revision>1</cp:revision>
  <dcterms:created xsi:type="dcterms:W3CDTF">2026-02-19T19:09:56Z</dcterms:created>
  <dcterms:modified xsi:type="dcterms:W3CDTF">2026-02-24T20:37:13Z</dcterms:modified>
</cp:coreProperties>
</file>