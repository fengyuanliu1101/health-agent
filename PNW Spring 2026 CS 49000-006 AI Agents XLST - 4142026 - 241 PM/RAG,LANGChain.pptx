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7" r:id="rId4"/>
    <p:sldId id="266" r:id="rId5"/>
    <p:sldId id="258" r:id="rId6"/>
    <p:sldId id="259" r:id="rId7"/>
    <p:sldId id="267" r:id="rId8"/>
    <p:sldId id="268" r:id="rId9"/>
    <p:sldId id="269" r:id="rId10"/>
    <p:sldId id="271" r:id="rId11"/>
    <p:sldId id="27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763A5B-6C6F-42D1-AFFF-0D080FF8D78E}" v="211" dt="2026-03-12T19:47:05.8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5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anti Roy" userId="13325ee0d423e633" providerId="LiveId" clId="{80388DA5-6D2F-46CF-A377-2F70F9F4EBCB}"/>
    <pc:docChg chg="undo custSel addSld delSld modSld sldOrd">
      <pc:chgData name="Sayanti Roy" userId="13325ee0d423e633" providerId="LiveId" clId="{80388DA5-6D2F-46CF-A377-2F70F9F4EBCB}" dt="2026-03-12T19:59:01.050" v="1885" actId="47"/>
      <pc:docMkLst>
        <pc:docMk/>
      </pc:docMkLst>
      <pc:sldChg chg="new del">
        <pc:chgData name="Sayanti Roy" userId="13325ee0d423e633" providerId="LiveId" clId="{80388DA5-6D2F-46CF-A377-2F70F9F4EBCB}" dt="2026-03-12T16:35:18.621" v="2" actId="47"/>
        <pc:sldMkLst>
          <pc:docMk/>
          <pc:sldMk cId="1812335813" sldId="256"/>
        </pc:sldMkLst>
      </pc:sldChg>
      <pc:sldChg chg="addSp delSp modSp new mod setBg">
        <pc:chgData name="Sayanti Roy" userId="13325ee0d423e633" providerId="LiveId" clId="{80388DA5-6D2F-46CF-A377-2F70F9F4EBCB}" dt="2026-03-12T19:25:59.452" v="1829" actId="20577"/>
        <pc:sldMkLst>
          <pc:docMk/>
          <pc:sldMk cId="1012517815" sldId="257"/>
        </pc:sldMkLst>
        <pc:spChg chg="mod">
          <ac:chgData name="Sayanti Roy" userId="13325ee0d423e633" providerId="LiveId" clId="{80388DA5-6D2F-46CF-A377-2F70F9F4EBCB}" dt="2026-03-12T17:02:36.075" v="246" actId="1035"/>
          <ac:spMkLst>
            <pc:docMk/>
            <pc:sldMk cId="1012517815" sldId="257"/>
            <ac:spMk id="2" creationId="{2432FD44-A4B8-785A-3E58-7ACC7481039D}"/>
          </ac:spMkLst>
        </pc:spChg>
        <pc:spChg chg="del mod">
          <ac:chgData name="Sayanti Roy" userId="13325ee0d423e633" providerId="LiveId" clId="{80388DA5-6D2F-46CF-A377-2F70F9F4EBCB}" dt="2026-03-12T16:53:31.247" v="107" actId="26606"/>
          <ac:spMkLst>
            <pc:docMk/>
            <pc:sldMk cId="1012517815" sldId="257"/>
            <ac:spMk id="3" creationId="{617B1B76-1EC7-E19A-74EB-EBA2D30E3EF2}"/>
          </ac:spMkLst>
        </pc:spChg>
        <pc:spChg chg="add">
          <ac:chgData name="Sayanti Roy" userId="13325ee0d423e633" providerId="LiveId" clId="{80388DA5-6D2F-46CF-A377-2F70F9F4EBCB}" dt="2026-03-12T16:53:31.247" v="107" actId="26606"/>
          <ac:spMkLst>
            <pc:docMk/>
            <pc:sldMk cId="1012517815" sldId="257"/>
            <ac:spMk id="10" creationId="{B50AB553-2A96-4A92-96F2-93548E096954}"/>
          </ac:spMkLst>
        </pc:spChg>
        <pc:graphicFrameChg chg="add mod modGraphic">
          <ac:chgData name="Sayanti Roy" userId="13325ee0d423e633" providerId="LiveId" clId="{80388DA5-6D2F-46CF-A377-2F70F9F4EBCB}" dt="2026-03-12T19:25:59.452" v="1829" actId="20577"/>
          <ac:graphicFrameMkLst>
            <pc:docMk/>
            <pc:sldMk cId="1012517815" sldId="257"/>
            <ac:graphicFrameMk id="5" creationId="{28CA70DA-AD7D-94D8-796F-FE1E7FB403EF}"/>
          </ac:graphicFrameMkLst>
        </pc:graphicFrameChg>
        <pc:picChg chg="add">
          <ac:chgData name="Sayanti Roy" userId="13325ee0d423e633" providerId="LiveId" clId="{80388DA5-6D2F-46CF-A377-2F70F9F4EBCB}" dt="2026-03-12T16:53:31.247" v="107" actId="26606"/>
          <ac:picMkLst>
            <pc:docMk/>
            <pc:sldMk cId="1012517815" sldId="257"/>
            <ac:picMk id="6" creationId="{72EDA5F4-AB11-FF4F-3688-17A98B8BC1D7}"/>
          </ac:picMkLst>
        </pc:picChg>
      </pc:sldChg>
      <pc:sldChg chg="addSp delSp modSp new mod setBg">
        <pc:chgData name="Sayanti Roy" userId="13325ee0d423e633" providerId="LiveId" clId="{80388DA5-6D2F-46CF-A377-2F70F9F4EBCB}" dt="2026-03-12T19:39:43.093" v="1877" actId="20577"/>
        <pc:sldMkLst>
          <pc:docMk/>
          <pc:sldMk cId="1145592111" sldId="258"/>
        </pc:sldMkLst>
        <pc:spChg chg="mod">
          <ac:chgData name="Sayanti Roy" userId="13325ee0d423e633" providerId="LiveId" clId="{80388DA5-6D2F-46CF-A377-2F70F9F4EBCB}" dt="2026-03-12T19:31:38.857" v="1854" actId="14100"/>
          <ac:spMkLst>
            <pc:docMk/>
            <pc:sldMk cId="1145592111" sldId="258"/>
            <ac:spMk id="2" creationId="{560A8841-79E7-C872-2BB2-B8A6AB959B62}"/>
          </ac:spMkLst>
        </pc:spChg>
        <pc:spChg chg="del mod">
          <ac:chgData name="Sayanti Roy" userId="13325ee0d423e633" providerId="LiveId" clId="{80388DA5-6D2F-46CF-A377-2F70F9F4EBCB}" dt="2026-03-12T17:39:14.248" v="762" actId="26606"/>
          <ac:spMkLst>
            <pc:docMk/>
            <pc:sldMk cId="1145592111" sldId="258"/>
            <ac:spMk id="3" creationId="{87646BC7-83F3-9094-ECA2-141A754B0A2E}"/>
          </ac:spMkLst>
        </pc:spChg>
        <pc:spChg chg="add del">
          <ac:chgData name="Sayanti Roy" userId="13325ee0d423e633" providerId="LiveId" clId="{80388DA5-6D2F-46CF-A377-2F70F9F4EBCB}" dt="2026-03-12T17:37:03.839" v="732" actId="22"/>
          <ac:spMkLst>
            <pc:docMk/>
            <pc:sldMk cId="1145592111" sldId="258"/>
            <ac:spMk id="5" creationId="{22E75627-C351-1B67-F000-018F839861FA}"/>
          </ac:spMkLst>
        </pc:spChg>
        <pc:spChg chg="add">
          <ac:chgData name="Sayanti Roy" userId="13325ee0d423e633" providerId="LiveId" clId="{80388DA5-6D2F-46CF-A377-2F70F9F4EBCB}" dt="2026-03-12T17:37:21.638" v="738"/>
          <ac:spMkLst>
            <pc:docMk/>
            <pc:sldMk cId="1145592111" sldId="258"/>
            <ac:spMk id="7" creationId="{639563F8-E0C5-208B-1E52-BEA2504234FA}"/>
          </ac:spMkLst>
        </pc:spChg>
        <pc:spChg chg="add del">
          <ac:chgData name="Sayanti Roy" userId="13325ee0d423e633" providerId="LiveId" clId="{80388DA5-6D2F-46CF-A377-2F70F9F4EBCB}" dt="2026-03-12T17:39:14.248" v="762" actId="26606"/>
          <ac:spMkLst>
            <pc:docMk/>
            <pc:sldMk cId="1145592111" sldId="258"/>
            <ac:spMk id="8" creationId="{389575E1-3389-451A-A5F7-27854C25C599}"/>
          </ac:spMkLst>
        </pc:spChg>
        <pc:spChg chg="add">
          <ac:chgData name="Sayanti Roy" userId="13325ee0d423e633" providerId="LiveId" clId="{80388DA5-6D2F-46CF-A377-2F70F9F4EBCB}" dt="2026-03-12T17:37:21.638" v="738"/>
          <ac:spMkLst>
            <pc:docMk/>
            <pc:sldMk cId="1145592111" sldId="258"/>
            <ac:spMk id="9" creationId="{2C40EB33-3807-EC75-3FB4-B70B1B2FA9A9}"/>
          </ac:spMkLst>
        </pc:spChg>
        <pc:spChg chg="add del">
          <ac:chgData name="Sayanti Roy" userId="13325ee0d423e633" providerId="LiveId" clId="{80388DA5-6D2F-46CF-A377-2F70F9F4EBCB}" dt="2026-03-12T17:39:14.248" v="762" actId="26606"/>
          <ac:spMkLst>
            <pc:docMk/>
            <pc:sldMk cId="1145592111" sldId="258"/>
            <ac:spMk id="10" creationId="{A53CCC5C-D88E-40FB-B30B-23DCDBD01D37}"/>
          </ac:spMkLst>
        </pc:spChg>
        <pc:spChg chg="add del">
          <ac:chgData name="Sayanti Roy" userId="13325ee0d423e633" providerId="LiveId" clId="{80388DA5-6D2F-46CF-A377-2F70F9F4EBCB}" dt="2026-03-12T17:39:14.248" v="762" actId="26606"/>
          <ac:spMkLst>
            <pc:docMk/>
            <pc:sldMk cId="1145592111" sldId="258"/>
            <ac:spMk id="12" creationId="{081E4A58-353D-44AE-B2FC-2A74E2E400F7}"/>
          </ac:spMkLst>
        </pc:spChg>
        <pc:spChg chg="add">
          <ac:chgData name="Sayanti Roy" userId="13325ee0d423e633" providerId="LiveId" clId="{80388DA5-6D2F-46CF-A377-2F70F9F4EBCB}" dt="2026-03-12T17:37:21.638" v="738"/>
          <ac:spMkLst>
            <pc:docMk/>
            <pc:sldMk cId="1145592111" sldId="258"/>
            <ac:spMk id="14" creationId="{A59AF724-0618-A087-583D-C5B4C1EDBA34}"/>
          </ac:spMkLst>
        </pc:spChg>
        <pc:spChg chg="add">
          <ac:chgData name="Sayanti Roy" userId="13325ee0d423e633" providerId="LiveId" clId="{80388DA5-6D2F-46CF-A377-2F70F9F4EBCB}" dt="2026-03-12T17:37:21.638" v="738"/>
          <ac:spMkLst>
            <pc:docMk/>
            <pc:sldMk cId="1145592111" sldId="258"/>
            <ac:spMk id="18" creationId="{1404E4A4-FE3D-9A5C-5942-3B7E20CC013F}"/>
          </ac:spMkLst>
        </pc:spChg>
        <pc:spChg chg="add">
          <ac:chgData name="Sayanti Roy" userId="13325ee0d423e633" providerId="LiveId" clId="{80388DA5-6D2F-46CF-A377-2F70F9F4EBCB}" dt="2026-03-12T17:39:14.248" v="762" actId="26606"/>
          <ac:spMkLst>
            <pc:docMk/>
            <pc:sldMk cId="1145592111" sldId="258"/>
            <ac:spMk id="19" creationId="{B50AB553-2A96-4A92-96F2-93548E096954}"/>
          </ac:spMkLst>
        </pc:spChg>
        <pc:spChg chg="add">
          <ac:chgData name="Sayanti Roy" userId="13325ee0d423e633" providerId="LiveId" clId="{80388DA5-6D2F-46CF-A377-2F70F9F4EBCB}" dt="2026-03-12T17:37:21.638" v="738"/>
          <ac:spMkLst>
            <pc:docMk/>
            <pc:sldMk cId="1145592111" sldId="258"/>
            <ac:spMk id="20" creationId="{B17E5AD8-B06C-C307-2318-B31ABF01E8FD}"/>
          </ac:spMkLst>
        </pc:spChg>
        <pc:spChg chg="add">
          <ac:chgData name="Sayanti Roy" userId="13325ee0d423e633" providerId="LiveId" clId="{80388DA5-6D2F-46CF-A377-2F70F9F4EBCB}" dt="2026-03-12T17:37:21.638" v="738"/>
          <ac:spMkLst>
            <pc:docMk/>
            <pc:sldMk cId="1145592111" sldId="258"/>
            <ac:spMk id="21" creationId="{296EAF3D-1B71-E995-46EF-80B4F6D5C647}"/>
          </ac:spMkLst>
        </pc:spChg>
        <pc:spChg chg="add">
          <ac:chgData name="Sayanti Roy" userId="13325ee0d423e633" providerId="LiveId" clId="{80388DA5-6D2F-46CF-A377-2F70F9F4EBCB}" dt="2026-03-12T17:37:21.638" v="738"/>
          <ac:spMkLst>
            <pc:docMk/>
            <pc:sldMk cId="1145592111" sldId="258"/>
            <ac:spMk id="22" creationId="{88F09D4E-B84C-80A6-FEC0-A8AC21E955E6}"/>
          </ac:spMkLst>
        </pc:spChg>
        <pc:spChg chg="add">
          <ac:chgData name="Sayanti Roy" userId="13325ee0d423e633" providerId="LiveId" clId="{80388DA5-6D2F-46CF-A377-2F70F9F4EBCB}" dt="2026-03-12T17:37:21.638" v="738"/>
          <ac:spMkLst>
            <pc:docMk/>
            <pc:sldMk cId="1145592111" sldId="258"/>
            <ac:spMk id="25" creationId="{AFF94269-35AF-0695-8B38-24F84E441356}"/>
          </ac:spMkLst>
        </pc:spChg>
        <pc:spChg chg="add">
          <ac:chgData name="Sayanti Roy" userId="13325ee0d423e633" providerId="LiveId" clId="{80388DA5-6D2F-46CF-A377-2F70F9F4EBCB}" dt="2026-03-12T17:37:21.638" v="738"/>
          <ac:spMkLst>
            <pc:docMk/>
            <pc:sldMk cId="1145592111" sldId="258"/>
            <ac:spMk id="27" creationId="{23E0360D-3F6D-8F41-FBC6-E4899374F988}"/>
          </ac:spMkLst>
        </pc:spChg>
        <pc:spChg chg="add">
          <ac:chgData name="Sayanti Roy" userId="13325ee0d423e633" providerId="LiveId" clId="{80388DA5-6D2F-46CF-A377-2F70F9F4EBCB}" dt="2026-03-12T17:37:21.638" v="738"/>
          <ac:spMkLst>
            <pc:docMk/>
            <pc:sldMk cId="1145592111" sldId="258"/>
            <ac:spMk id="29" creationId="{FFA07BDF-56BD-F5FD-648D-D1E880D6CBFE}"/>
          </ac:spMkLst>
        </pc:spChg>
        <pc:graphicFrameChg chg="add mod modGraphic">
          <ac:chgData name="Sayanti Roy" userId="13325ee0d423e633" providerId="LiveId" clId="{80388DA5-6D2F-46CF-A377-2F70F9F4EBCB}" dt="2026-03-12T19:39:43.093" v="1877" actId="20577"/>
          <ac:graphicFrameMkLst>
            <pc:docMk/>
            <pc:sldMk cId="1145592111" sldId="258"/>
            <ac:graphicFrameMk id="16" creationId="{CCE3B483-7560-02FD-C585-D1A64CBE981F}"/>
          </ac:graphicFrameMkLst>
        </pc:graphicFrameChg>
        <pc:picChg chg="add">
          <ac:chgData name="Sayanti Roy" userId="13325ee0d423e633" providerId="LiveId" clId="{80388DA5-6D2F-46CF-A377-2F70F9F4EBCB}" dt="2026-03-12T17:39:14.248" v="762" actId="26606"/>
          <ac:picMkLst>
            <pc:docMk/>
            <pc:sldMk cId="1145592111" sldId="258"/>
            <ac:picMk id="15" creationId="{84730916-09FA-607A-3BC3-82DBB6B3D792}"/>
          </ac:picMkLst>
        </pc:picChg>
      </pc:sldChg>
      <pc:sldChg chg="addSp delSp modSp new mod setBg">
        <pc:chgData name="Sayanti Roy" userId="13325ee0d423e633" providerId="LiveId" clId="{80388DA5-6D2F-46CF-A377-2F70F9F4EBCB}" dt="2026-03-12T19:43:03.193" v="1879"/>
        <pc:sldMkLst>
          <pc:docMk/>
          <pc:sldMk cId="1854243005" sldId="259"/>
        </pc:sldMkLst>
        <pc:spChg chg="del mod">
          <ac:chgData name="Sayanti Roy" userId="13325ee0d423e633" providerId="LiveId" clId="{80388DA5-6D2F-46CF-A377-2F70F9F4EBCB}" dt="2026-03-12T17:41:50.967" v="777" actId="478"/>
          <ac:spMkLst>
            <pc:docMk/>
            <pc:sldMk cId="1854243005" sldId="259"/>
            <ac:spMk id="2" creationId="{6439F086-70B9-83B6-4040-73A845C5B746}"/>
          </ac:spMkLst>
        </pc:spChg>
        <pc:spChg chg="del mod">
          <ac:chgData name="Sayanti Roy" userId="13325ee0d423e633" providerId="LiveId" clId="{80388DA5-6D2F-46CF-A377-2F70F9F4EBCB}" dt="2026-03-12T17:41:21.513" v="773" actId="26606"/>
          <ac:spMkLst>
            <pc:docMk/>
            <pc:sldMk cId="1854243005" sldId="259"/>
            <ac:spMk id="3" creationId="{9615C17D-C6A8-AD13-A816-A3C590A00C60}"/>
          </ac:spMkLst>
        </pc:spChg>
        <pc:spChg chg="add del">
          <ac:chgData name="Sayanti Roy" userId="13325ee0d423e633" providerId="LiveId" clId="{80388DA5-6D2F-46CF-A377-2F70F9F4EBCB}" dt="2026-03-12T17:41:31.958" v="774" actId="26606"/>
          <ac:spMkLst>
            <pc:docMk/>
            <pc:sldMk cId="1854243005" sldId="259"/>
            <ac:spMk id="8" creationId="{389575E1-3389-451A-A5F7-27854C25C599}"/>
          </ac:spMkLst>
        </pc:spChg>
        <pc:spChg chg="add del">
          <ac:chgData name="Sayanti Roy" userId="13325ee0d423e633" providerId="LiveId" clId="{80388DA5-6D2F-46CF-A377-2F70F9F4EBCB}" dt="2026-03-12T17:41:31.958" v="774" actId="26606"/>
          <ac:spMkLst>
            <pc:docMk/>
            <pc:sldMk cId="1854243005" sldId="259"/>
            <ac:spMk id="10" creationId="{A53CCC5C-D88E-40FB-B30B-23DCDBD01D37}"/>
          </ac:spMkLst>
        </pc:spChg>
        <pc:spChg chg="add del">
          <ac:chgData name="Sayanti Roy" userId="13325ee0d423e633" providerId="LiveId" clId="{80388DA5-6D2F-46CF-A377-2F70F9F4EBCB}" dt="2026-03-12T17:41:31.958" v="774" actId="26606"/>
          <ac:spMkLst>
            <pc:docMk/>
            <pc:sldMk cId="1854243005" sldId="259"/>
            <ac:spMk id="12" creationId="{081E4A58-353D-44AE-B2FC-2A74E2E400F7}"/>
          </ac:spMkLst>
        </pc:spChg>
        <pc:spChg chg="add del">
          <ac:chgData name="Sayanti Roy" userId="13325ee0d423e633" providerId="LiveId" clId="{80388DA5-6D2F-46CF-A377-2F70F9F4EBCB}" dt="2026-03-12T17:41:44.498" v="775" actId="26606"/>
          <ac:spMkLst>
            <pc:docMk/>
            <pc:sldMk cId="1854243005" sldId="259"/>
            <ac:spMk id="20" creationId="{B50AB553-2A96-4A92-96F2-93548E096954}"/>
          </ac:spMkLst>
        </pc:spChg>
        <pc:spChg chg="add">
          <ac:chgData name="Sayanti Roy" userId="13325ee0d423e633" providerId="LiveId" clId="{80388DA5-6D2F-46CF-A377-2F70F9F4EBCB}" dt="2026-03-12T17:41:44.498" v="775" actId="26606"/>
          <ac:spMkLst>
            <pc:docMk/>
            <pc:sldMk cId="1854243005" sldId="259"/>
            <ac:spMk id="25" creationId="{C0763A76-9F1C-4FC5-82B7-DD475DA461B2}"/>
          </ac:spMkLst>
        </pc:spChg>
        <pc:spChg chg="add">
          <ac:chgData name="Sayanti Roy" userId="13325ee0d423e633" providerId="LiveId" clId="{80388DA5-6D2F-46CF-A377-2F70F9F4EBCB}" dt="2026-03-12T17:41:44.498" v="775" actId="26606"/>
          <ac:spMkLst>
            <pc:docMk/>
            <pc:sldMk cId="1854243005" sldId="259"/>
            <ac:spMk id="27" creationId="{E81BF4F6-F2CF-4984-9D14-D6966D92F99F}"/>
          </ac:spMkLst>
        </pc:spChg>
        <pc:graphicFrameChg chg="add mod modGraphic">
          <ac:chgData name="Sayanti Roy" userId="13325ee0d423e633" providerId="LiveId" clId="{80388DA5-6D2F-46CF-A377-2F70F9F4EBCB}" dt="2026-03-12T19:43:03.193" v="1879"/>
          <ac:graphicFrameMkLst>
            <pc:docMk/>
            <pc:sldMk cId="1854243005" sldId="259"/>
            <ac:graphicFrameMk id="14" creationId="{8A3E97C0-FFFB-6763-D1EA-A21B3348013E}"/>
          </ac:graphicFrameMkLst>
        </pc:graphicFrameChg>
        <pc:picChg chg="add del mod ord">
          <ac:chgData name="Sayanti Roy" userId="13325ee0d423e633" providerId="LiveId" clId="{80388DA5-6D2F-46CF-A377-2F70F9F4EBCB}" dt="2026-03-12T17:41:46.936" v="776" actId="478"/>
          <ac:picMkLst>
            <pc:docMk/>
            <pc:sldMk cId="1854243005" sldId="259"/>
            <ac:picMk id="16" creationId="{24EE5E0B-7461-976B-BDD9-629AE9596D6A}"/>
          </ac:picMkLst>
        </pc:picChg>
      </pc:sldChg>
      <pc:sldChg chg="addSp delSp modSp new del mod setBg">
        <pc:chgData name="Sayanti Roy" userId="13325ee0d423e633" providerId="LiveId" clId="{80388DA5-6D2F-46CF-A377-2F70F9F4EBCB}" dt="2026-03-12T17:50:18.185" v="887" actId="47"/>
        <pc:sldMkLst>
          <pc:docMk/>
          <pc:sldMk cId="2521915628" sldId="260"/>
        </pc:sldMkLst>
        <pc:spChg chg="del mod">
          <ac:chgData name="Sayanti Roy" userId="13325ee0d423e633" providerId="LiveId" clId="{80388DA5-6D2F-46CF-A377-2F70F9F4EBCB}" dt="2026-03-12T17:43:24.929" v="782" actId="478"/>
          <ac:spMkLst>
            <pc:docMk/>
            <pc:sldMk cId="2521915628" sldId="260"/>
            <ac:spMk id="2" creationId="{8175D129-84CC-AFAB-0B1E-A70FB908D140}"/>
          </ac:spMkLst>
        </pc:spChg>
        <pc:spChg chg="add del mod">
          <ac:chgData name="Sayanti Roy" userId="13325ee0d423e633" providerId="LiveId" clId="{80388DA5-6D2F-46CF-A377-2F70F9F4EBCB}" dt="2026-03-12T17:44:42.524" v="821" actId="20577"/>
          <ac:spMkLst>
            <pc:docMk/>
            <pc:sldMk cId="2521915628" sldId="260"/>
            <ac:spMk id="3" creationId="{CD8808DA-8AEA-871B-7400-7E3FA957FBC3}"/>
          </ac:spMkLst>
        </pc:spChg>
        <pc:spChg chg="add del mod">
          <ac:chgData name="Sayanti Roy" userId="13325ee0d423e633" providerId="LiveId" clId="{80388DA5-6D2F-46CF-A377-2F70F9F4EBCB}" dt="2026-03-12T17:43:46.453" v="787" actId="478"/>
          <ac:spMkLst>
            <pc:docMk/>
            <pc:sldMk cId="2521915628" sldId="260"/>
            <ac:spMk id="5" creationId="{41399456-D217-F88F-0D56-2B31D1F7F567}"/>
          </ac:spMkLst>
        </pc:spChg>
        <pc:spChg chg="add">
          <ac:chgData name="Sayanti Roy" userId="13325ee0d423e633" providerId="LiveId" clId="{80388DA5-6D2F-46CF-A377-2F70F9F4EBCB}" dt="2026-03-12T16:56:06.825" v="134" actId="26606"/>
          <ac:spMkLst>
            <pc:docMk/>
            <pc:sldMk cId="2521915628" sldId="260"/>
            <ac:spMk id="8" creationId="{389575E1-3389-451A-A5F7-27854C25C599}"/>
          </ac:spMkLst>
        </pc:spChg>
        <pc:spChg chg="add mod">
          <ac:chgData name="Sayanti Roy" userId="13325ee0d423e633" providerId="LiveId" clId="{80388DA5-6D2F-46CF-A377-2F70F9F4EBCB}" dt="2026-03-12T17:43:32.013" v="784"/>
          <ac:spMkLst>
            <pc:docMk/>
            <pc:sldMk cId="2521915628" sldId="260"/>
            <ac:spMk id="9" creationId="{68276C0D-B58D-37D2-97AE-93904D9CC088}"/>
          </ac:spMkLst>
        </pc:spChg>
        <pc:spChg chg="add">
          <ac:chgData name="Sayanti Roy" userId="13325ee0d423e633" providerId="LiveId" clId="{80388DA5-6D2F-46CF-A377-2F70F9F4EBCB}" dt="2026-03-12T16:56:06.825" v="134" actId="26606"/>
          <ac:spMkLst>
            <pc:docMk/>
            <pc:sldMk cId="2521915628" sldId="260"/>
            <ac:spMk id="10" creationId="{A53CCC5C-D88E-40FB-B30B-23DCDBD01D37}"/>
          </ac:spMkLst>
        </pc:spChg>
        <pc:spChg chg="add">
          <ac:chgData name="Sayanti Roy" userId="13325ee0d423e633" providerId="LiveId" clId="{80388DA5-6D2F-46CF-A377-2F70F9F4EBCB}" dt="2026-03-12T16:56:06.825" v="134" actId="26606"/>
          <ac:spMkLst>
            <pc:docMk/>
            <pc:sldMk cId="2521915628" sldId="260"/>
            <ac:spMk id="12" creationId="{081E4A58-353D-44AE-B2FC-2A74E2E400F7}"/>
          </ac:spMkLst>
        </pc:spChg>
        <pc:spChg chg="add mod">
          <ac:chgData name="Sayanti Roy" userId="13325ee0d423e633" providerId="LiveId" clId="{80388DA5-6D2F-46CF-A377-2F70F9F4EBCB}" dt="2026-03-12T17:43:32.013" v="784"/>
          <ac:spMkLst>
            <pc:docMk/>
            <pc:sldMk cId="2521915628" sldId="260"/>
            <ac:spMk id="13" creationId="{EE62E349-CD41-63EF-22B2-96DDBC1FF725}"/>
          </ac:spMkLst>
        </pc:spChg>
        <pc:spChg chg="add mod">
          <ac:chgData name="Sayanti Roy" userId="13325ee0d423e633" providerId="LiveId" clId="{80388DA5-6D2F-46CF-A377-2F70F9F4EBCB}" dt="2026-03-12T17:43:32.013" v="784"/>
          <ac:spMkLst>
            <pc:docMk/>
            <pc:sldMk cId="2521915628" sldId="260"/>
            <ac:spMk id="15" creationId="{C7773F5F-C6A2-C782-49A6-0C57F497598F}"/>
          </ac:spMkLst>
        </pc:spChg>
        <pc:spChg chg="add mod">
          <ac:chgData name="Sayanti Roy" userId="13325ee0d423e633" providerId="LiveId" clId="{80388DA5-6D2F-46CF-A377-2F70F9F4EBCB}" dt="2026-03-12T17:43:32.013" v="784"/>
          <ac:spMkLst>
            <pc:docMk/>
            <pc:sldMk cId="2521915628" sldId="260"/>
            <ac:spMk id="16" creationId="{E64B299E-7B7E-3235-A2D8-8B66574C4782}"/>
          </ac:spMkLst>
        </pc:spChg>
        <pc:spChg chg="add mod">
          <ac:chgData name="Sayanti Roy" userId="13325ee0d423e633" providerId="LiveId" clId="{80388DA5-6D2F-46CF-A377-2F70F9F4EBCB}" dt="2026-03-12T17:43:32.013" v="784"/>
          <ac:spMkLst>
            <pc:docMk/>
            <pc:sldMk cId="2521915628" sldId="260"/>
            <ac:spMk id="19" creationId="{FD1DE84F-6112-DC28-1346-5EB164644B86}"/>
          </ac:spMkLst>
        </pc:spChg>
        <pc:spChg chg="add mod">
          <ac:chgData name="Sayanti Roy" userId="13325ee0d423e633" providerId="LiveId" clId="{80388DA5-6D2F-46CF-A377-2F70F9F4EBCB}" dt="2026-03-12T17:43:32.013" v="784"/>
          <ac:spMkLst>
            <pc:docMk/>
            <pc:sldMk cId="2521915628" sldId="260"/>
            <ac:spMk id="20" creationId="{85EFAAD9-C8EF-4B5B-EF77-09537E88D3DF}"/>
          </ac:spMkLst>
        </pc:spChg>
        <pc:spChg chg="add mod">
          <ac:chgData name="Sayanti Roy" userId="13325ee0d423e633" providerId="LiveId" clId="{80388DA5-6D2F-46CF-A377-2F70F9F4EBCB}" dt="2026-03-12T17:43:32.013" v="784"/>
          <ac:spMkLst>
            <pc:docMk/>
            <pc:sldMk cId="2521915628" sldId="260"/>
            <ac:spMk id="24" creationId="{BE2E9C0F-2BA2-0A7C-A20B-3429D1D0DCB9}"/>
          </ac:spMkLst>
        </pc:spChg>
        <pc:spChg chg="add mod">
          <ac:chgData name="Sayanti Roy" userId="13325ee0d423e633" providerId="LiveId" clId="{80388DA5-6D2F-46CF-A377-2F70F9F4EBCB}" dt="2026-03-12T17:43:32.013" v="784"/>
          <ac:spMkLst>
            <pc:docMk/>
            <pc:sldMk cId="2521915628" sldId="260"/>
            <ac:spMk id="28" creationId="{4BF03300-9320-C554-6774-0BC99009C4F6}"/>
          </ac:spMkLst>
        </pc:spChg>
        <pc:spChg chg="add mod">
          <ac:chgData name="Sayanti Roy" userId="13325ee0d423e633" providerId="LiveId" clId="{80388DA5-6D2F-46CF-A377-2F70F9F4EBCB}" dt="2026-03-12T17:43:32.013" v="784"/>
          <ac:spMkLst>
            <pc:docMk/>
            <pc:sldMk cId="2521915628" sldId="260"/>
            <ac:spMk id="30" creationId="{0831FFEB-DBC7-7145-E85D-F34EBCFFC833}"/>
          </ac:spMkLst>
        </pc:spChg>
        <pc:spChg chg="add mod">
          <ac:chgData name="Sayanti Roy" userId="13325ee0d423e633" providerId="LiveId" clId="{80388DA5-6D2F-46CF-A377-2F70F9F4EBCB}" dt="2026-03-12T17:43:32.013" v="784"/>
          <ac:spMkLst>
            <pc:docMk/>
            <pc:sldMk cId="2521915628" sldId="260"/>
            <ac:spMk id="31" creationId="{899A2B42-D8BE-605B-7469-59948C66F264}"/>
          </ac:spMkLst>
        </pc:spChg>
        <pc:spChg chg="add mod">
          <ac:chgData name="Sayanti Roy" userId="13325ee0d423e633" providerId="LiveId" clId="{80388DA5-6D2F-46CF-A377-2F70F9F4EBCB}" dt="2026-03-12T17:43:51.591" v="789"/>
          <ac:spMkLst>
            <pc:docMk/>
            <pc:sldMk cId="2521915628" sldId="260"/>
            <ac:spMk id="35" creationId="{71344C30-DA6D-3B62-6CEA-EF5D50842788}"/>
          </ac:spMkLst>
        </pc:spChg>
        <pc:spChg chg="add mod">
          <ac:chgData name="Sayanti Roy" userId="13325ee0d423e633" providerId="LiveId" clId="{80388DA5-6D2F-46CF-A377-2F70F9F4EBCB}" dt="2026-03-12T17:43:51.591" v="789"/>
          <ac:spMkLst>
            <pc:docMk/>
            <pc:sldMk cId="2521915628" sldId="260"/>
            <ac:spMk id="36" creationId="{F181A4EF-E975-36A8-8C98-89AD990192ED}"/>
          </ac:spMkLst>
        </pc:spChg>
        <pc:spChg chg="add mod">
          <ac:chgData name="Sayanti Roy" userId="13325ee0d423e633" providerId="LiveId" clId="{80388DA5-6D2F-46CF-A377-2F70F9F4EBCB}" dt="2026-03-12T17:43:51.591" v="789"/>
          <ac:spMkLst>
            <pc:docMk/>
            <pc:sldMk cId="2521915628" sldId="260"/>
            <ac:spMk id="37" creationId="{44036363-CDB6-F080-AF84-901E96540002}"/>
          </ac:spMkLst>
        </pc:spChg>
        <pc:spChg chg="add mod">
          <ac:chgData name="Sayanti Roy" userId="13325ee0d423e633" providerId="LiveId" clId="{80388DA5-6D2F-46CF-A377-2F70F9F4EBCB}" dt="2026-03-12T17:43:51.591" v="789"/>
          <ac:spMkLst>
            <pc:docMk/>
            <pc:sldMk cId="2521915628" sldId="260"/>
            <ac:spMk id="41" creationId="{100E126F-2475-7BDC-BB6D-2F20178F7BAB}"/>
          </ac:spMkLst>
        </pc:spChg>
        <pc:spChg chg="add mod">
          <ac:chgData name="Sayanti Roy" userId="13325ee0d423e633" providerId="LiveId" clId="{80388DA5-6D2F-46CF-A377-2F70F9F4EBCB}" dt="2026-03-12T17:43:51.591" v="789"/>
          <ac:spMkLst>
            <pc:docMk/>
            <pc:sldMk cId="2521915628" sldId="260"/>
            <ac:spMk id="46" creationId="{8566059F-4AA6-A8FD-9E37-A2881D7171F0}"/>
          </ac:spMkLst>
        </pc:spChg>
        <pc:spChg chg="add mod">
          <ac:chgData name="Sayanti Roy" userId="13325ee0d423e633" providerId="LiveId" clId="{80388DA5-6D2F-46CF-A377-2F70F9F4EBCB}" dt="2026-03-12T17:43:51.591" v="789"/>
          <ac:spMkLst>
            <pc:docMk/>
            <pc:sldMk cId="2521915628" sldId="260"/>
            <ac:spMk id="48" creationId="{F0618E43-3A6A-7017-5192-4EB3664CC458}"/>
          </ac:spMkLst>
        </pc:spChg>
        <pc:spChg chg="add mod">
          <ac:chgData name="Sayanti Roy" userId="13325ee0d423e633" providerId="LiveId" clId="{80388DA5-6D2F-46CF-A377-2F70F9F4EBCB}" dt="2026-03-12T17:43:51.591" v="789"/>
          <ac:spMkLst>
            <pc:docMk/>
            <pc:sldMk cId="2521915628" sldId="260"/>
            <ac:spMk id="49" creationId="{FBC18F13-820D-9191-49F6-7C6B5E1F399B}"/>
          </ac:spMkLst>
        </pc:spChg>
        <pc:spChg chg="add mod">
          <ac:chgData name="Sayanti Roy" userId="13325ee0d423e633" providerId="LiveId" clId="{80388DA5-6D2F-46CF-A377-2F70F9F4EBCB}" dt="2026-03-12T17:43:51.591" v="789"/>
          <ac:spMkLst>
            <pc:docMk/>
            <pc:sldMk cId="2521915628" sldId="260"/>
            <ac:spMk id="50" creationId="{C369E577-A8EC-ECEC-84C0-772474FD555C}"/>
          </ac:spMkLst>
        </pc:spChg>
        <pc:spChg chg="add mod">
          <ac:chgData name="Sayanti Roy" userId="13325ee0d423e633" providerId="LiveId" clId="{80388DA5-6D2F-46CF-A377-2F70F9F4EBCB}" dt="2026-03-12T17:43:51.591" v="789"/>
          <ac:spMkLst>
            <pc:docMk/>
            <pc:sldMk cId="2521915628" sldId="260"/>
            <ac:spMk id="55" creationId="{7C033CD4-87DE-3367-52B0-C018D5580CEA}"/>
          </ac:spMkLst>
        </pc:spChg>
        <pc:spChg chg="add mod">
          <ac:chgData name="Sayanti Roy" userId="13325ee0d423e633" providerId="LiveId" clId="{80388DA5-6D2F-46CF-A377-2F70F9F4EBCB}" dt="2026-03-12T17:43:51.591" v="789"/>
          <ac:spMkLst>
            <pc:docMk/>
            <pc:sldMk cId="2521915628" sldId="260"/>
            <ac:spMk id="56" creationId="{F6AF8604-52A1-DB18-3D9A-E111C81F2406}"/>
          </ac:spMkLst>
        </pc:spChg>
        <pc:spChg chg="add mod">
          <ac:chgData name="Sayanti Roy" userId="13325ee0d423e633" providerId="LiveId" clId="{80388DA5-6D2F-46CF-A377-2F70F9F4EBCB}" dt="2026-03-12T17:45:27.604" v="823"/>
          <ac:spMkLst>
            <pc:docMk/>
            <pc:sldMk cId="2521915628" sldId="260"/>
            <ac:spMk id="58" creationId="{4449E17C-D252-B1AF-364C-8863FDD5213C}"/>
          </ac:spMkLst>
        </pc:spChg>
        <pc:spChg chg="add mod">
          <ac:chgData name="Sayanti Roy" userId="13325ee0d423e633" providerId="LiveId" clId="{80388DA5-6D2F-46CF-A377-2F70F9F4EBCB}" dt="2026-03-12T17:45:27.604" v="823"/>
          <ac:spMkLst>
            <pc:docMk/>
            <pc:sldMk cId="2521915628" sldId="260"/>
            <ac:spMk id="60" creationId="{301C335B-7623-099E-9402-15329737E058}"/>
          </ac:spMkLst>
        </pc:spChg>
        <pc:spChg chg="add mod">
          <ac:chgData name="Sayanti Roy" userId="13325ee0d423e633" providerId="LiveId" clId="{80388DA5-6D2F-46CF-A377-2F70F9F4EBCB}" dt="2026-03-12T17:45:27.604" v="823"/>
          <ac:spMkLst>
            <pc:docMk/>
            <pc:sldMk cId="2521915628" sldId="260"/>
            <ac:spMk id="63" creationId="{A85C4C17-5B26-50A3-2C50-CB630507A7B9}"/>
          </ac:spMkLst>
        </pc:spChg>
        <pc:spChg chg="add mod">
          <ac:chgData name="Sayanti Roy" userId="13325ee0d423e633" providerId="LiveId" clId="{80388DA5-6D2F-46CF-A377-2F70F9F4EBCB}" dt="2026-03-12T17:45:27.604" v="823"/>
          <ac:spMkLst>
            <pc:docMk/>
            <pc:sldMk cId="2521915628" sldId="260"/>
            <ac:spMk id="65" creationId="{F58C7C6E-CA0E-A76D-E488-ABA211F648B8}"/>
          </ac:spMkLst>
        </pc:spChg>
        <pc:spChg chg="add mod">
          <ac:chgData name="Sayanti Roy" userId="13325ee0d423e633" providerId="LiveId" clId="{80388DA5-6D2F-46CF-A377-2F70F9F4EBCB}" dt="2026-03-12T17:45:27.604" v="823"/>
          <ac:spMkLst>
            <pc:docMk/>
            <pc:sldMk cId="2521915628" sldId="260"/>
            <ac:spMk id="66" creationId="{4A28C207-CBA6-03FA-4C5B-2DB8C03F9FF9}"/>
          </ac:spMkLst>
        </pc:spChg>
        <pc:spChg chg="add mod">
          <ac:chgData name="Sayanti Roy" userId="13325ee0d423e633" providerId="LiveId" clId="{80388DA5-6D2F-46CF-A377-2F70F9F4EBCB}" dt="2026-03-12T17:45:27.604" v="823"/>
          <ac:spMkLst>
            <pc:docMk/>
            <pc:sldMk cId="2521915628" sldId="260"/>
            <ac:spMk id="68" creationId="{02924628-BB47-EB13-0CC7-C2CAF40CDBC8}"/>
          </ac:spMkLst>
        </pc:spChg>
        <pc:spChg chg="add mod">
          <ac:chgData name="Sayanti Roy" userId="13325ee0d423e633" providerId="LiveId" clId="{80388DA5-6D2F-46CF-A377-2F70F9F4EBCB}" dt="2026-03-12T17:45:27.604" v="823"/>
          <ac:spMkLst>
            <pc:docMk/>
            <pc:sldMk cId="2521915628" sldId="260"/>
            <ac:spMk id="72" creationId="{DA9E2AE8-01BF-42D0-39B8-DB0EE7FB40B7}"/>
          </ac:spMkLst>
        </pc:spChg>
        <pc:spChg chg="add mod">
          <ac:chgData name="Sayanti Roy" userId="13325ee0d423e633" providerId="LiveId" clId="{80388DA5-6D2F-46CF-A377-2F70F9F4EBCB}" dt="2026-03-12T17:45:27.604" v="823"/>
          <ac:spMkLst>
            <pc:docMk/>
            <pc:sldMk cId="2521915628" sldId="260"/>
            <ac:spMk id="73" creationId="{B2C2B32F-9B6F-78B8-F7EE-775BA744919D}"/>
          </ac:spMkLst>
        </pc:spChg>
        <pc:spChg chg="add mod">
          <ac:chgData name="Sayanti Roy" userId="13325ee0d423e633" providerId="LiveId" clId="{80388DA5-6D2F-46CF-A377-2F70F9F4EBCB}" dt="2026-03-12T17:45:27.604" v="823"/>
          <ac:spMkLst>
            <pc:docMk/>
            <pc:sldMk cId="2521915628" sldId="260"/>
            <ac:spMk id="75" creationId="{970EC2A3-AEB3-E62A-D874-9033511E3D54}"/>
          </ac:spMkLst>
        </pc:spChg>
        <pc:spChg chg="add mod">
          <ac:chgData name="Sayanti Roy" userId="13325ee0d423e633" providerId="LiveId" clId="{80388DA5-6D2F-46CF-A377-2F70F9F4EBCB}" dt="2026-03-12T17:45:27.604" v="823"/>
          <ac:spMkLst>
            <pc:docMk/>
            <pc:sldMk cId="2521915628" sldId="260"/>
            <ac:spMk id="79" creationId="{F244C088-0908-23A7-086A-A38085986C3B}"/>
          </ac:spMkLst>
        </pc:spChg>
      </pc:sldChg>
      <pc:sldChg chg="addSp modSp new del mod ord setBg modShow">
        <pc:chgData name="Sayanti Roy" userId="13325ee0d423e633" providerId="LiveId" clId="{80388DA5-6D2F-46CF-A377-2F70F9F4EBCB}" dt="2026-03-12T19:59:01.050" v="1885" actId="47"/>
        <pc:sldMkLst>
          <pc:docMk/>
          <pc:sldMk cId="4113694104" sldId="261"/>
        </pc:sldMkLst>
        <pc:spChg chg="mod">
          <ac:chgData name="Sayanti Roy" userId="13325ee0d423e633" providerId="LiveId" clId="{80388DA5-6D2F-46CF-A377-2F70F9F4EBCB}" dt="2026-03-12T16:56:14.904" v="136" actId="26606"/>
          <ac:spMkLst>
            <pc:docMk/>
            <pc:sldMk cId="4113694104" sldId="261"/>
            <ac:spMk id="2" creationId="{F5760BE3-4C53-A503-146E-E232C248FF7A}"/>
          </ac:spMkLst>
        </pc:spChg>
        <pc:spChg chg="mod">
          <ac:chgData name="Sayanti Roy" userId="13325ee0d423e633" providerId="LiveId" clId="{80388DA5-6D2F-46CF-A377-2F70F9F4EBCB}" dt="2026-03-12T16:56:15.078" v="137" actId="27636"/>
          <ac:spMkLst>
            <pc:docMk/>
            <pc:sldMk cId="4113694104" sldId="261"/>
            <ac:spMk id="3" creationId="{A03EF3BD-7E0D-66CD-2ACF-17E84F12ACA8}"/>
          </ac:spMkLst>
        </pc:spChg>
        <pc:spChg chg="add">
          <ac:chgData name="Sayanti Roy" userId="13325ee0d423e633" providerId="LiveId" clId="{80388DA5-6D2F-46CF-A377-2F70F9F4EBCB}" dt="2026-03-12T16:56:14.904" v="136" actId="26606"/>
          <ac:spMkLst>
            <pc:docMk/>
            <pc:sldMk cId="4113694104" sldId="261"/>
            <ac:spMk id="8" creationId="{389575E1-3389-451A-A5F7-27854C25C599}"/>
          </ac:spMkLst>
        </pc:spChg>
        <pc:spChg chg="add">
          <ac:chgData name="Sayanti Roy" userId="13325ee0d423e633" providerId="LiveId" clId="{80388DA5-6D2F-46CF-A377-2F70F9F4EBCB}" dt="2026-03-12T16:56:14.904" v="136" actId="26606"/>
          <ac:spMkLst>
            <pc:docMk/>
            <pc:sldMk cId="4113694104" sldId="261"/>
            <ac:spMk id="10" creationId="{A53CCC5C-D88E-40FB-B30B-23DCDBD01D37}"/>
          </ac:spMkLst>
        </pc:spChg>
        <pc:spChg chg="add">
          <ac:chgData name="Sayanti Roy" userId="13325ee0d423e633" providerId="LiveId" clId="{80388DA5-6D2F-46CF-A377-2F70F9F4EBCB}" dt="2026-03-12T16:56:14.904" v="136" actId="26606"/>
          <ac:spMkLst>
            <pc:docMk/>
            <pc:sldMk cId="4113694104" sldId="261"/>
            <ac:spMk id="12" creationId="{081E4A58-353D-44AE-B2FC-2A74E2E400F7}"/>
          </ac:spMkLst>
        </pc:spChg>
      </pc:sldChg>
      <pc:sldChg chg="addSp modSp new del mod setBg">
        <pc:chgData name="Sayanti Roy" userId="13325ee0d423e633" providerId="LiveId" clId="{80388DA5-6D2F-46CF-A377-2F70F9F4EBCB}" dt="2026-03-12T17:51:04.117" v="895" actId="47"/>
        <pc:sldMkLst>
          <pc:docMk/>
          <pc:sldMk cId="770115701" sldId="262"/>
        </pc:sldMkLst>
        <pc:spChg chg="mod">
          <ac:chgData name="Sayanti Roy" userId="13325ee0d423e633" providerId="LiveId" clId="{80388DA5-6D2F-46CF-A377-2F70F9F4EBCB}" dt="2026-03-12T16:56:20.654" v="138" actId="26606"/>
          <ac:spMkLst>
            <pc:docMk/>
            <pc:sldMk cId="770115701" sldId="262"/>
            <ac:spMk id="2" creationId="{A21F171C-A897-ED28-98E0-DC9FDD5A8326}"/>
          </ac:spMkLst>
        </pc:spChg>
        <pc:spChg chg="mod">
          <ac:chgData name="Sayanti Roy" userId="13325ee0d423e633" providerId="LiveId" clId="{80388DA5-6D2F-46CF-A377-2F70F9F4EBCB}" dt="2026-03-12T17:50:41.766" v="893" actId="27636"/>
          <ac:spMkLst>
            <pc:docMk/>
            <pc:sldMk cId="770115701" sldId="262"/>
            <ac:spMk id="3" creationId="{E1034969-C440-6513-467F-184C9DB9DBA0}"/>
          </ac:spMkLst>
        </pc:spChg>
        <pc:spChg chg="add">
          <ac:chgData name="Sayanti Roy" userId="13325ee0d423e633" providerId="LiveId" clId="{80388DA5-6D2F-46CF-A377-2F70F9F4EBCB}" dt="2026-03-12T16:56:20.654" v="138" actId="26606"/>
          <ac:spMkLst>
            <pc:docMk/>
            <pc:sldMk cId="770115701" sldId="262"/>
            <ac:spMk id="8" creationId="{389575E1-3389-451A-A5F7-27854C25C599}"/>
          </ac:spMkLst>
        </pc:spChg>
        <pc:spChg chg="add">
          <ac:chgData name="Sayanti Roy" userId="13325ee0d423e633" providerId="LiveId" clId="{80388DA5-6D2F-46CF-A377-2F70F9F4EBCB}" dt="2026-03-12T16:56:20.654" v="138" actId="26606"/>
          <ac:spMkLst>
            <pc:docMk/>
            <pc:sldMk cId="770115701" sldId="262"/>
            <ac:spMk id="10" creationId="{A53CCC5C-D88E-40FB-B30B-23DCDBD01D37}"/>
          </ac:spMkLst>
        </pc:spChg>
        <pc:spChg chg="add">
          <ac:chgData name="Sayanti Roy" userId="13325ee0d423e633" providerId="LiveId" clId="{80388DA5-6D2F-46CF-A377-2F70F9F4EBCB}" dt="2026-03-12T16:56:20.654" v="138" actId="26606"/>
          <ac:spMkLst>
            <pc:docMk/>
            <pc:sldMk cId="770115701" sldId="262"/>
            <ac:spMk id="12" creationId="{081E4A58-353D-44AE-B2FC-2A74E2E400F7}"/>
          </ac:spMkLst>
        </pc:spChg>
      </pc:sldChg>
      <pc:sldChg chg="addSp delSp modSp new mod setBg">
        <pc:chgData name="Sayanti Roy" userId="13325ee0d423e633" providerId="LiveId" clId="{80388DA5-6D2F-46CF-A377-2F70F9F4EBCB}" dt="2026-03-12T19:01:34.425" v="1826"/>
        <pc:sldMkLst>
          <pc:docMk/>
          <pc:sldMk cId="678384838" sldId="263"/>
        </pc:sldMkLst>
        <pc:spChg chg="mod">
          <ac:chgData name="Sayanti Roy" userId="13325ee0d423e633" providerId="LiveId" clId="{80388DA5-6D2F-46CF-A377-2F70F9F4EBCB}" dt="2026-03-12T18:53:28.169" v="1799" actId="26606"/>
          <ac:spMkLst>
            <pc:docMk/>
            <pc:sldMk cId="678384838" sldId="263"/>
            <ac:spMk id="2" creationId="{1F722792-BF63-8D12-445C-99CB3613B4E7}"/>
          </ac:spMkLst>
        </pc:spChg>
        <pc:spChg chg="add del mod">
          <ac:chgData name="Sayanti Roy" userId="13325ee0d423e633" providerId="LiveId" clId="{80388DA5-6D2F-46CF-A377-2F70F9F4EBCB}" dt="2026-03-12T17:55:13.605" v="1329" actId="26606"/>
          <ac:spMkLst>
            <pc:docMk/>
            <pc:sldMk cId="678384838" sldId="263"/>
            <ac:spMk id="3" creationId="{77C5FD45-9F7B-4D6C-13C3-7A3EEC959F91}"/>
          </ac:spMkLst>
        </pc:spChg>
        <pc:spChg chg="add del">
          <ac:chgData name="Sayanti Roy" userId="13325ee0d423e633" providerId="LiveId" clId="{80388DA5-6D2F-46CF-A377-2F70F9F4EBCB}" dt="2026-03-12T17:55:13.605" v="1329" actId="26606"/>
          <ac:spMkLst>
            <pc:docMk/>
            <pc:sldMk cId="678384838" sldId="263"/>
            <ac:spMk id="8" creationId="{C2554CA6-288E-4202-BC52-2E5A8F0C0AED}"/>
          </ac:spMkLst>
        </pc:spChg>
        <pc:spChg chg="add del">
          <ac:chgData name="Sayanti Roy" userId="13325ee0d423e633" providerId="LiveId" clId="{80388DA5-6D2F-46CF-A377-2F70F9F4EBCB}" dt="2026-03-12T17:55:13.605" v="1329" actId="26606"/>
          <ac:spMkLst>
            <pc:docMk/>
            <pc:sldMk cId="678384838" sldId="263"/>
            <ac:spMk id="10" creationId="{B10BB131-AC8E-4A8E-A5D1-36260F720C3B}"/>
          </ac:spMkLst>
        </pc:spChg>
        <pc:spChg chg="add del">
          <ac:chgData name="Sayanti Roy" userId="13325ee0d423e633" providerId="LiveId" clId="{80388DA5-6D2F-46CF-A377-2F70F9F4EBCB}" dt="2026-03-12T17:55:13.605" v="1329" actId="26606"/>
          <ac:spMkLst>
            <pc:docMk/>
            <pc:sldMk cId="678384838" sldId="263"/>
            <ac:spMk id="12" creationId="{5B7778FC-632E-4DCA-A7CB-0D7731CCF970}"/>
          </ac:spMkLst>
        </pc:spChg>
        <pc:spChg chg="add del">
          <ac:chgData name="Sayanti Roy" userId="13325ee0d423e633" providerId="LiveId" clId="{80388DA5-6D2F-46CF-A377-2F70F9F4EBCB}" dt="2026-03-12T17:55:13.605" v="1329" actId="26606"/>
          <ac:spMkLst>
            <pc:docMk/>
            <pc:sldMk cId="678384838" sldId="263"/>
            <ac:spMk id="14" creationId="{FA23A907-97FB-4A8F-880A-DD77401C4296}"/>
          </ac:spMkLst>
        </pc:spChg>
        <pc:spChg chg="add del">
          <ac:chgData name="Sayanti Roy" userId="13325ee0d423e633" providerId="LiveId" clId="{80388DA5-6D2F-46CF-A377-2F70F9F4EBCB}" dt="2026-03-12T18:49:59.591" v="1782" actId="26606"/>
          <ac:spMkLst>
            <pc:docMk/>
            <pc:sldMk cId="678384838" sldId="263"/>
            <ac:spMk id="18" creationId="{E51BA4DF-2BD4-4EC2-B1DB-B27C8AC71864}"/>
          </ac:spMkLst>
        </pc:spChg>
        <pc:spChg chg="add del">
          <ac:chgData name="Sayanti Roy" userId="13325ee0d423e633" providerId="LiveId" clId="{80388DA5-6D2F-46CF-A377-2F70F9F4EBCB}" dt="2026-03-12T17:55:06.252" v="1328" actId="26606"/>
          <ac:spMkLst>
            <pc:docMk/>
            <pc:sldMk cId="678384838" sldId="263"/>
            <ac:spMk id="21" creationId="{E51BA4DF-2BD4-4EC2-B1DB-B27C8AC71864}"/>
          </ac:spMkLst>
        </pc:spChg>
        <pc:spChg chg="add del">
          <ac:chgData name="Sayanti Roy" userId="13325ee0d423e633" providerId="LiveId" clId="{80388DA5-6D2F-46CF-A377-2F70F9F4EBCB}" dt="2026-03-12T18:53:28.169" v="1799" actId="26606"/>
          <ac:spMkLst>
            <pc:docMk/>
            <pc:sldMk cId="678384838" sldId="263"/>
            <ac:spMk id="26" creationId="{B50AB553-2A96-4A92-96F2-93548E096954}"/>
          </ac:spMkLst>
        </pc:spChg>
        <pc:spChg chg="add">
          <ac:chgData name="Sayanti Roy" userId="13325ee0d423e633" providerId="LiveId" clId="{80388DA5-6D2F-46CF-A377-2F70F9F4EBCB}" dt="2026-03-12T18:53:28.169" v="1799" actId="26606"/>
          <ac:spMkLst>
            <pc:docMk/>
            <pc:sldMk cId="678384838" sldId="263"/>
            <ac:spMk id="31" creationId="{45D37F4E-DDB4-456B-97E0-9937730A039F}"/>
          </ac:spMkLst>
        </pc:spChg>
        <pc:spChg chg="add">
          <ac:chgData name="Sayanti Roy" userId="13325ee0d423e633" providerId="LiveId" clId="{80388DA5-6D2F-46CF-A377-2F70F9F4EBCB}" dt="2026-03-12T18:53:28.169" v="1799" actId="26606"/>
          <ac:spMkLst>
            <pc:docMk/>
            <pc:sldMk cId="678384838" sldId="263"/>
            <ac:spMk id="33" creationId="{B2DD41CD-8F47-4F56-AD12-4E2FF7696987}"/>
          </ac:spMkLst>
        </pc:spChg>
        <pc:graphicFrameChg chg="add del mod">
          <ac:chgData name="Sayanti Roy" userId="13325ee0d423e633" providerId="LiveId" clId="{80388DA5-6D2F-46CF-A377-2F70F9F4EBCB}" dt="2026-03-12T17:55:06.252" v="1328" actId="26606"/>
          <ac:graphicFrameMkLst>
            <pc:docMk/>
            <pc:sldMk cId="678384838" sldId="263"/>
            <ac:graphicFrameMk id="16" creationId="{0E32447D-1FD4-EAAD-FFCF-D1D2D5947B6A}"/>
          </ac:graphicFrameMkLst>
        </pc:graphicFrameChg>
        <pc:graphicFrameChg chg="add mod modGraphic">
          <ac:chgData name="Sayanti Roy" userId="13325ee0d423e633" providerId="LiveId" clId="{80388DA5-6D2F-46CF-A377-2F70F9F4EBCB}" dt="2026-03-12T19:01:34.425" v="1826"/>
          <ac:graphicFrameMkLst>
            <pc:docMk/>
            <pc:sldMk cId="678384838" sldId="263"/>
            <ac:graphicFrameMk id="20" creationId="{49885DD7-540A-7D47-84B4-48A83B3E0A0E}"/>
          </ac:graphicFrameMkLst>
        </pc:graphicFrameChg>
        <pc:picChg chg="add del">
          <ac:chgData name="Sayanti Roy" userId="13325ee0d423e633" providerId="LiveId" clId="{80388DA5-6D2F-46CF-A377-2F70F9F4EBCB}" dt="2026-03-12T17:55:06.252" v="1328" actId="26606"/>
          <ac:picMkLst>
            <pc:docMk/>
            <pc:sldMk cId="678384838" sldId="263"/>
            <ac:picMk id="17" creationId="{D0530FE9-364D-93AE-A337-243FDF0A9E22}"/>
          </ac:picMkLst>
        </pc:picChg>
        <pc:picChg chg="add del">
          <ac:chgData name="Sayanti Roy" userId="13325ee0d423e633" providerId="LiveId" clId="{80388DA5-6D2F-46CF-A377-2F70F9F4EBCB}" dt="2026-03-12T17:55:17.487" v="1330" actId="478"/>
          <ac:picMkLst>
            <pc:docMk/>
            <pc:sldMk cId="678384838" sldId="263"/>
            <ac:picMk id="19" creationId="{997D9B0D-4E6B-4605-5F6F-BE8F5D280485}"/>
          </ac:picMkLst>
        </pc:picChg>
        <pc:picChg chg="add mod ord">
          <ac:chgData name="Sayanti Roy" userId="13325ee0d423e633" providerId="LiveId" clId="{80388DA5-6D2F-46CF-A377-2F70F9F4EBCB}" dt="2026-03-12T18:53:28.169" v="1799" actId="26606"/>
          <ac:picMkLst>
            <pc:docMk/>
            <pc:sldMk cId="678384838" sldId="263"/>
            <ac:picMk id="22" creationId="{42AA7D29-181E-C048-CA73-21DB9B36D393}"/>
          </ac:picMkLst>
        </pc:picChg>
      </pc:sldChg>
      <pc:sldChg chg="addSp delSp modSp new mod ord setBg">
        <pc:chgData name="Sayanti Roy" userId="13325ee0d423e633" providerId="LiveId" clId="{80388DA5-6D2F-46CF-A377-2F70F9F4EBCB}" dt="2026-03-12T18:19:19.407" v="1388" actId="20577"/>
        <pc:sldMkLst>
          <pc:docMk/>
          <pc:sldMk cId="3092281548" sldId="264"/>
        </pc:sldMkLst>
        <pc:spChg chg="mod">
          <ac:chgData name="Sayanti Roy" userId="13325ee0d423e633" providerId="LiveId" clId="{80388DA5-6D2F-46CF-A377-2F70F9F4EBCB}" dt="2026-03-12T18:19:01.736" v="1387" actId="14100"/>
          <ac:spMkLst>
            <pc:docMk/>
            <pc:sldMk cId="3092281548" sldId="264"/>
            <ac:spMk id="2" creationId="{6E688E9E-24A9-61F2-6AC0-332E5B921378}"/>
          </ac:spMkLst>
        </pc:spChg>
        <pc:spChg chg="add del mod">
          <ac:chgData name="Sayanti Roy" userId="13325ee0d423e633" providerId="LiveId" clId="{80388DA5-6D2F-46CF-A377-2F70F9F4EBCB}" dt="2026-03-12T17:19:33.312" v="496" actId="26606"/>
          <ac:spMkLst>
            <pc:docMk/>
            <pc:sldMk cId="3092281548" sldId="264"/>
            <ac:spMk id="3" creationId="{A294D702-DDC5-4628-67EC-E1E372F019F3}"/>
          </ac:spMkLst>
        </pc:spChg>
        <pc:spChg chg="add del">
          <ac:chgData name="Sayanti Roy" userId="13325ee0d423e633" providerId="LiveId" clId="{80388DA5-6D2F-46CF-A377-2F70F9F4EBCB}" dt="2026-03-12T17:14:43.545" v="391" actId="26606"/>
          <ac:spMkLst>
            <pc:docMk/>
            <pc:sldMk cId="3092281548" sldId="264"/>
            <ac:spMk id="7" creationId="{389575E1-3389-451A-A5F7-27854C25C599}"/>
          </ac:spMkLst>
        </pc:spChg>
        <pc:spChg chg="add del">
          <ac:chgData name="Sayanti Roy" userId="13325ee0d423e633" providerId="LiveId" clId="{80388DA5-6D2F-46CF-A377-2F70F9F4EBCB}" dt="2026-03-12T16:55:28.041" v="125" actId="26606"/>
          <ac:spMkLst>
            <pc:docMk/>
            <pc:sldMk cId="3092281548" sldId="264"/>
            <ac:spMk id="8" creationId="{389575E1-3389-451A-A5F7-27854C25C599}"/>
          </ac:spMkLst>
        </pc:spChg>
        <pc:spChg chg="add del">
          <ac:chgData name="Sayanti Roy" userId="13325ee0d423e633" providerId="LiveId" clId="{80388DA5-6D2F-46CF-A377-2F70F9F4EBCB}" dt="2026-03-12T17:14:43.545" v="391" actId="26606"/>
          <ac:spMkLst>
            <pc:docMk/>
            <pc:sldMk cId="3092281548" sldId="264"/>
            <ac:spMk id="9" creationId="{A53CCC5C-D88E-40FB-B30B-23DCDBD01D37}"/>
          </ac:spMkLst>
        </pc:spChg>
        <pc:spChg chg="add del">
          <ac:chgData name="Sayanti Roy" userId="13325ee0d423e633" providerId="LiveId" clId="{80388DA5-6D2F-46CF-A377-2F70F9F4EBCB}" dt="2026-03-12T16:55:28.041" v="125" actId="26606"/>
          <ac:spMkLst>
            <pc:docMk/>
            <pc:sldMk cId="3092281548" sldId="264"/>
            <ac:spMk id="10" creationId="{A53CCC5C-D88E-40FB-B30B-23DCDBD01D37}"/>
          </ac:spMkLst>
        </pc:spChg>
        <pc:spChg chg="add del">
          <ac:chgData name="Sayanti Roy" userId="13325ee0d423e633" providerId="LiveId" clId="{80388DA5-6D2F-46CF-A377-2F70F9F4EBCB}" dt="2026-03-12T17:14:43.545" v="391" actId="26606"/>
          <ac:spMkLst>
            <pc:docMk/>
            <pc:sldMk cId="3092281548" sldId="264"/>
            <ac:spMk id="11" creationId="{081E4A58-353D-44AE-B2FC-2A74E2E400F7}"/>
          </ac:spMkLst>
        </pc:spChg>
        <pc:spChg chg="add del">
          <ac:chgData name="Sayanti Roy" userId="13325ee0d423e633" providerId="LiveId" clId="{80388DA5-6D2F-46CF-A377-2F70F9F4EBCB}" dt="2026-03-12T16:55:28.041" v="125" actId="26606"/>
          <ac:spMkLst>
            <pc:docMk/>
            <pc:sldMk cId="3092281548" sldId="264"/>
            <ac:spMk id="12" creationId="{081E4A58-353D-44AE-B2FC-2A74E2E400F7}"/>
          </ac:spMkLst>
        </pc:spChg>
        <pc:spChg chg="add mod ord">
          <ac:chgData name="Sayanti Roy" userId="13325ee0d423e633" providerId="LiveId" clId="{80388DA5-6D2F-46CF-A377-2F70F9F4EBCB}" dt="2026-03-12T17:18:08.425" v="450" actId="26606"/>
          <ac:spMkLst>
            <pc:docMk/>
            <pc:sldMk cId="3092281548" sldId="264"/>
            <ac:spMk id="13" creationId="{CCF2D988-24A2-6EB3-8228-08542103D2F6}"/>
          </ac:spMkLst>
        </pc:spChg>
        <pc:spChg chg="add del">
          <ac:chgData name="Sayanti Roy" userId="13325ee0d423e633" providerId="LiveId" clId="{80388DA5-6D2F-46CF-A377-2F70F9F4EBCB}" dt="2026-03-12T16:55:39.206" v="129" actId="26606"/>
          <ac:spMkLst>
            <pc:docMk/>
            <pc:sldMk cId="3092281548" sldId="264"/>
            <ac:spMk id="14" creationId="{B50AB553-2A96-4A92-96F2-93548E096954}"/>
          </ac:spMkLst>
        </pc:spChg>
        <pc:spChg chg="add del mod">
          <ac:chgData name="Sayanti Roy" userId="13325ee0d423e633" providerId="LiveId" clId="{80388DA5-6D2F-46CF-A377-2F70F9F4EBCB}" dt="2026-03-12T17:18:19.725" v="456" actId="478"/>
          <ac:spMkLst>
            <pc:docMk/>
            <pc:sldMk cId="3092281548" sldId="264"/>
            <ac:spMk id="16" creationId="{07AA6AAA-787C-9F98-40AC-E455CE8E0B0A}"/>
          </ac:spMkLst>
        </pc:spChg>
        <pc:spChg chg="add del">
          <ac:chgData name="Sayanti Roy" userId="13325ee0d423e633" providerId="LiveId" clId="{80388DA5-6D2F-46CF-A377-2F70F9F4EBCB}" dt="2026-03-12T17:18:08.425" v="450" actId="26606"/>
          <ac:spMkLst>
            <pc:docMk/>
            <pc:sldMk cId="3092281548" sldId="264"/>
            <ac:spMk id="18" creationId="{4C608BEB-860E-4094-8511-78603564A75E}"/>
          </ac:spMkLst>
        </pc:spChg>
        <pc:spChg chg="add del">
          <ac:chgData name="Sayanti Roy" userId="13325ee0d423e633" providerId="LiveId" clId="{80388DA5-6D2F-46CF-A377-2F70F9F4EBCB}" dt="2026-03-12T17:18:08.425" v="449" actId="26606"/>
          <ac:spMkLst>
            <pc:docMk/>
            <pc:sldMk cId="3092281548" sldId="264"/>
            <ac:spMk id="25" creationId="{4C608BEB-860E-4094-8511-78603564A75E}"/>
          </ac:spMkLst>
        </pc:spChg>
        <pc:spChg chg="add del">
          <ac:chgData name="Sayanti Roy" userId="13325ee0d423e633" providerId="LiveId" clId="{80388DA5-6D2F-46CF-A377-2F70F9F4EBCB}" dt="2026-03-12T17:18:23.732" v="457" actId="26606"/>
          <ac:spMkLst>
            <pc:docMk/>
            <pc:sldMk cId="3092281548" sldId="264"/>
            <ac:spMk id="29" creationId="{4C5D6221-DA7B-4611-AA26-7D8E349FDE96}"/>
          </ac:spMkLst>
        </pc:spChg>
        <pc:spChg chg="add del">
          <ac:chgData name="Sayanti Roy" userId="13325ee0d423e633" providerId="LiveId" clId="{80388DA5-6D2F-46CF-A377-2F70F9F4EBCB}" dt="2026-03-12T17:18:23.732" v="457" actId="26606"/>
          <ac:spMkLst>
            <pc:docMk/>
            <pc:sldMk cId="3092281548" sldId="264"/>
            <ac:spMk id="30" creationId="{E35A04CF-97D4-4FF7-B359-C546B1F62E54}"/>
          </ac:spMkLst>
        </pc:spChg>
        <pc:spChg chg="add del">
          <ac:chgData name="Sayanti Roy" userId="13325ee0d423e633" providerId="LiveId" clId="{80388DA5-6D2F-46CF-A377-2F70F9F4EBCB}" dt="2026-03-12T17:18:23.732" v="457" actId="26606"/>
          <ac:spMkLst>
            <pc:docMk/>
            <pc:sldMk cId="3092281548" sldId="264"/>
            <ac:spMk id="31" creationId="{1DE7243B-5109-444B-8FAF-7437C66BC0E9}"/>
          </ac:spMkLst>
        </pc:spChg>
        <pc:spChg chg="add del">
          <ac:chgData name="Sayanti Roy" userId="13325ee0d423e633" providerId="LiveId" clId="{80388DA5-6D2F-46CF-A377-2F70F9F4EBCB}" dt="2026-03-12T17:19:33.312" v="496" actId="26606"/>
          <ac:spMkLst>
            <pc:docMk/>
            <pc:sldMk cId="3092281548" sldId="264"/>
            <ac:spMk id="36" creationId="{389575E1-3389-451A-A5F7-27854C25C599}"/>
          </ac:spMkLst>
        </pc:spChg>
        <pc:spChg chg="add del">
          <ac:chgData name="Sayanti Roy" userId="13325ee0d423e633" providerId="LiveId" clId="{80388DA5-6D2F-46CF-A377-2F70F9F4EBCB}" dt="2026-03-12T17:19:33.312" v="496" actId="26606"/>
          <ac:spMkLst>
            <pc:docMk/>
            <pc:sldMk cId="3092281548" sldId="264"/>
            <ac:spMk id="38" creationId="{A53CCC5C-D88E-40FB-B30B-23DCDBD01D37}"/>
          </ac:spMkLst>
        </pc:spChg>
        <pc:spChg chg="add del">
          <ac:chgData name="Sayanti Roy" userId="13325ee0d423e633" providerId="LiveId" clId="{80388DA5-6D2F-46CF-A377-2F70F9F4EBCB}" dt="2026-03-12T17:19:33.312" v="496" actId="26606"/>
          <ac:spMkLst>
            <pc:docMk/>
            <pc:sldMk cId="3092281548" sldId="264"/>
            <ac:spMk id="40" creationId="{081E4A58-353D-44AE-B2FC-2A74E2E400F7}"/>
          </ac:spMkLst>
        </pc:spChg>
        <pc:spChg chg="add">
          <ac:chgData name="Sayanti Roy" userId="13325ee0d423e633" providerId="LiveId" clId="{80388DA5-6D2F-46CF-A377-2F70F9F4EBCB}" dt="2026-03-12T17:19:33.312" v="496" actId="26606"/>
          <ac:spMkLst>
            <pc:docMk/>
            <pc:sldMk cId="3092281548" sldId="264"/>
            <ac:spMk id="47" creationId="{B50AB553-2A96-4A92-96F2-93548E096954}"/>
          </ac:spMkLst>
        </pc:spChg>
        <pc:graphicFrameChg chg="add del mod">
          <ac:chgData name="Sayanti Roy" userId="13325ee0d423e633" providerId="LiveId" clId="{80388DA5-6D2F-46CF-A377-2F70F9F4EBCB}" dt="2026-03-12T16:55:39.206" v="129" actId="26606"/>
          <ac:graphicFrameMkLst>
            <pc:docMk/>
            <pc:sldMk cId="3092281548" sldId="264"/>
            <ac:graphicFrameMk id="5" creationId="{6692E91C-9904-D0DB-52B0-2E588B7E7CE0}"/>
          </ac:graphicFrameMkLst>
        </pc:graphicFrameChg>
        <pc:graphicFrameChg chg="add mod modGraphic">
          <ac:chgData name="Sayanti Roy" userId="13325ee0d423e633" providerId="LiveId" clId="{80388DA5-6D2F-46CF-A377-2F70F9F4EBCB}" dt="2026-03-12T18:19:19.407" v="1388" actId="20577"/>
          <ac:graphicFrameMkLst>
            <pc:docMk/>
            <pc:sldMk cId="3092281548" sldId="264"/>
            <ac:graphicFrameMk id="42" creationId="{57F8A53F-23E4-853A-ED9C-81DFEE02102B}"/>
          </ac:graphicFrameMkLst>
        </pc:graphicFrameChg>
        <pc:picChg chg="add del">
          <ac:chgData name="Sayanti Roy" userId="13325ee0d423e633" providerId="LiveId" clId="{80388DA5-6D2F-46CF-A377-2F70F9F4EBCB}" dt="2026-03-12T16:55:39.206" v="129" actId="26606"/>
          <ac:picMkLst>
            <pc:docMk/>
            <pc:sldMk cId="3092281548" sldId="264"/>
            <ac:picMk id="6" creationId="{75CB9E36-C905-E12A-ABCE-D24B2D8A5657}"/>
          </ac:picMkLst>
        </pc:picChg>
        <pc:picChg chg="add">
          <ac:chgData name="Sayanti Roy" userId="13325ee0d423e633" providerId="LiveId" clId="{80388DA5-6D2F-46CF-A377-2F70F9F4EBCB}" dt="2026-03-12T17:19:33.312" v="496" actId="26606"/>
          <ac:picMkLst>
            <pc:docMk/>
            <pc:sldMk cId="3092281548" sldId="264"/>
            <ac:picMk id="43" creationId="{FBCD4C21-D246-025A-9F96-C8F68D5901C5}"/>
          </ac:picMkLst>
        </pc:picChg>
        <pc:cxnChg chg="add del">
          <ac:chgData name="Sayanti Roy" userId="13325ee0d423e633" providerId="LiveId" clId="{80388DA5-6D2F-46CF-A377-2F70F9F4EBCB}" dt="2026-03-12T17:18:08.425" v="450" actId="26606"/>
          <ac:cxnSpMkLst>
            <pc:docMk/>
            <pc:sldMk cId="3092281548" sldId="264"/>
            <ac:cxnSpMk id="20" creationId="{1F16A8D4-FE87-4604-88B2-394B5D1EB437}"/>
          </ac:cxnSpMkLst>
        </pc:cxnChg>
        <pc:cxnChg chg="add del">
          <ac:chgData name="Sayanti Roy" userId="13325ee0d423e633" providerId="LiveId" clId="{80388DA5-6D2F-46CF-A377-2F70F9F4EBCB}" dt="2026-03-12T17:18:08.425" v="449" actId="26606"/>
          <ac:cxnSpMkLst>
            <pc:docMk/>
            <pc:sldMk cId="3092281548" sldId="264"/>
            <ac:cxnSpMk id="27" creationId="{1F16A8D4-FE87-4604-88B2-394B5D1EB437}"/>
          </ac:cxnSpMkLst>
        </pc:cxnChg>
      </pc:sldChg>
      <pc:sldChg chg="addSp delSp modSp new mod ord setBg">
        <pc:chgData name="Sayanti Roy" userId="13325ee0d423e633" providerId="LiveId" clId="{80388DA5-6D2F-46CF-A377-2F70F9F4EBCB}" dt="2026-03-12T18:24:48.213" v="1414" actId="404"/>
        <pc:sldMkLst>
          <pc:docMk/>
          <pc:sldMk cId="3541282384" sldId="265"/>
        </pc:sldMkLst>
        <pc:spChg chg="mod">
          <ac:chgData name="Sayanti Roy" userId="13325ee0d423e633" providerId="LiveId" clId="{80388DA5-6D2F-46CF-A377-2F70F9F4EBCB}" dt="2026-03-12T17:32:05.841" v="726" actId="26606"/>
          <ac:spMkLst>
            <pc:docMk/>
            <pc:sldMk cId="3541282384" sldId="265"/>
            <ac:spMk id="2" creationId="{78184D9C-A84F-E9D8-D6BF-7012D35E476D}"/>
          </ac:spMkLst>
        </pc:spChg>
        <pc:spChg chg="del mod">
          <ac:chgData name="Sayanti Roy" userId="13325ee0d423e633" providerId="LiveId" clId="{80388DA5-6D2F-46CF-A377-2F70F9F4EBCB}" dt="2026-03-12T17:21:02.591" v="525" actId="26606"/>
          <ac:spMkLst>
            <pc:docMk/>
            <pc:sldMk cId="3541282384" sldId="265"/>
            <ac:spMk id="3" creationId="{60FA5C3B-C25B-A2C9-FCF9-872803519A42}"/>
          </ac:spMkLst>
        </pc:spChg>
        <pc:spChg chg="add del">
          <ac:chgData name="Sayanti Roy" userId="13325ee0d423e633" providerId="LiveId" clId="{80388DA5-6D2F-46CF-A377-2F70F9F4EBCB}" dt="2026-03-12T17:21:21.579" v="530" actId="26606"/>
          <ac:spMkLst>
            <pc:docMk/>
            <pc:sldMk cId="3541282384" sldId="265"/>
            <ac:spMk id="10" creationId="{B50AB553-2A96-4A92-96F2-93548E096954}"/>
          </ac:spMkLst>
        </pc:spChg>
        <pc:spChg chg="add del">
          <ac:chgData name="Sayanti Roy" userId="13325ee0d423e633" providerId="LiveId" clId="{80388DA5-6D2F-46CF-A377-2F70F9F4EBCB}" dt="2026-03-12T17:21:19.827" v="527" actId="26606"/>
          <ac:spMkLst>
            <pc:docMk/>
            <pc:sldMk cId="3541282384" sldId="265"/>
            <ac:spMk id="15" creationId="{B50AB553-2A96-4A92-96F2-93548E096954}"/>
          </ac:spMkLst>
        </pc:spChg>
        <pc:spChg chg="add del">
          <ac:chgData name="Sayanti Roy" userId="13325ee0d423e633" providerId="LiveId" clId="{80388DA5-6D2F-46CF-A377-2F70F9F4EBCB}" dt="2026-03-12T17:21:21.517" v="529" actId="26606"/>
          <ac:spMkLst>
            <pc:docMk/>
            <pc:sldMk cId="3541282384" sldId="265"/>
            <ac:spMk id="17" creationId="{B50AB553-2A96-4A92-96F2-93548E096954}"/>
          </ac:spMkLst>
        </pc:spChg>
        <pc:spChg chg="add del">
          <ac:chgData name="Sayanti Roy" userId="13325ee0d423e633" providerId="LiveId" clId="{80388DA5-6D2F-46CF-A377-2F70F9F4EBCB}" dt="2026-03-12T17:23:04.841" v="555" actId="26606"/>
          <ac:spMkLst>
            <pc:docMk/>
            <pc:sldMk cId="3541282384" sldId="265"/>
            <ac:spMk id="19" creationId="{B50AB553-2A96-4A92-96F2-93548E096954}"/>
          </ac:spMkLst>
        </pc:spChg>
        <pc:spChg chg="add del">
          <ac:chgData name="Sayanti Roy" userId="13325ee0d423e633" providerId="LiveId" clId="{80388DA5-6D2F-46CF-A377-2F70F9F4EBCB}" dt="2026-03-12T17:31:49.418" v="721" actId="26606"/>
          <ac:spMkLst>
            <pc:docMk/>
            <pc:sldMk cId="3541282384" sldId="265"/>
            <ac:spMk id="24" creationId="{B50AB553-2A96-4A92-96F2-93548E096954}"/>
          </ac:spMkLst>
        </pc:spChg>
        <pc:spChg chg="add del">
          <ac:chgData name="Sayanti Roy" userId="13325ee0d423e633" providerId="LiveId" clId="{80388DA5-6D2F-46CF-A377-2F70F9F4EBCB}" dt="2026-03-12T17:32:05.841" v="726" actId="26606"/>
          <ac:spMkLst>
            <pc:docMk/>
            <pc:sldMk cId="3541282384" sldId="265"/>
            <ac:spMk id="29" creationId="{2EB492CD-616E-47F8-933B-5E2D952A0593}"/>
          </ac:spMkLst>
        </pc:spChg>
        <pc:spChg chg="add del">
          <ac:chgData name="Sayanti Roy" userId="13325ee0d423e633" providerId="LiveId" clId="{80388DA5-6D2F-46CF-A377-2F70F9F4EBCB}" dt="2026-03-12T17:32:05.841" v="726" actId="26606"/>
          <ac:spMkLst>
            <pc:docMk/>
            <pc:sldMk cId="3541282384" sldId="265"/>
            <ac:spMk id="31" creationId="{59383CF9-23B5-4335-9B21-1791C4CF1C75}"/>
          </ac:spMkLst>
        </pc:spChg>
        <pc:spChg chg="add del">
          <ac:chgData name="Sayanti Roy" userId="13325ee0d423e633" providerId="LiveId" clId="{80388DA5-6D2F-46CF-A377-2F70F9F4EBCB}" dt="2026-03-12T17:32:05.841" v="726" actId="26606"/>
          <ac:spMkLst>
            <pc:docMk/>
            <pc:sldMk cId="3541282384" sldId="265"/>
            <ac:spMk id="33" creationId="{0007FE00-9498-4706-B255-6437B0252C02}"/>
          </ac:spMkLst>
        </pc:spChg>
        <pc:spChg chg="add">
          <ac:chgData name="Sayanti Roy" userId="13325ee0d423e633" providerId="LiveId" clId="{80388DA5-6D2F-46CF-A377-2F70F9F4EBCB}" dt="2026-03-12T17:32:05.841" v="726" actId="26606"/>
          <ac:spMkLst>
            <pc:docMk/>
            <pc:sldMk cId="3541282384" sldId="265"/>
            <ac:spMk id="39" creationId="{B50AB553-2A96-4A92-96F2-93548E096954}"/>
          </ac:spMkLst>
        </pc:spChg>
        <pc:graphicFrameChg chg="add mod modGraphic">
          <ac:chgData name="Sayanti Roy" userId="13325ee0d423e633" providerId="LiveId" clId="{80388DA5-6D2F-46CF-A377-2F70F9F4EBCB}" dt="2026-03-12T18:24:48.213" v="1414" actId="404"/>
          <ac:graphicFrameMkLst>
            <pc:docMk/>
            <pc:sldMk cId="3541282384" sldId="265"/>
            <ac:graphicFrameMk id="5" creationId="{E856C262-27A7-830E-869A-EB633CFFC181}"/>
          </ac:graphicFrameMkLst>
        </pc:graphicFrameChg>
        <pc:picChg chg="add del mod ord">
          <ac:chgData name="Sayanti Roy" userId="13325ee0d423e633" providerId="LiveId" clId="{80388DA5-6D2F-46CF-A377-2F70F9F4EBCB}" dt="2026-03-12T17:31:53.237" v="722" actId="478"/>
          <ac:picMkLst>
            <pc:docMk/>
            <pc:sldMk cId="3541282384" sldId="265"/>
            <ac:picMk id="6" creationId="{5EFAEB39-E1AA-0709-B393-36B6886715B8}"/>
          </ac:picMkLst>
        </pc:picChg>
        <pc:picChg chg="add">
          <ac:chgData name="Sayanti Roy" userId="13325ee0d423e633" providerId="LiveId" clId="{80388DA5-6D2F-46CF-A377-2F70F9F4EBCB}" dt="2026-03-12T17:32:05.841" v="726" actId="26606"/>
          <ac:picMkLst>
            <pc:docMk/>
            <pc:sldMk cId="3541282384" sldId="265"/>
            <ac:picMk id="35" creationId="{994EE128-665C-0A2C-8535-2DDFFC0B2BED}"/>
          </ac:picMkLst>
        </pc:picChg>
      </pc:sldChg>
      <pc:sldChg chg="addSp delSp modSp new mod setBg">
        <pc:chgData name="Sayanti Roy" userId="13325ee0d423e633" providerId="LiveId" clId="{80388DA5-6D2F-46CF-A377-2F70F9F4EBCB}" dt="2026-03-12T19:28:38.648" v="1851" actId="404"/>
        <pc:sldMkLst>
          <pc:docMk/>
          <pc:sldMk cId="2713825516" sldId="266"/>
        </pc:sldMkLst>
        <pc:spChg chg="mod">
          <ac:chgData name="Sayanti Roy" userId="13325ee0d423e633" providerId="LiveId" clId="{80388DA5-6D2F-46CF-A377-2F70F9F4EBCB}" dt="2026-03-12T17:30:02.294" v="680" actId="26606"/>
          <ac:spMkLst>
            <pc:docMk/>
            <pc:sldMk cId="2713825516" sldId="266"/>
            <ac:spMk id="2" creationId="{EBAA4C14-5527-0328-5DEE-4B7C3C1D776C}"/>
          </ac:spMkLst>
        </pc:spChg>
        <pc:spChg chg="del mod">
          <ac:chgData name="Sayanti Roy" userId="13325ee0d423e633" providerId="LiveId" clId="{80388DA5-6D2F-46CF-A377-2F70F9F4EBCB}" dt="2026-03-12T17:30:02.294" v="680" actId="26606"/>
          <ac:spMkLst>
            <pc:docMk/>
            <pc:sldMk cId="2713825516" sldId="266"/>
            <ac:spMk id="3" creationId="{EAD51DFB-5E8C-973A-FB34-EFAC57B4E478}"/>
          </ac:spMkLst>
        </pc:spChg>
        <pc:spChg chg="add">
          <ac:chgData name="Sayanti Roy" userId="13325ee0d423e633" providerId="LiveId" clId="{80388DA5-6D2F-46CF-A377-2F70F9F4EBCB}" dt="2026-03-12T17:30:02.294" v="680" actId="26606"/>
          <ac:spMkLst>
            <pc:docMk/>
            <pc:sldMk cId="2713825516" sldId="266"/>
            <ac:spMk id="10" creationId="{B50AB553-2A96-4A92-96F2-93548E096954}"/>
          </ac:spMkLst>
        </pc:spChg>
        <pc:graphicFrameChg chg="add mod modGraphic">
          <ac:chgData name="Sayanti Roy" userId="13325ee0d423e633" providerId="LiveId" clId="{80388DA5-6D2F-46CF-A377-2F70F9F4EBCB}" dt="2026-03-12T19:28:38.648" v="1851" actId="404"/>
          <ac:graphicFrameMkLst>
            <pc:docMk/>
            <pc:sldMk cId="2713825516" sldId="266"/>
            <ac:graphicFrameMk id="5" creationId="{EF00178E-9F10-6B62-EA98-A6D3C4A66763}"/>
          </ac:graphicFrameMkLst>
        </pc:graphicFrameChg>
        <pc:picChg chg="add">
          <ac:chgData name="Sayanti Roy" userId="13325ee0d423e633" providerId="LiveId" clId="{80388DA5-6D2F-46CF-A377-2F70F9F4EBCB}" dt="2026-03-12T17:30:02.294" v="680" actId="26606"/>
          <ac:picMkLst>
            <pc:docMk/>
            <pc:sldMk cId="2713825516" sldId="266"/>
            <ac:picMk id="6" creationId="{DD0C2963-4030-4C28-3A7E-137B4A4B622F}"/>
          </ac:picMkLst>
        </pc:picChg>
      </pc:sldChg>
      <pc:sldChg chg="addSp delSp modSp new add del mod setBg">
        <pc:chgData name="Sayanti Roy" userId="13325ee0d423e633" providerId="LiveId" clId="{80388DA5-6D2F-46CF-A377-2F70F9F4EBCB}" dt="2026-03-12T18:42:02.452" v="1678" actId="27636"/>
        <pc:sldMkLst>
          <pc:docMk/>
          <pc:sldMk cId="343823898" sldId="267"/>
        </pc:sldMkLst>
        <pc:spChg chg="add del mod">
          <ac:chgData name="Sayanti Roy" userId="13325ee0d423e633" providerId="LiveId" clId="{80388DA5-6D2F-46CF-A377-2F70F9F4EBCB}" dt="2026-03-12T18:42:02.452" v="1678" actId="27636"/>
          <ac:spMkLst>
            <pc:docMk/>
            <pc:sldMk cId="343823898" sldId="267"/>
            <ac:spMk id="2" creationId="{D77C1359-18AD-5615-E218-D468F23C745C}"/>
          </ac:spMkLst>
        </pc:spChg>
        <pc:spChg chg="add del mod">
          <ac:chgData name="Sayanti Roy" userId="13325ee0d423e633" providerId="LiveId" clId="{80388DA5-6D2F-46CF-A377-2F70F9F4EBCB}" dt="2026-03-12T18:39:58.351" v="1584" actId="478"/>
          <ac:spMkLst>
            <pc:docMk/>
            <pc:sldMk cId="343823898" sldId="267"/>
            <ac:spMk id="3" creationId="{F6F9F48F-FDF7-F687-6686-9D4BA6A1DF11}"/>
          </ac:spMkLst>
        </pc:spChg>
        <pc:spChg chg="add mod">
          <ac:chgData name="Sayanti Roy" userId="13325ee0d423e633" providerId="LiveId" clId="{80388DA5-6D2F-46CF-A377-2F70F9F4EBCB}" dt="2026-03-12T17:46:05.355" v="836"/>
          <ac:spMkLst>
            <pc:docMk/>
            <pc:sldMk cId="343823898" sldId="267"/>
            <ac:spMk id="5" creationId="{A067EF69-247F-6FFE-ECA0-0C03D2E280CF}"/>
          </ac:spMkLst>
        </pc:spChg>
        <pc:spChg chg="add mod">
          <ac:chgData name="Sayanti Roy" userId="13325ee0d423e633" providerId="LiveId" clId="{80388DA5-6D2F-46CF-A377-2F70F9F4EBCB}" dt="2026-03-12T17:45:43.605" v="833"/>
          <ac:spMkLst>
            <pc:docMk/>
            <pc:sldMk cId="343823898" sldId="267"/>
            <ac:spMk id="6" creationId="{AB9C37E0-71C1-7D30-D05C-F1C2FBB2B9AC}"/>
          </ac:spMkLst>
        </pc:spChg>
        <pc:spChg chg="add mod">
          <ac:chgData name="Sayanti Roy" userId="13325ee0d423e633" providerId="LiveId" clId="{80388DA5-6D2F-46CF-A377-2F70F9F4EBCB}" dt="2026-03-12T17:45:43.605" v="833"/>
          <ac:spMkLst>
            <pc:docMk/>
            <pc:sldMk cId="343823898" sldId="267"/>
            <ac:spMk id="7" creationId="{AD32261A-1946-8FD6-5BAC-4576DAD4D0D2}"/>
          </ac:spMkLst>
        </pc:spChg>
        <pc:spChg chg="mod">
          <ac:chgData name="Sayanti Roy" userId="13325ee0d423e633" providerId="LiveId" clId="{80388DA5-6D2F-46CF-A377-2F70F9F4EBCB}" dt="2026-03-12T17:46:05.355" v="836"/>
          <ac:spMkLst>
            <pc:docMk/>
            <pc:sldMk cId="343823898" sldId="267"/>
            <ac:spMk id="9" creationId="{2AA81309-C04A-9705-24C1-1C2318566CB2}"/>
          </ac:spMkLst>
        </pc:spChg>
        <pc:spChg chg="add mod">
          <ac:chgData name="Sayanti Roy" userId="13325ee0d423e633" providerId="LiveId" clId="{80388DA5-6D2F-46CF-A377-2F70F9F4EBCB}" dt="2026-03-12T17:45:43.605" v="833"/>
          <ac:spMkLst>
            <pc:docMk/>
            <pc:sldMk cId="343823898" sldId="267"/>
            <ac:spMk id="10" creationId="{53C725F2-BB7E-7EB5-EFFD-C5F4594974CB}"/>
          </ac:spMkLst>
        </pc:spChg>
        <pc:spChg chg="add mod">
          <ac:chgData name="Sayanti Roy" userId="13325ee0d423e633" providerId="LiveId" clId="{80388DA5-6D2F-46CF-A377-2F70F9F4EBCB}" dt="2026-03-12T17:46:05.355" v="836"/>
          <ac:spMkLst>
            <pc:docMk/>
            <pc:sldMk cId="343823898" sldId="267"/>
            <ac:spMk id="11" creationId="{92B7FA5A-3C7A-6177-8D4B-8714B33C34C7}"/>
          </ac:spMkLst>
        </pc:spChg>
        <pc:spChg chg="mod">
          <ac:chgData name="Sayanti Roy" userId="13325ee0d423e633" providerId="LiveId" clId="{80388DA5-6D2F-46CF-A377-2F70F9F4EBCB}" dt="2026-03-12T17:46:05.355" v="836"/>
          <ac:spMkLst>
            <pc:docMk/>
            <pc:sldMk cId="343823898" sldId="267"/>
            <ac:spMk id="14" creationId="{56BDD304-EC44-7986-FBA2-061A12EB6D87}"/>
          </ac:spMkLst>
        </pc:spChg>
        <pc:spChg chg="add mod">
          <ac:chgData name="Sayanti Roy" userId="13325ee0d423e633" providerId="LiveId" clId="{80388DA5-6D2F-46CF-A377-2F70F9F4EBCB}" dt="2026-03-12T17:46:05.355" v="836"/>
          <ac:spMkLst>
            <pc:docMk/>
            <pc:sldMk cId="343823898" sldId="267"/>
            <ac:spMk id="16" creationId="{F387AC82-5454-0E08-CB36-F8CB80C96338}"/>
          </ac:spMkLst>
        </pc:spChg>
        <pc:spChg chg="mod">
          <ac:chgData name="Sayanti Roy" userId="13325ee0d423e633" providerId="LiveId" clId="{80388DA5-6D2F-46CF-A377-2F70F9F4EBCB}" dt="2026-03-12T17:46:05.355" v="836"/>
          <ac:spMkLst>
            <pc:docMk/>
            <pc:sldMk cId="343823898" sldId="267"/>
            <ac:spMk id="17" creationId="{3A13697A-E8E6-73B1-69B9-57279BE3A9F5}"/>
          </ac:spMkLst>
        </pc:spChg>
        <pc:spChg chg="mod">
          <ac:chgData name="Sayanti Roy" userId="13325ee0d423e633" providerId="LiveId" clId="{80388DA5-6D2F-46CF-A377-2F70F9F4EBCB}" dt="2026-03-12T17:46:05.355" v="836"/>
          <ac:spMkLst>
            <pc:docMk/>
            <pc:sldMk cId="343823898" sldId="267"/>
            <ac:spMk id="19" creationId="{0978C9FD-AD15-A4B4-D015-5B7943F51B98}"/>
          </ac:spMkLst>
        </pc:spChg>
        <pc:spChg chg="add mod">
          <ac:chgData name="Sayanti Roy" userId="13325ee0d423e633" providerId="LiveId" clId="{80388DA5-6D2F-46CF-A377-2F70F9F4EBCB}" dt="2026-03-12T17:45:43.605" v="833"/>
          <ac:spMkLst>
            <pc:docMk/>
            <pc:sldMk cId="343823898" sldId="267"/>
            <ac:spMk id="20" creationId="{D373BBF2-066F-956D-E79B-54C718D87E30}"/>
          </ac:spMkLst>
        </pc:spChg>
        <pc:spChg chg="mod">
          <ac:chgData name="Sayanti Roy" userId="13325ee0d423e633" providerId="LiveId" clId="{80388DA5-6D2F-46CF-A377-2F70F9F4EBCB}" dt="2026-03-12T17:46:05.355" v="836"/>
          <ac:spMkLst>
            <pc:docMk/>
            <pc:sldMk cId="343823898" sldId="267"/>
            <ac:spMk id="21" creationId="{A5B95C20-59C3-AB7A-E9CD-3637CA241263}"/>
          </ac:spMkLst>
        </pc:spChg>
        <pc:spChg chg="add mod">
          <ac:chgData name="Sayanti Roy" userId="13325ee0d423e633" providerId="LiveId" clId="{80388DA5-6D2F-46CF-A377-2F70F9F4EBCB}" dt="2026-03-12T17:45:43.605" v="833"/>
          <ac:spMkLst>
            <pc:docMk/>
            <pc:sldMk cId="343823898" sldId="267"/>
            <ac:spMk id="24" creationId="{F02C841C-87E1-E294-4701-EC2FBBDA3321}"/>
          </ac:spMkLst>
        </pc:spChg>
        <pc:spChg chg="add mod">
          <ac:chgData name="Sayanti Roy" userId="13325ee0d423e633" providerId="LiveId" clId="{80388DA5-6D2F-46CF-A377-2F70F9F4EBCB}" dt="2026-03-12T17:46:05.355" v="836"/>
          <ac:spMkLst>
            <pc:docMk/>
            <pc:sldMk cId="343823898" sldId="267"/>
            <ac:spMk id="26" creationId="{9F605B82-0963-0C59-AB29-32E2AA055DFE}"/>
          </ac:spMkLst>
        </pc:spChg>
        <pc:spChg chg="add mod">
          <ac:chgData name="Sayanti Roy" userId="13325ee0d423e633" providerId="LiveId" clId="{80388DA5-6D2F-46CF-A377-2F70F9F4EBCB}" dt="2026-03-12T17:45:43.605" v="833"/>
          <ac:spMkLst>
            <pc:docMk/>
            <pc:sldMk cId="343823898" sldId="267"/>
            <ac:spMk id="27" creationId="{9ACC3F1F-9890-7F0F-2823-FF7E5715F138}"/>
          </ac:spMkLst>
        </pc:spChg>
        <pc:spChg chg="add del">
          <ac:chgData name="Sayanti Roy" userId="13325ee0d423e633" providerId="LiveId" clId="{80388DA5-6D2F-46CF-A377-2F70F9F4EBCB}" dt="2026-03-12T18:40:06.919" v="1585" actId="26606"/>
          <ac:spMkLst>
            <pc:docMk/>
            <pc:sldMk cId="343823898" sldId="267"/>
            <ac:spMk id="33" creationId="{E81BF4F6-F2CF-4984-9D14-D6966D92F99F}"/>
          </ac:spMkLst>
        </pc:spChg>
        <pc:spChg chg="add del">
          <ac:chgData name="Sayanti Roy" userId="13325ee0d423e633" providerId="LiveId" clId="{80388DA5-6D2F-46CF-A377-2F70F9F4EBCB}" dt="2026-03-12T18:41:02.185" v="1655" actId="26606"/>
          <ac:spMkLst>
            <pc:docMk/>
            <pc:sldMk cId="343823898" sldId="267"/>
            <ac:spMk id="38" creationId="{A4AC5506-6312-4701-8D3C-40187889A947}"/>
          </ac:spMkLst>
        </pc:spChg>
        <pc:spChg chg="add">
          <ac:chgData name="Sayanti Roy" userId="13325ee0d423e633" providerId="LiveId" clId="{80388DA5-6D2F-46CF-A377-2F70F9F4EBCB}" dt="2026-03-12T18:41:02.185" v="1655" actId="26606"/>
          <ac:spMkLst>
            <pc:docMk/>
            <pc:sldMk cId="343823898" sldId="267"/>
            <ac:spMk id="43" creationId="{5F637E18-EF26-4327-9077-7FFC67B98B96}"/>
          </ac:spMkLst>
        </pc:spChg>
        <pc:spChg chg="add">
          <ac:chgData name="Sayanti Roy" userId="13325ee0d423e633" providerId="LiveId" clId="{80388DA5-6D2F-46CF-A377-2F70F9F4EBCB}" dt="2026-03-12T18:41:02.185" v="1655" actId="26606"/>
          <ac:spMkLst>
            <pc:docMk/>
            <pc:sldMk cId="343823898" sldId="267"/>
            <ac:spMk id="45" creationId="{3EED6667-6BE8-A2AB-422A-5A1D89727E35}"/>
          </ac:spMkLst>
        </pc:spChg>
        <pc:graphicFrameChg chg="add mod modGraphic">
          <ac:chgData name="Sayanti Roy" userId="13325ee0d423e633" providerId="LiveId" clId="{80388DA5-6D2F-46CF-A377-2F70F9F4EBCB}" dt="2026-03-12T18:41:02.185" v="1655" actId="26606"/>
          <ac:graphicFrameMkLst>
            <pc:docMk/>
            <pc:sldMk cId="343823898" sldId="267"/>
            <ac:graphicFrameMk id="28" creationId="{544A5BA2-F721-5169-2DCE-BC80EB29F3DF}"/>
          </ac:graphicFrameMkLst>
        </pc:graphicFrameChg>
      </pc:sldChg>
      <pc:sldChg chg="addSp delSp modSp new mod setBg">
        <pc:chgData name="Sayanti Roy" userId="13325ee0d423e633" providerId="LiveId" clId="{80388DA5-6D2F-46CF-A377-2F70F9F4EBCB}" dt="2026-03-12T18:43:10.436" v="1683" actId="14100"/>
        <pc:sldMkLst>
          <pc:docMk/>
          <pc:sldMk cId="2633777250" sldId="268"/>
        </pc:sldMkLst>
        <pc:spChg chg="del">
          <ac:chgData name="Sayanti Roy" userId="13325ee0d423e633" providerId="LiveId" clId="{80388DA5-6D2F-46CF-A377-2F70F9F4EBCB}" dt="2026-03-12T17:51:48.607" v="896" actId="478"/>
          <ac:spMkLst>
            <pc:docMk/>
            <pc:sldMk cId="2633777250" sldId="268"/>
            <ac:spMk id="2" creationId="{CDDB6A94-4844-92FC-DBDA-D82C105B4493}"/>
          </ac:spMkLst>
        </pc:spChg>
        <pc:spChg chg="del mod">
          <ac:chgData name="Sayanti Roy" userId="13325ee0d423e633" providerId="LiveId" clId="{80388DA5-6D2F-46CF-A377-2F70F9F4EBCB}" dt="2026-03-12T18:42:28.045" v="1679" actId="26606"/>
          <ac:spMkLst>
            <pc:docMk/>
            <pc:sldMk cId="2633777250" sldId="268"/>
            <ac:spMk id="3" creationId="{7DE70546-A1A2-361E-3BDE-9F6275E49599}"/>
          </ac:spMkLst>
        </pc:spChg>
        <pc:spChg chg="add">
          <ac:chgData name="Sayanti Roy" userId="13325ee0d423e633" providerId="LiveId" clId="{80388DA5-6D2F-46CF-A377-2F70F9F4EBCB}" dt="2026-03-12T18:42:28.045" v="1679" actId="26606"/>
          <ac:spMkLst>
            <pc:docMk/>
            <pc:sldMk cId="2633777250" sldId="268"/>
            <ac:spMk id="8" creationId="{B50AB553-2A96-4A92-96F2-93548E096954}"/>
          </ac:spMkLst>
        </pc:spChg>
        <pc:spChg chg="add del">
          <ac:chgData name="Sayanti Roy" userId="13325ee0d423e633" providerId="LiveId" clId="{80388DA5-6D2F-46CF-A377-2F70F9F4EBCB}" dt="2026-03-12T17:52:09.109" v="905" actId="26606"/>
          <ac:spMkLst>
            <pc:docMk/>
            <pc:sldMk cId="2633777250" sldId="268"/>
            <ac:spMk id="10" creationId="{E81BF4F6-F2CF-4984-9D14-D6966D92F99F}"/>
          </ac:spMkLst>
        </pc:spChg>
        <pc:spChg chg="add del">
          <ac:chgData name="Sayanti Roy" userId="13325ee0d423e633" providerId="LiveId" clId="{80388DA5-6D2F-46CF-A377-2F70F9F4EBCB}" dt="2026-03-12T17:52:10.940" v="908" actId="26606"/>
          <ac:spMkLst>
            <pc:docMk/>
            <pc:sldMk cId="2633777250" sldId="268"/>
            <ac:spMk id="12" creationId="{E81BF4F6-F2CF-4984-9D14-D6966D92F99F}"/>
          </ac:spMkLst>
        </pc:spChg>
        <pc:graphicFrameChg chg="add mod modGraphic">
          <ac:chgData name="Sayanti Roy" userId="13325ee0d423e633" providerId="LiveId" clId="{80388DA5-6D2F-46CF-A377-2F70F9F4EBCB}" dt="2026-03-12T18:43:10.436" v="1683" actId="14100"/>
          <ac:graphicFrameMkLst>
            <pc:docMk/>
            <pc:sldMk cId="2633777250" sldId="268"/>
            <ac:graphicFrameMk id="5" creationId="{788174A6-7D9F-AB8A-0C98-60580087F858}"/>
          </ac:graphicFrameMkLst>
        </pc:graphicFrameChg>
        <pc:picChg chg="add">
          <ac:chgData name="Sayanti Roy" userId="13325ee0d423e633" providerId="LiveId" clId="{80388DA5-6D2F-46CF-A377-2F70F9F4EBCB}" dt="2026-03-12T18:42:28.045" v="1679" actId="26606"/>
          <ac:picMkLst>
            <pc:docMk/>
            <pc:sldMk cId="2633777250" sldId="268"/>
            <ac:picMk id="6" creationId="{124552EA-B629-855E-B515-CDB8AE489644}"/>
          </ac:picMkLst>
        </pc:picChg>
        <pc:picChg chg="add del">
          <ac:chgData name="Sayanti Roy" userId="13325ee0d423e633" providerId="LiveId" clId="{80388DA5-6D2F-46CF-A377-2F70F9F4EBCB}" dt="2026-03-12T17:52:09.109" v="905" actId="26606"/>
          <ac:picMkLst>
            <pc:docMk/>
            <pc:sldMk cId="2633777250" sldId="268"/>
            <ac:picMk id="7" creationId="{FA3F07DA-26B3-5853-16BE-49DB69465603}"/>
          </ac:picMkLst>
        </pc:picChg>
        <pc:picChg chg="add del">
          <ac:chgData name="Sayanti Roy" userId="13325ee0d423e633" providerId="LiveId" clId="{80388DA5-6D2F-46CF-A377-2F70F9F4EBCB}" dt="2026-03-12T17:52:10.940" v="908" actId="26606"/>
          <ac:picMkLst>
            <pc:docMk/>
            <pc:sldMk cId="2633777250" sldId="268"/>
            <ac:picMk id="13" creationId="{81132971-4A3E-2AA1-E79D-3924E10A4A51}"/>
          </ac:picMkLst>
        </pc:picChg>
      </pc:sldChg>
      <pc:sldChg chg="addSp delSp modSp new mod setBg">
        <pc:chgData name="Sayanti Roy" userId="13325ee0d423e633" providerId="LiveId" clId="{80388DA5-6D2F-46CF-A377-2F70F9F4EBCB}" dt="2026-03-12T19:47:04.280" v="1881" actId="20578"/>
        <pc:sldMkLst>
          <pc:docMk/>
          <pc:sldMk cId="1151382866" sldId="269"/>
        </pc:sldMkLst>
        <pc:spChg chg="mod">
          <ac:chgData name="Sayanti Roy" userId="13325ee0d423e633" providerId="LiveId" clId="{80388DA5-6D2F-46CF-A377-2F70F9F4EBCB}" dt="2026-03-12T18:43:46.019" v="1692" actId="26606"/>
          <ac:spMkLst>
            <pc:docMk/>
            <pc:sldMk cId="1151382866" sldId="269"/>
            <ac:spMk id="2" creationId="{243E312B-E56B-D9A7-2EEF-C2EF2057272A}"/>
          </ac:spMkLst>
        </pc:spChg>
        <pc:spChg chg="del mod">
          <ac:chgData name="Sayanti Roy" userId="13325ee0d423e633" providerId="LiveId" clId="{80388DA5-6D2F-46CF-A377-2F70F9F4EBCB}" dt="2026-03-12T18:43:46.019" v="1692" actId="26606"/>
          <ac:spMkLst>
            <pc:docMk/>
            <pc:sldMk cId="1151382866" sldId="269"/>
            <ac:spMk id="3" creationId="{CBC4EDDB-2E46-1A02-156F-D392A1635271}"/>
          </ac:spMkLst>
        </pc:spChg>
        <pc:spChg chg="add del mod">
          <ac:chgData name="Sayanti Roy" userId="13325ee0d423e633" providerId="LiveId" clId="{80388DA5-6D2F-46CF-A377-2F70F9F4EBCB}" dt="2026-03-12T18:43:27.215" v="1685" actId="478"/>
          <ac:spMkLst>
            <pc:docMk/>
            <pc:sldMk cId="1151382866" sldId="269"/>
            <ac:spMk id="5" creationId="{F47A10BC-7858-41E1-D28A-DC7F8DDDF111}"/>
          </ac:spMkLst>
        </pc:spChg>
        <pc:spChg chg="add">
          <ac:chgData name="Sayanti Roy" userId="13325ee0d423e633" providerId="LiveId" clId="{80388DA5-6D2F-46CF-A377-2F70F9F4EBCB}" dt="2026-03-12T18:43:46.019" v="1692" actId="26606"/>
          <ac:spMkLst>
            <pc:docMk/>
            <pc:sldMk cId="1151382866" sldId="269"/>
            <ac:spMk id="10" creationId="{B50AB553-2A96-4A92-96F2-93548E096954}"/>
          </ac:spMkLst>
        </pc:spChg>
        <pc:graphicFrameChg chg="add mod modGraphic">
          <ac:chgData name="Sayanti Roy" userId="13325ee0d423e633" providerId="LiveId" clId="{80388DA5-6D2F-46CF-A377-2F70F9F4EBCB}" dt="2026-03-12T19:47:04.280" v="1881" actId="20578"/>
          <ac:graphicFrameMkLst>
            <pc:docMk/>
            <pc:sldMk cId="1151382866" sldId="269"/>
            <ac:graphicFrameMk id="7" creationId="{78463AE9-EF57-CD14-E584-9790B00D0171}"/>
          </ac:graphicFrameMkLst>
        </pc:graphicFrameChg>
        <pc:picChg chg="add">
          <ac:chgData name="Sayanti Roy" userId="13325ee0d423e633" providerId="LiveId" clId="{80388DA5-6D2F-46CF-A377-2F70F9F4EBCB}" dt="2026-03-12T18:43:46.019" v="1692" actId="26606"/>
          <ac:picMkLst>
            <pc:docMk/>
            <pc:sldMk cId="1151382866" sldId="269"/>
            <ac:picMk id="6" creationId="{7FAA6B6A-5D27-8C95-74EF-F78BF8A983AA}"/>
          </ac:picMkLst>
        </pc:picChg>
      </pc:sldChg>
      <pc:sldChg chg="modSp new add del mod modShow">
        <pc:chgData name="Sayanti Roy" userId="13325ee0d423e633" providerId="LiveId" clId="{80388DA5-6D2F-46CF-A377-2F70F9F4EBCB}" dt="2026-03-12T19:59:00.146" v="1884" actId="47"/>
        <pc:sldMkLst>
          <pc:docMk/>
          <pc:sldMk cId="3120628325" sldId="270"/>
        </pc:sldMkLst>
        <pc:spChg chg="mod">
          <ac:chgData name="Sayanti Roy" userId="13325ee0d423e633" providerId="LiveId" clId="{80388DA5-6D2F-46CF-A377-2F70F9F4EBCB}" dt="2026-03-12T18:55:24.644" v="1822" actId="21"/>
          <ac:spMkLst>
            <pc:docMk/>
            <pc:sldMk cId="3120628325" sldId="270"/>
            <ac:spMk id="3" creationId="{8B40C0F9-5239-66DA-24B7-0B0E537A827D}"/>
          </ac:spMkLst>
        </pc:spChg>
      </pc:sldChg>
      <pc:sldChg chg="new del">
        <pc:chgData name="Sayanti Roy" userId="13325ee0d423e633" providerId="LiveId" clId="{80388DA5-6D2F-46CF-A377-2F70F9F4EBCB}" dt="2026-03-12T18:40:12.532" v="1587" actId="47"/>
        <pc:sldMkLst>
          <pc:docMk/>
          <pc:sldMk cId="836065222" sldId="271"/>
        </pc:sldMkLst>
      </pc:sldChg>
      <pc:sldChg chg="modSp new del mod">
        <pc:chgData name="Sayanti Roy" userId="13325ee0d423e633" providerId="LiveId" clId="{80388DA5-6D2F-46CF-A377-2F70F9F4EBCB}" dt="2026-03-12T18:41:55.904" v="1675" actId="47"/>
        <pc:sldMkLst>
          <pc:docMk/>
          <pc:sldMk cId="1779656427" sldId="271"/>
        </pc:sldMkLst>
        <pc:spChg chg="mod">
          <ac:chgData name="Sayanti Roy" userId="13325ee0d423e633" providerId="LiveId" clId="{80388DA5-6D2F-46CF-A377-2F70F9F4EBCB}" dt="2026-03-12T18:41:27.829" v="1660" actId="21"/>
          <ac:spMkLst>
            <pc:docMk/>
            <pc:sldMk cId="1779656427" sldId="271"/>
            <ac:spMk id="3" creationId="{78E80480-4B8A-61CA-B332-BF06427588B2}"/>
          </ac:spMkLst>
        </pc:spChg>
      </pc:sldChg>
      <pc:sldChg chg="addSp delSp modSp new mod setBg">
        <pc:chgData name="Sayanti Roy" userId="13325ee0d423e633" providerId="LiveId" clId="{80388DA5-6D2F-46CF-A377-2F70F9F4EBCB}" dt="2026-03-12T18:49:17.232" v="1781" actId="404"/>
        <pc:sldMkLst>
          <pc:docMk/>
          <pc:sldMk cId="2850047058" sldId="271"/>
        </pc:sldMkLst>
        <pc:spChg chg="mod">
          <ac:chgData name="Sayanti Roy" userId="13325ee0d423e633" providerId="LiveId" clId="{80388DA5-6D2F-46CF-A377-2F70F9F4EBCB}" dt="2026-03-12T18:44:52.215" v="1712" actId="26606"/>
          <ac:spMkLst>
            <pc:docMk/>
            <pc:sldMk cId="2850047058" sldId="271"/>
            <ac:spMk id="2" creationId="{A5BFD796-009D-8EEF-7A23-3E0C26B09FC9}"/>
          </ac:spMkLst>
        </pc:spChg>
        <pc:spChg chg="del mod">
          <ac:chgData name="Sayanti Roy" userId="13325ee0d423e633" providerId="LiveId" clId="{80388DA5-6D2F-46CF-A377-2F70F9F4EBCB}" dt="2026-03-12T18:44:52.215" v="1712" actId="26606"/>
          <ac:spMkLst>
            <pc:docMk/>
            <pc:sldMk cId="2850047058" sldId="271"/>
            <ac:spMk id="3" creationId="{0FF7FE39-6A4C-B512-EF76-91AA2534163F}"/>
          </ac:spMkLst>
        </pc:spChg>
        <pc:spChg chg="add">
          <ac:chgData name="Sayanti Roy" userId="13325ee0d423e633" providerId="LiveId" clId="{80388DA5-6D2F-46CF-A377-2F70F9F4EBCB}" dt="2026-03-12T18:44:52.215" v="1712" actId="26606"/>
          <ac:spMkLst>
            <pc:docMk/>
            <pc:sldMk cId="2850047058" sldId="271"/>
            <ac:spMk id="10" creationId="{257363FD-7E77-4145-9483-331A807ADF0E}"/>
          </ac:spMkLst>
        </pc:spChg>
        <pc:graphicFrameChg chg="add modGraphic">
          <ac:chgData name="Sayanti Roy" userId="13325ee0d423e633" providerId="LiveId" clId="{80388DA5-6D2F-46CF-A377-2F70F9F4EBCB}" dt="2026-03-12T18:49:17.232" v="1781" actId="404"/>
          <ac:graphicFrameMkLst>
            <pc:docMk/>
            <pc:sldMk cId="2850047058" sldId="271"/>
            <ac:graphicFrameMk id="5" creationId="{AB547B83-8A72-4801-1A90-CF46ADCF664A}"/>
          </ac:graphicFrameMkLst>
        </pc:graphicFrameChg>
        <pc:picChg chg="add">
          <ac:chgData name="Sayanti Roy" userId="13325ee0d423e633" providerId="LiveId" clId="{80388DA5-6D2F-46CF-A377-2F70F9F4EBCB}" dt="2026-03-12T18:44:52.215" v="1712" actId="26606"/>
          <ac:picMkLst>
            <pc:docMk/>
            <pc:sldMk cId="2850047058" sldId="271"/>
            <ac:picMk id="6" creationId="{CA30B0C1-42CB-DE8B-2ECF-E920959549F9}"/>
          </ac:picMkLst>
        </pc:picChg>
      </pc:sldChg>
      <pc:sldChg chg="addSp delSp modSp new mod setBg">
        <pc:chgData name="Sayanti Roy" userId="13325ee0d423e633" providerId="LiveId" clId="{80388DA5-6D2F-46CF-A377-2F70F9F4EBCB}" dt="2026-03-12T19:50:20.930" v="1883" actId="404"/>
        <pc:sldMkLst>
          <pc:docMk/>
          <pc:sldMk cId="4176190728" sldId="272"/>
        </pc:sldMkLst>
        <pc:spChg chg="mod">
          <ac:chgData name="Sayanti Roy" userId="13325ee0d423e633" providerId="LiveId" clId="{80388DA5-6D2F-46CF-A377-2F70F9F4EBCB}" dt="2026-03-12T18:45:41.372" v="1751" actId="26606"/>
          <ac:spMkLst>
            <pc:docMk/>
            <pc:sldMk cId="4176190728" sldId="272"/>
            <ac:spMk id="2" creationId="{8D67B49B-E8A2-C792-1663-EEF0872A4A12}"/>
          </ac:spMkLst>
        </pc:spChg>
        <pc:spChg chg="del mod">
          <ac:chgData name="Sayanti Roy" userId="13325ee0d423e633" providerId="LiveId" clId="{80388DA5-6D2F-46CF-A377-2F70F9F4EBCB}" dt="2026-03-12T18:45:24.545" v="1748" actId="26606"/>
          <ac:spMkLst>
            <pc:docMk/>
            <pc:sldMk cId="4176190728" sldId="272"/>
            <ac:spMk id="3" creationId="{DDF839A4-DCB4-2208-1BE0-4850BC51BFC0}"/>
          </ac:spMkLst>
        </pc:spChg>
        <pc:spChg chg="add del">
          <ac:chgData name="Sayanti Roy" userId="13325ee0d423e633" providerId="LiveId" clId="{80388DA5-6D2F-46CF-A377-2F70F9F4EBCB}" dt="2026-03-12T18:45:30.168" v="1749" actId="26606"/>
          <ac:spMkLst>
            <pc:docMk/>
            <pc:sldMk cId="4176190728" sldId="272"/>
            <ac:spMk id="10" creationId="{4F7EBAE4-9945-4473-9E34-B2C66EA0F03D}"/>
          </ac:spMkLst>
        </pc:spChg>
        <pc:spChg chg="add del">
          <ac:chgData name="Sayanti Roy" userId="13325ee0d423e633" providerId="LiveId" clId="{80388DA5-6D2F-46CF-A377-2F70F9F4EBCB}" dt="2026-03-12T18:45:30.168" v="1749" actId="26606"/>
          <ac:spMkLst>
            <pc:docMk/>
            <pc:sldMk cId="4176190728" sldId="272"/>
            <ac:spMk id="12" creationId="{70BEB1E7-2F88-40BC-B73D-42E5B6F80BFC}"/>
          </ac:spMkLst>
        </pc:spChg>
        <pc:spChg chg="add del">
          <ac:chgData name="Sayanti Roy" userId="13325ee0d423e633" providerId="LiveId" clId="{80388DA5-6D2F-46CF-A377-2F70F9F4EBCB}" dt="2026-03-12T18:45:30.168" v="1749" actId="26606"/>
          <ac:spMkLst>
            <pc:docMk/>
            <pc:sldMk cId="4176190728" sldId="272"/>
            <ac:spMk id="14" creationId="{A7B99495-F43F-4D80-A44F-2CB4764EB90B}"/>
          </ac:spMkLst>
        </pc:spChg>
        <pc:spChg chg="add del">
          <ac:chgData name="Sayanti Roy" userId="13325ee0d423e633" providerId="LiveId" clId="{80388DA5-6D2F-46CF-A377-2F70F9F4EBCB}" dt="2026-03-12T18:45:41.372" v="1751" actId="26606"/>
          <ac:spMkLst>
            <pc:docMk/>
            <pc:sldMk cId="4176190728" sldId="272"/>
            <ac:spMk id="19" creationId="{4F7EBAE4-9945-4473-9E34-B2C66EA0F03D}"/>
          </ac:spMkLst>
        </pc:spChg>
        <pc:spChg chg="add del">
          <ac:chgData name="Sayanti Roy" userId="13325ee0d423e633" providerId="LiveId" clId="{80388DA5-6D2F-46CF-A377-2F70F9F4EBCB}" dt="2026-03-12T18:45:41.372" v="1751" actId="26606"/>
          <ac:spMkLst>
            <pc:docMk/>
            <pc:sldMk cId="4176190728" sldId="272"/>
            <ac:spMk id="21" creationId="{70BEB1E7-2F88-40BC-B73D-42E5B6F80BFC}"/>
          </ac:spMkLst>
        </pc:spChg>
        <pc:spChg chg="add del">
          <ac:chgData name="Sayanti Roy" userId="13325ee0d423e633" providerId="LiveId" clId="{80388DA5-6D2F-46CF-A377-2F70F9F4EBCB}" dt="2026-03-12T18:45:41.372" v="1751" actId="26606"/>
          <ac:spMkLst>
            <pc:docMk/>
            <pc:sldMk cId="4176190728" sldId="272"/>
            <ac:spMk id="23" creationId="{A7B99495-F43F-4D80-A44F-2CB4764EB90B}"/>
          </ac:spMkLst>
        </pc:spChg>
        <pc:spChg chg="add">
          <ac:chgData name="Sayanti Roy" userId="13325ee0d423e633" providerId="LiveId" clId="{80388DA5-6D2F-46CF-A377-2F70F9F4EBCB}" dt="2026-03-12T18:45:41.372" v="1751" actId="26606"/>
          <ac:spMkLst>
            <pc:docMk/>
            <pc:sldMk cId="4176190728" sldId="272"/>
            <ac:spMk id="28" creationId="{6C4028FD-8BAA-4A19-BFDE-594D991B7552}"/>
          </ac:spMkLst>
        </pc:spChg>
        <pc:graphicFrameChg chg="add mod modGraphic">
          <ac:chgData name="Sayanti Roy" userId="13325ee0d423e633" providerId="LiveId" clId="{80388DA5-6D2F-46CF-A377-2F70F9F4EBCB}" dt="2026-03-12T19:50:20.930" v="1883" actId="404"/>
          <ac:graphicFrameMkLst>
            <pc:docMk/>
            <pc:sldMk cId="4176190728" sldId="272"/>
            <ac:graphicFrameMk id="5" creationId="{D6F53DC0-7364-C3A3-6003-6945495777CD}"/>
          </ac:graphicFrameMkLst>
        </pc:graphicFrameChg>
        <pc:picChg chg="add del mod">
          <ac:chgData name="Sayanti Roy" userId="13325ee0d423e633" providerId="LiveId" clId="{80388DA5-6D2F-46CF-A377-2F70F9F4EBCB}" dt="2026-03-12T18:45:38.311" v="1750" actId="478"/>
          <ac:picMkLst>
            <pc:docMk/>
            <pc:sldMk cId="4176190728" sldId="272"/>
            <ac:picMk id="6" creationId="{CCA4ABF7-2BD9-5355-B055-19726818D5F3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LLaMA+3.2&amp;newwindow=1&amp;sca_esv=c575d2bf7ecd87ab&amp;rlz=1C1MMCH_enUS1089US1089&amp;biw=2560&amp;bih=1271&amp;sxsrf=ANbL-n6Z4RF301Erb2nviaAOBXxIF0iNtg%3A1773334739740&amp;ei=0_CyaYvPLLuPp84PtLDU0AU&amp;ved=2ahUKEwi6huGg7JqTAxVckGoFHZXLIKUQgK4QegQIARAE&amp;uact=5&amp;oq=standaloneai+models+example&amp;gs_lp=Egxnd3Mtd2l6LXNlcnAiG3N0YW5kYWxvbmVhaSBtb2RlbHMgZXhhbXBsZTIKECEYoAEYwwQYCkiIGVCtCVizFnACeACQAQGYAYcCoAHZCqoBBTIuOC4xuAEDyAEA-AEBmAIKoAKCB8ICDhAAGIAEGLADGIYDGIoFwgIIEAAYsAMY7wXCAgsQABiABBiwAxiiBMICCxAAGLADGKIEGIkFwgIIEAAYBxgIGB7CAgoQABgFGAcYChgewgILEAAYgAQYhgMYigXCAgUQABjvBcICCBAAGKIEGIkFwgIIEAAYgAQYogSYAwCIBgGQBgmSBwMzLjegB5UksgcDMS43uAf8BsIHBDAuMTDIBxCACAA&amp;sclient=gws-wiz-serp" TargetMode="External"/><Relationship Id="rId2" Type="http://schemas.openxmlformats.org/officeDocument/2006/relationships/hyperlink" Target="https://www.google.com/search?q=Stable+Diffusion&amp;newwindow=1&amp;sca_esv=c575d2bf7ecd87ab&amp;rlz=1C1MMCH_enUS1089US1089&amp;biw=2560&amp;bih=1271&amp;sxsrf=ANbL-n6Z4RF301Erb2nviaAOBXxIF0iNtg%3A1773334739740&amp;ei=0_CyaYvPLLuPp84PtLDU0AU&amp;ved=2ahUKEwi6huGg7JqTAxVckGoFHZXLIKUQgK4QegQIARAD&amp;uact=5&amp;oq=standaloneai+models+example&amp;gs_lp=Egxnd3Mtd2l6LXNlcnAiG3N0YW5kYWxvbmVhaSBtb2RlbHMgZXhhbXBsZTIKECEYoAEYwwQYCkiIGVCtCVizFnACeACQAQGYAYcCoAHZCqoBBTIuOC4xuAEDyAEA-AEBmAIKoAKCB8ICDhAAGIAEGLADGIYDGIoFwgIIEAAYsAMY7wXCAgsQABiABBiwAxiiBMICCxAAGLADGKIEGIkFwgIIEAAYBxgIGB7CAgoQABgFGAcYChgewgILEAAYgAQYhgMYigXCAgUQABjvBcICCBAAGKIEGIkFwgIIEAAYgAQYogSYAwCIBgGQBgmSBwMzLjegB5UksgcDMS43uAf8BsIHBDAuMTDIBxCACAA&amp;sclient=gws-wiz-serp" TargetMode="External"/><Relationship Id="rId1" Type="http://schemas.openxmlformats.org/officeDocument/2006/relationships/hyperlink" Target="https://www.google.com/search?q=Whisper&amp;newwindow=1&amp;sca_esv=c575d2bf7ecd87ab&amp;rlz=1C1MMCH_enUS1089US1089&amp;biw=2560&amp;bih=1271&amp;sxsrf=ANbL-n6Z4RF301Erb2nviaAOBXxIF0iNtg%3A1773334739740&amp;ei=0_CyaYvPLLuPp84PtLDU0AU&amp;ved=2ahUKEwi6huGg7JqTAxVckGoFHZXLIKUQgK4QegQIARAC&amp;uact=5&amp;oq=standaloneai+models+example&amp;gs_lp=Egxnd3Mtd2l6LXNlcnAiG3N0YW5kYWxvbmVhaSBtb2RlbHMgZXhhbXBsZTIKECEYoAEYwwQYCkiIGVCtCVizFnACeACQAQGYAYcCoAHZCqoBBTIuOC4xuAEDyAEA-AEBmAIKoAKCB8ICDhAAGIAEGLADGIYDGIoFwgIIEAAYsAMY7wXCAgsQABiABBiwAxiiBMICCxAAGLADGKIEGIkFwgIIEAAYBxgIGB7CAgoQABgFGAcYChgewgILEAAYgAQYhgMYigXCAgUQABjvBcICCBAAGKIEGIkFwgIIEAAYgAQYogSYAwCIBgGQBgmSBwMzLjegB5UksgcDMS43uAf8BsIHBDAuMTDIBxCACAA&amp;sclient=gws-wiz-serp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LLaMA+3.2&amp;newwindow=1&amp;sca_esv=c575d2bf7ecd87ab&amp;rlz=1C1MMCH_enUS1089US1089&amp;biw=2560&amp;bih=1271&amp;sxsrf=ANbL-n6Z4RF301Erb2nviaAOBXxIF0iNtg%3A1773334739740&amp;ei=0_CyaYvPLLuPp84PtLDU0AU&amp;ved=2ahUKEwi6huGg7JqTAxVckGoFHZXLIKUQgK4QegQIARAE&amp;uact=5&amp;oq=standaloneai+models+example&amp;gs_lp=Egxnd3Mtd2l6LXNlcnAiG3N0YW5kYWxvbmVhaSBtb2RlbHMgZXhhbXBsZTIKECEYoAEYwwQYCkiIGVCtCVizFnACeACQAQGYAYcCoAHZCqoBBTIuOC4xuAEDyAEA-AEBmAIKoAKCB8ICDhAAGIAEGLADGIYDGIoFwgIIEAAYsAMY7wXCAgsQABiABBiwAxiiBMICCxAAGLADGKIEGIkFwgIIEAAYBxgIGB7CAgoQABgFGAcYChgewgILEAAYgAQYhgMYigXCAgUQABjvBcICCBAAGKIEGIkFwgIIEAAYgAQYogSYAwCIBgGQBgmSBwMzLjegB5UksgcDMS43uAf8BsIHBDAuMTDIBxCACAA&amp;sclient=gws-wiz-serp" TargetMode="External"/><Relationship Id="rId2" Type="http://schemas.openxmlformats.org/officeDocument/2006/relationships/hyperlink" Target="https://www.google.com/search?q=Stable+Diffusion&amp;newwindow=1&amp;sca_esv=c575d2bf7ecd87ab&amp;rlz=1C1MMCH_enUS1089US1089&amp;biw=2560&amp;bih=1271&amp;sxsrf=ANbL-n6Z4RF301Erb2nviaAOBXxIF0iNtg%3A1773334739740&amp;ei=0_CyaYvPLLuPp84PtLDU0AU&amp;ved=2ahUKEwi6huGg7JqTAxVckGoFHZXLIKUQgK4QegQIARAD&amp;uact=5&amp;oq=standaloneai+models+example&amp;gs_lp=Egxnd3Mtd2l6LXNlcnAiG3N0YW5kYWxvbmVhaSBtb2RlbHMgZXhhbXBsZTIKECEYoAEYwwQYCkiIGVCtCVizFnACeACQAQGYAYcCoAHZCqoBBTIuOC4xuAEDyAEA-AEBmAIKoAKCB8ICDhAAGIAEGLADGIYDGIoFwgIIEAAYsAMY7wXCAgsQABiABBiwAxiiBMICCxAAGLADGKIEGIkFwgIIEAAYBxgIGB7CAgoQABgFGAcYChgewgILEAAYgAQYhgMYigXCAgUQABjvBcICCBAAGKIEGIkFwgIIEAAYgAQYogSYAwCIBgGQBgmSBwMzLjegB5UksgcDMS43uAf8BsIHBDAuMTDIBxCACAA&amp;sclient=gws-wiz-serp" TargetMode="External"/><Relationship Id="rId1" Type="http://schemas.openxmlformats.org/officeDocument/2006/relationships/hyperlink" Target="https://www.google.com/search?q=Whisper&amp;newwindow=1&amp;sca_esv=c575d2bf7ecd87ab&amp;rlz=1C1MMCH_enUS1089US1089&amp;biw=2560&amp;bih=1271&amp;sxsrf=ANbL-n6Z4RF301Erb2nviaAOBXxIF0iNtg%3A1773334739740&amp;ei=0_CyaYvPLLuPp84PtLDU0AU&amp;ved=2ahUKEwi6huGg7JqTAxVckGoFHZXLIKUQgK4QegQIARAC&amp;uact=5&amp;oq=standaloneai+models+example&amp;gs_lp=Egxnd3Mtd2l6LXNlcnAiG3N0YW5kYWxvbmVhaSBtb2RlbHMgZXhhbXBsZTIKECEYoAEYwwQYCkiIGVCtCVizFnACeACQAQGYAYcCoAHZCqoBBTIuOC4xuAEDyAEA-AEBmAIKoAKCB8ICDhAAGIAEGLADGIYDGIoFwgIIEAAYsAMY7wXCAgsQABiABBiwAxiiBMICCxAAGLADGKIEGIkFwgIIEAAYBxgIGB7CAgoQABgFGAcYChgewgILEAAYgAQYhgMYigXCAgUQABjvBcICCBAAGKIEGIkFwgIIEAAYgAQYogSYAwCIBgGQBgmSBwMzLjegB5UksgcDMS43uAf8BsIHBDAuMTDIBxCACAA&amp;sclient=gws-wiz-serp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6F3D82-D989-4FA1-BB0C-641291477CC8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CCC6CBB-1FE9-4347-BB6D-8860010C7861}">
      <dgm:prSet/>
      <dgm:spPr/>
      <dgm:t>
        <a:bodyPr/>
        <a:lstStyle/>
        <a:p>
          <a:r>
            <a:rPr lang="en-US" b="1"/>
            <a:t>From Programmatic Logic to Agentic Systems</a:t>
          </a:r>
          <a:endParaRPr lang="en-US"/>
        </a:p>
      </dgm:t>
    </dgm:pt>
    <dgm:pt modelId="{6AA34E49-3A6E-4331-B107-AA649291734D}" type="parTrans" cxnId="{6A9FA663-9FF4-4BCC-A056-141738F344D0}">
      <dgm:prSet/>
      <dgm:spPr/>
      <dgm:t>
        <a:bodyPr/>
        <a:lstStyle/>
        <a:p>
          <a:endParaRPr lang="en-US"/>
        </a:p>
      </dgm:t>
    </dgm:pt>
    <dgm:pt modelId="{3ECB8EFE-166F-4598-93D5-B0079D529788}" type="sibTrans" cxnId="{6A9FA663-9FF4-4BCC-A056-141738F344D0}">
      <dgm:prSet/>
      <dgm:spPr/>
      <dgm:t>
        <a:bodyPr/>
        <a:lstStyle/>
        <a:p>
          <a:endParaRPr lang="en-US"/>
        </a:p>
      </dgm:t>
    </dgm:pt>
    <dgm:pt modelId="{3290ED57-5BD7-4844-9180-6C96601627AC}">
      <dgm:prSet/>
      <dgm:spPr/>
      <dgm:t>
        <a:bodyPr/>
        <a:lstStyle/>
        <a:p>
          <a:r>
            <a:rPr lang="en-US" dirty="0"/>
            <a:t>In many </a:t>
          </a:r>
          <a:r>
            <a:rPr lang="en-US" b="1" dirty="0"/>
            <a:t>AI systems</a:t>
          </a:r>
          <a:r>
            <a:rPr lang="en-US" dirty="0"/>
            <a:t>, the </a:t>
          </a:r>
          <a:r>
            <a:rPr lang="en-US" b="1" dirty="0"/>
            <a:t>control logic is predefined by humans</a:t>
          </a:r>
          <a:r>
            <a:rPr lang="en-US" dirty="0"/>
            <a:t>.</a:t>
          </a:r>
        </a:p>
      </dgm:t>
    </dgm:pt>
    <dgm:pt modelId="{2CAB72BD-9902-4446-9037-62D80C68AFBC}" type="parTrans" cxnId="{F5E9D8A0-0F68-4891-AB41-A62C6FBDDB03}">
      <dgm:prSet/>
      <dgm:spPr/>
      <dgm:t>
        <a:bodyPr/>
        <a:lstStyle/>
        <a:p>
          <a:endParaRPr lang="en-US"/>
        </a:p>
      </dgm:t>
    </dgm:pt>
    <dgm:pt modelId="{75265BA0-9F64-42A5-BDBF-46E1BB83DE74}" type="sibTrans" cxnId="{F5E9D8A0-0F68-4891-AB41-A62C6FBDDB03}">
      <dgm:prSet/>
      <dgm:spPr/>
      <dgm:t>
        <a:bodyPr/>
        <a:lstStyle/>
        <a:p>
          <a:endParaRPr lang="en-US"/>
        </a:p>
      </dgm:t>
    </dgm:pt>
    <dgm:pt modelId="{9A21D005-42D0-42D8-8706-CFB848C50B97}">
      <dgm:prSet/>
      <dgm:spPr/>
      <dgm:t>
        <a:bodyPr/>
        <a:lstStyle/>
        <a:p>
          <a:r>
            <a:rPr lang="en-US"/>
            <a:t>Developers specify </a:t>
          </a:r>
          <a:r>
            <a:rPr lang="en-US" b="1"/>
            <a:t>exact rules and workflows</a:t>
          </a:r>
          <a:r>
            <a:rPr lang="en-US"/>
            <a:t> for how the system should operate.</a:t>
          </a:r>
        </a:p>
      </dgm:t>
    </dgm:pt>
    <dgm:pt modelId="{5180CBD8-872B-4DD5-94D9-4A04C4710ACA}" type="parTrans" cxnId="{B0113EF3-1F5F-4E62-99F5-DC46CA49FF99}">
      <dgm:prSet/>
      <dgm:spPr/>
      <dgm:t>
        <a:bodyPr/>
        <a:lstStyle/>
        <a:p>
          <a:endParaRPr lang="en-US"/>
        </a:p>
      </dgm:t>
    </dgm:pt>
    <dgm:pt modelId="{7D48269A-FD17-438E-8D2C-9043CB6DCFC9}" type="sibTrans" cxnId="{B0113EF3-1F5F-4E62-99F5-DC46CA49FF99}">
      <dgm:prSet/>
      <dgm:spPr/>
      <dgm:t>
        <a:bodyPr/>
        <a:lstStyle/>
        <a:p>
          <a:endParaRPr lang="en-US"/>
        </a:p>
      </dgm:t>
    </dgm:pt>
    <dgm:pt modelId="{B163130E-C840-411A-8033-650E61F68886}">
      <dgm:prSet/>
      <dgm:spPr/>
      <dgm:t>
        <a:bodyPr/>
        <a:lstStyle/>
        <a:p>
          <a:r>
            <a:rPr lang="en-US"/>
            <a:t>However, another approach is to let a </a:t>
          </a:r>
          <a:r>
            <a:rPr lang="en-US" b="1"/>
            <a:t>Large Language Model (LLM) control the logic</a:t>
          </a:r>
          <a:r>
            <a:rPr lang="en-US"/>
            <a:t>.</a:t>
          </a:r>
        </a:p>
      </dgm:t>
    </dgm:pt>
    <dgm:pt modelId="{8FA0A853-583E-401D-93D0-1B93AFC7EBC1}" type="parTrans" cxnId="{8817B0C7-FC75-4544-BF47-15D58C5A63FF}">
      <dgm:prSet/>
      <dgm:spPr/>
      <dgm:t>
        <a:bodyPr/>
        <a:lstStyle/>
        <a:p>
          <a:endParaRPr lang="en-US"/>
        </a:p>
      </dgm:t>
    </dgm:pt>
    <dgm:pt modelId="{D453CB1F-69C8-483B-98F3-C8324F192ED4}" type="sibTrans" cxnId="{8817B0C7-FC75-4544-BF47-15D58C5A63FF}">
      <dgm:prSet/>
      <dgm:spPr/>
      <dgm:t>
        <a:bodyPr/>
        <a:lstStyle/>
        <a:p>
          <a:endParaRPr lang="en-US"/>
        </a:p>
      </dgm:t>
    </dgm:pt>
    <dgm:pt modelId="{0E8A8481-8871-4A44-8A6B-1FC48611A098}">
      <dgm:prSet/>
      <dgm:spPr/>
      <dgm:t>
        <a:bodyPr/>
        <a:lstStyle/>
        <a:p>
          <a:r>
            <a:rPr lang="en-US"/>
            <a:t>This shift is possible because modern LLMs have </a:t>
          </a:r>
          <a:r>
            <a:rPr lang="en-US" b="1"/>
            <a:t>strong reasoning capabilities</a:t>
          </a:r>
          <a:r>
            <a:rPr lang="en-US"/>
            <a:t>.</a:t>
          </a:r>
        </a:p>
      </dgm:t>
    </dgm:pt>
    <dgm:pt modelId="{E6E51899-B7E5-4D02-83DF-F4A060D519AC}" type="parTrans" cxnId="{3C536BD9-0E4E-4BEA-8FCF-50F53291315E}">
      <dgm:prSet/>
      <dgm:spPr/>
      <dgm:t>
        <a:bodyPr/>
        <a:lstStyle/>
        <a:p>
          <a:endParaRPr lang="en-US"/>
        </a:p>
      </dgm:t>
    </dgm:pt>
    <dgm:pt modelId="{9E743ED8-AD40-4673-8B5E-45E631A5EF3A}" type="sibTrans" cxnId="{3C536BD9-0E4E-4BEA-8FCF-50F53291315E}">
      <dgm:prSet/>
      <dgm:spPr/>
      <dgm:t>
        <a:bodyPr/>
        <a:lstStyle/>
        <a:p>
          <a:endParaRPr lang="en-US"/>
        </a:p>
      </dgm:t>
    </dgm:pt>
    <dgm:pt modelId="{EC80163A-7F54-4647-ABC9-2C8922F9FAF6}">
      <dgm:prSet/>
      <dgm:spPr/>
      <dgm:t>
        <a:bodyPr/>
        <a:lstStyle/>
        <a:p>
          <a:r>
            <a:rPr lang="en-US" b="1"/>
            <a:t>Reasoning Capabilities of LLMs</a:t>
          </a:r>
          <a:endParaRPr lang="en-US"/>
        </a:p>
      </dgm:t>
    </dgm:pt>
    <dgm:pt modelId="{0621150B-3ED0-4EE7-BE2B-574ADE36A147}" type="parTrans" cxnId="{97A58C07-50F4-4C02-A1BA-4F00A43D9CCD}">
      <dgm:prSet/>
      <dgm:spPr/>
      <dgm:t>
        <a:bodyPr/>
        <a:lstStyle/>
        <a:p>
          <a:endParaRPr lang="en-US"/>
        </a:p>
      </dgm:t>
    </dgm:pt>
    <dgm:pt modelId="{326BEC7A-D1FD-4E79-B724-89C629E89C74}" type="sibTrans" cxnId="{97A58C07-50F4-4C02-A1BA-4F00A43D9CCD}">
      <dgm:prSet/>
      <dgm:spPr/>
      <dgm:t>
        <a:bodyPr/>
        <a:lstStyle/>
        <a:p>
          <a:endParaRPr lang="en-US"/>
        </a:p>
      </dgm:t>
    </dgm:pt>
    <dgm:pt modelId="{7F8842AC-7E73-4F82-A176-37B46AD58428}">
      <dgm:prSet/>
      <dgm:spPr/>
      <dgm:t>
        <a:bodyPr/>
        <a:lstStyle/>
        <a:p>
          <a:r>
            <a:rPr lang="en-US"/>
            <a:t>LLMs can analyze </a:t>
          </a:r>
          <a:r>
            <a:rPr lang="en-US" b="1"/>
            <a:t>complex problems</a:t>
          </a:r>
          <a:r>
            <a:rPr lang="en-US"/>
            <a:t>.</a:t>
          </a:r>
        </a:p>
      </dgm:t>
    </dgm:pt>
    <dgm:pt modelId="{7EFCE21B-7CFE-42F3-B351-F2CA3736BCCC}" type="parTrans" cxnId="{33D5CCA5-6CCF-4946-A40C-56B5D1AFF3CF}">
      <dgm:prSet/>
      <dgm:spPr/>
      <dgm:t>
        <a:bodyPr/>
        <a:lstStyle/>
        <a:p>
          <a:endParaRPr lang="en-US"/>
        </a:p>
      </dgm:t>
    </dgm:pt>
    <dgm:pt modelId="{F28B8E28-4390-45B5-B724-F68905DCD0C7}" type="sibTrans" cxnId="{33D5CCA5-6CCF-4946-A40C-56B5D1AFF3CF}">
      <dgm:prSet/>
      <dgm:spPr/>
      <dgm:t>
        <a:bodyPr/>
        <a:lstStyle/>
        <a:p>
          <a:endParaRPr lang="en-US"/>
        </a:p>
      </dgm:t>
    </dgm:pt>
    <dgm:pt modelId="{87AA6B4E-73A1-4C4D-9C78-13F808E307A7}">
      <dgm:prSet/>
      <dgm:spPr/>
      <dgm:t>
        <a:bodyPr/>
        <a:lstStyle/>
        <a:p>
          <a:r>
            <a:rPr lang="en-US"/>
            <a:t>They can </a:t>
          </a:r>
          <a:r>
            <a:rPr lang="en-US" b="1"/>
            <a:t>break problems into smaller steps</a:t>
          </a:r>
          <a:r>
            <a:rPr lang="en-US"/>
            <a:t>.</a:t>
          </a:r>
        </a:p>
      </dgm:t>
    </dgm:pt>
    <dgm:pt modelId="{F4440D67-3288-4C24-BE85-6100156F2D4B}" type="parTrans" cxnId="{14B04338-ED89-4A8C-8DEC-0FBBF243ACC0}">
      <dgm:prSet/>
      <dgm:spPr/>
      <dgm:t>
        <a:bodyPr/>
        <a:lstStyle/>
        <a:p>
          <a:endParaRPr lang="en-US"/>
        </a:p>
      </dgm:t>
    </dgm:pt>
    <dgm:pt modelId="{D820DB4F-293F-4524-8891-569DD5ED82A5}" type="sibTrans" cxnId="{14B04338-ED89-4A8C-8DEC-0FBBF243ACC0}">
      <dgm:prSet/>
      <dgm:spPr/>
      <dgm:t>
        <a:bodyPr/>
        <a:lstStyle/>
        <a:p>
          <a:endParaRPr lang="en-US"/>
        </a:p>
      </dgm:t>
    </dgm:pt>
    <dgm:pt modelId="{56653998-C763-444A-9B85-28284626ED0F}">
      <dgm:prSet/>
      <dgm:spPr/>
      <dgm:t>
        <a:bodyPr/>
        <a:lstStyle/>
        <a:p>
          <a:r>
            <a:rPr lang="en-US"/>
            <a:t>They can </a:t>
          </a:r>
          <a:r>
            <a:rPr lang="en-US" b="1"/>
            <a:t>generate plans</a:t>
          </a:r>
          <a:r>
            <a:rPr lang="en-US"/>
            <a:t> to solve tasks step-by-step.</a:t>
          </a:r>
        </a:p>
      </dgm:t>
    </dgm:pt>
    <dgm:pt modelId="{A3D00899-3938-4BA4-8E70-E12A55C77214}" type="parTrans" cxnId="{7910D4DD-DF0B-4F33-A2C3-DFBC79BDA0D5}">
      <dgm:prSet/>
      <dgm:spPr/>
      <dgm:t>
        <a:bodyPr/>
        <a:lstStyle/>
        <a:p>
          <a:endParaRPr lang="en-US"/>
        </a:p>
      </dgm:t>
    </dgm:pt>
    <dgm:pt modelId="{99A6E69A-6184-405F-B400-C34F40D60585}" type="sibTrans" cxnId="{7910D4DD-DF0B-4F33-A2C3-DFBC79BDA0D5}">
      <dgm:prSet/>
      <dgm:spPr/>
      <dgm:t>
        <a:bodyPr/>
        <a:lstStyle/>
        <a:p>
          <a:endParaRPr lang="en-US"/>
        </a:p>
      </dgm:t>
    </dgm:pt>
    <dgm:pt modelId="{BBE9B5C5-AE9E-4814-9032-D2E3AC6DE32E}">
      <dgm:prSet/>
      <dgm:spPr/>
      <dgm:t>
        <a:bodyPr/>
        <a:lstStyle/>
        <a:p>
          <a:r>
            <a:rPr lang="en-US"/>
            <a:t>Two styles of system behavior:</a:t>
          </a:r>
        </a:p>
      </dgm:t>
    </dgm:pt>
    <dgm:pt modelId="{F0459140-0AE2-497F-97CD-AA6045085228}" type="parTrans" cxnId="{9EDA57D1-01F3-4315-9F4B-21FC935D03F3}">
      <dgm:prSet/>
      <dgm:spPr/>
      <dgm:t>
        <a:bodyPr/>
        <a:lstStyle/>
        <a:p>
          <a:endParaRPr lang="en-US"/>
        </a:p>
      </dgm:t>
    </dgm:pt>
    <dgm:pt modelId="{4350A6C6-4A11-4D29-885F-33C8F1F37B5B}" type="sibTrans" cxnId="{9EDA57D1-01F3-4315-9F4B-21FC935D03F3}">
      <dgm:prSet/>
      <dgm:spPr/>
      <dgm:t>
        <a:bodyPr/>
        <a:lstStyle/>
        <a:p>
          <a:endParaRPr lang="en-US"/>
        </a:p>
      </dgm:t>
    </dgm:pt>
    <dgm:pt modelId="{8B509C4B-B9DF-40C1-80C9-B68BBFF88589}">
      <dgm:prSet/>
      <dgm:spPr/>
      <dgm:t>
        <a:bodyPr/>
        <a:lstStyle/>
        <a:p>
          <a:r>
            <a:rPr lang="en-US" b="1"/>
            <a:t>Think Fast</a:t>
          </a:r>
          <a:endParaRPr lang="en-US"/>
        </a:p>
      </dgm:t>
    </dgm:pt>
    <dgm:pt modelId="{1EB1233D-68A2-443C-8645-1503E6F92E32}" type="parTrans" cxnId="{32863E53-7527-42D9-9DFB-A638BECCB8AD}">
      <dgm:prSet/>
      <dgm:spPr/>
      <dgm:t>
        <a:bodyPr/>
        <a:lstStyle/>
        <a:p>
          <a:endParaRPr lang="en-US"/>
        </a:p>
      </dgm:t>
    </dgm:pt>
    <dgm:pt modelId="{C4C3939F-4169-4D16-A184-DEFBBB694598}" type="sibTrans" cxnId="{32863E53-7527-42D9-9DFB-A638BECCB8AD}">
      <dgm:prSet/>
      <dgm:spPr/>
      <dgm:t>
        <a:bodyPr/>
        <a:lstStyle/>
        <a:p>
          <a:endParaRPr lang="en-US"/>
        </a:p>
      </dgm:t>
    </dgm:pt>
    <dgm:pt modelId="{C6F94235-CF33-4705-B532-67CD0877713E}">
      <dgm:prSet/>
      <dgm:spPr/>
      <dgm:t>
        <a:bodyPr/>
        <a:lstStyle/>
        <a:p>
          <a:r>
            <a:rPr lang="en-US"/>
            <a:t>Follow fixed instructions</a:t>
          </a:r>
        </a:p>
      </dgm:t>
    </dgm:pt>
    <dgm:pt modelId="{941AFF3B-EC39-48CD-9A66-675C64851B2E}" type="parTrans" cxnId="{C8168C69-A55A-498E-BC36-52CD00D8ABDA}">
      <dgm:prSet/>
      <dgm:spPr/>
      <dgm:t>
        <a:bodyPr/>
        <a:lstStyle/>
        <a:p>
          <a:endParaRPr lang="en-US"/>
        </a:p>
      </dgm:t>
    </dgm:pt>
    <dgm:pt modelId="{0CEC94A9-C4BB-4BC1-87FD-CFB4DEEBDCE3}" type="sibTrans" cxnId="{C8168C69-A55A-498E-BC36-52CD00D8ABDA}">
      <dgm:prSet/>
      <dgm:spPr/>
      <dgm:t>
        <a:bodyPr/>
        <a:lstStyle/>
        <a:p>
          <a:endParaRPr lang="en-US"/>
        </a:p>
      </dgm:t>
    </dgm:pt>
    <dgm:pt modelId="{0B5E3C39-C694-49BC-AC0C-9DD27A1DFBEC}">
      <dgm:prSet/>
      <dgm:spPr/>
      <dgm:t>
        <a:bodyPr/>
        <a:lstStyle/>
        <a:p>
          <a:r>
            <a:rPr lang="en-US"/>
            <a:t>Execute tasks exactly as programmed</a:t>
          </a:r>
        </a:p>
      </dgm:t>
    </dgm:pt>
    <dgm:pt modelId="{74E2ED92-D22B-49D0-827C-EC3BC7EB7E92}" type="parTrans" cxnId="{24C02A14-6836-4CEA-B56E-4458B70BE580}">
      <dgm:prSet/>
      <dgm:spPr/>
      <dgm:t>
        <a:bodyPr/>
        <a:lstStyle/>
        <a:p>
          <a:endParaRPr lang="en-US"/>
        </a:p>
      </dgm:t>
    </dgm:pt>
    <dgm:pt modelId="{866BEC7E-2E66-456B-8C90-AA585E4AB516}" type="sibTrans" cxnId="{24C02A14-6836-4CEA-B56E-4458B70BE580}">
      <dgm:prSet/>
      <dgm:spPr/>
      <dgm:t>
        <a:bodyPr/>
        <a:lstStyle/>
        <a:p>
          <a:endParaRPr lang="en-US"/>
        </a:p>
      </dgm:t>
    </dgm:pt>
    <dgm:pt modelId="{D51C3931-A2CA-4E19-92F2-4CB2A745294E}">
      <dgm:prSet/>
      <dgm:spPr/>
      <dgm:t>
        <a:bodyPr/>
        <a:lstStyle/>
        <a:p>
          <a:r>
            <a:rPr lang="en-US"/>
            <a:t>No deviation from predefined logic</a:t>
          </a:r>
        </a:p>
      </dgm:t>
    </dgm:pt>
    <dgm:pt modelId="{25AF5756-594D-4848-BE5F-CFC65C85D442}" type="parTrans" cxnId="{2EF82F5A-0D18-4EBB-A309-5D35B85E27BD}">
      <dgm:prSet/>
      <dgm:spPr/>
      <dgm:t>
        <a:bodyPr/>
        <a:lstStyle/>
        <a:p>
          <a:endParaRPr lang="en-US"/>
        </a:p>
      </dgm:t>
    </dgm:pt>
    <dgm:pt modelId="{31A93F44-85C2-44F1-A75B-3013927BA8B0}" type="sibTrans" cxnId="{2EF82F5A-0D18-4EBB-A309-5D35B85E27BD}">
      <dgm:prSet/>
      <dgm:spPr/>
      <dgm:t>
        <a:bodyPr/>
        <a:lstStyle/>
        <a:p>
          <a:endParaRPr lang="en-US"/>
        </a:p>
      </dgm:t>
    </dgm:pt>
    <dgm:pt modelId="{9B4023D9-4122-4EE5-B346-BB6A26F141A4}">
      <dgm:prSet/>
      <dgm:spPr/>
      <dgm:t>
        <a:bodyPr/>
        <a:lstStyle/>
        <a:p>
          <a:r>
            <a:rPr lang="en-US" b="1"/>
            <a:t>Think Slow</a:t>
          </a:r>
          <a:endParaRPr lang="en-US"/>
        </a:p>
      </dgm:t>
    </dgm:pt>
    <dgm:pt modelId="{0E1DA6A6-2ECF-4FE4-870E-B437133174C1}" type="parTrans" cxnId="{E1A09530-D38B-4B16-BC6B-767D7A7C5387}">
      <dgm:prSet/>
      <dgm:spPr/>
      <dgm:t>
        <a:bodyPr/>
        <a:lstStyle/>
        <a:p>
          <a:endParaRPr lang="en-US"/>
        </a:p>
      </dgm:t>
    </dgm:pt>
    <dgm:pt modelId="{01E86CAE-8675-471F-9DA3-E1DDD17833BF}" type="sibTrans" cxnId="{E1A09530-D38B-4B16-BC6B-767D7A7C5387}">
      <dgm:prSet/>
      <dgm:spPr/>
      <dgm:t>
        <a:bodyPr/>
        <a:lstStyle/>
        <a:p>
          <a:endParaRPr lang="en-US"/>
        </a:p>
      </dgm:t>
    </dgm:pt>
    <dgm:pt modelId="{7B906F26-703D-4B3F-9BD4-21EE3095FEE3}">
      <dgm:prSet/>
      <dgm:spPr/>
      <dgm:t>
        <a:bodyPr/>
        <a:lstStyle/>
        <a:p>
          <a:r>
            <a:rPr lang="en-US"/>
            <a:t>Create a plan</a:t>
          </a:r>
        </a:p>
      </dgm:t>
    </dgm:pt>
    <dgm:pt modelId="{EB652EF1-F219-45AF-9B18-E4BDE7B33D0A}" type="parTrans" cxnId="{A8F00947-3880-4371-96F5-96B1A40EAEF9}">
      <dgm:prSet/>
      <dgm:spPr/>
      <dgm:t>
        <a:bodyPr/>
        <a:lstStyle/>
        <a:p>
          <a:endParaRPr lang="en-US"/>
        </a:p>
      </dgm:t>
    </dgm:pt>
    <dgm:pt modelId="{27F8C75F-F5D7-4187-AE74-6AE59E3C8AF1}" type="sibTrans" cxnId="{A8F00947-3880-4371-96F5-96B1A40EAEF9}">
      <dgm:prSet/>
      <dgm:spPr/>
      <dgm:t>
        <a:bodyPr/>
        <a:lstStyle/>
        <a:p>
          <a:endParaRPr lang="en-US"/>
        </a:p>
      </dgm:t>
    </dgm:pt>
    <dgm:pt modelId="{FCB195EA-92F2-4225-8645-0DFE59384603}">
      <dgm:prSet/>
      <dgm:spPr/>
      <dgm:t>
        <a:bodyPr/>
        <a:lstStyle/>
        <a:p>
          <a:r>
            <a:rPr lang="en-US"/>
            <a:t>Solve each step sequentially</a:t>
          </a:r>
        </a:p>
      </dgm:t>
    </dgm:pt>
    <dgm:pt modelId="{0D9C1934-B7D0-46D2-B334-C93FF3133279}" type="parTrans" cxnId="{5C2C633D-942D-42F6-8CF5-C0915E7045AC}">
      <dgm:prSet/>
      <dgm:spPr/>
      <dgm:t>
        <a:bodyPr/>
        <a:lstStyle/>
        <a:p>
          <a:endParaRPr lang="en-US"/>
        </a:p>
      </dgm:t>
    </dgm:pt>
    <dgm:pt modelId="{EF6BDD96-134A-4982-AED4-DF21C9A36BB0}" type="sibTrans" cxnId="{5C2C633D-942D-42F6-8CF5-C0915E7045AC}">
      <dgm:prSet/>
      <dgm:spPr/>
      <dgm:t>
        <a:bodyPr/>
        <a:lstStyle/>
        <a:p>
          <a:endParaRPr lang="en-US"/>
        </a:p>
      </dgm:t>
    </dgm:pt>
    <dgm:pt modelId="{391DA9A4-1787-4A12-A2E9-3D1FF73D0241}">
      <dgm:prSet/>
      <dgm:spPr/>
      <dgm:t>
        <a:bodyPr/>
        <a:lstStyle/>
        <a:p>
          <a:r>
            <a:rPr lang="en-US"/>
            <a:t>Reevaluate and adjust the plan if needed</a:t>
          </a:r>
        </a:p>
      </dgm:t>
    </dgm:pt>
    <dgm:pt modelId="{9C0A9C80-069E-45F7-8184-2853DE3FB42A}" type="parTrans" cxnId="{D601659C-628F-43B8-B0F2-1A4FFD8A2DD8}">
      <dgm:prSet/>
      <dgm:spPr/>
      <dgm:t>
        <a:bodyPr/>
        <a:lstStyle/>
        <a:p>
          <a:endParaRPr lang="en-US"/>
        </a:p>
      </dgm:t>
    </dgm:pt>
    <dgm:pt modelId="{DE745181-BB58-4D7A-B38B-2941BE138CF0}" type="sibTrans" cxnId="{D601659C-628F-43B8-B0F2-1A4FFD8A2DD8}">
      <dgm:prSet/>
      <dgm:spPr/>
      <dgm:t>
        <a:bodyPr/>
        <a:lstStyle/>
        <a:p>
          <a:endParaRPr lang="en-US"/>
        </a:p>
      </dgm:t>
    </dgm:pt>
    <dgm:pt modelId="{0033104D-B026-47C6-8EF2-9F6C48AB30ED}">
      <dgm:prSet/>
      <dgm:spPr/>
      <dgm:t>
        <a:bodyPr/>
        <a:lstStyle/>
        <a:p>
          <a:r>
            <a:rPr lang="en-US" b="1"/>
            <a:t>Agentic Approach</a:t>
          </a:r>
          <a:endParaRPr lang="en-US"/>
        </a:p>
      </dgm:t>
    </dgm:pt>
    <dgm:pt modelId="{91AED540-52A8-4779-BCB5-2AE6BC8D03DE}" type="parTrans" cxnId="{910C8960-CF6B-4014-94E9-2CEEDBA1B7FB}">
      <dgm:prSet/>
      <dgm:spPr/>
      <dgm:t>
        <a:bodyPr/>
        <a:lstStyle/>
        <a:p>
          <a:endParaRPr lang="en-US"/>
        </a:p>
      </dgm:t>
    </dgm:pt>
    <dgm:pt modelId="{F07FC803-133C-41D3-9E22-94FF7A06A281}" type="sibTrans" cxnId="{910C8960-CF6B-4014-94E9-2CEEDBA1B7FB}">
      <dgm:prSet/>
      <dgm:spPr/>
      <dgm:t>
        <a:bodyPr/>
        <a:lstStyle/>
        <a:p>
          <a:endParaRPr lang="en-US"/>
        </a:p>
      </dgm:t>
    </dgm:pt>
    <dgm:pt modelId="{9AC42564-28DF-4BCA-9FD2-DC26C851130D}">
      <dgm:prSet/>
      <dgm:spPr/>
      <dgm:t>
        <a:bodyPr/>
        <a:lstStyle/>
        <a:p>
          <a:r>
            <a:rPr lang="en-US" dirty="0"/>
            <a:t>When an </a:t>
          </a:r>
          <a:r>
            <a:rPr lang="en-US" b="1" dirty="0"/>
            <a:t>LLM controls the decision-making process</a:t>
          </a:r>
          <a:r>
            <a:rPr lang="en-US" dirty="0"/>
            <a:t>, the system becomes </a:t>
          </a:r>
          <a:r>
            <a:rPr lang="en-US" b="1" dirty="0"/>
            <a:t>agentic</a:t>
          </a:r>
          <a:r>
            <a:rPr lang="en-US" dirty="0"/>
            <a:t>.</a:t>
          </a:r>
        </a:p>
      </dgm:t>
    </dgm:pt>
    <dgm:pt modelId="{3C8155D0-9951-4FC2-A7D9-186F7537CD0E}" type="parTrans" cxnId="{813DCB06-0B96-429D-AB93-42CED15CCE68}">
      <dgm:prSet/>
      <dgm:spPr/>
      <dgm:t>
        <a:bodyPr/>
        <a:lstStyle/>
        <a:p>
          <a:endParaRPr lang="en-US"/>
        </a:p>
      </dgm:t>
    </dgm:pt>
    <dgm:pt modelId="{8A8DFEFE-EDA6-493E-AA1A-90771FF977D2}" type="sibTrans" cxnId="{813DCB06-0B96-429D-AB93-42CED15CCE68}">
      <dgm:prSet/>
      <dgm:spPr/>
      <dgm:t>
        <a:bodyPr/>
        <a:lstStyle/>
        <a:p>
          <a:endParaRPr lang="en-US"/>
        </a:p>
      </dgm:t>
    </dgm:pt>
    <dgm:pt modelId="{83AAC809-0859-407B-8F28-319FC8FB5186}">
      <dgm:prSet/>
      <dgm:spPr/>
      <dgm:t>
        <a:bodyPr/>
        <a:lstStyle/>
        <a:p>
          <a:r>
            <a:rPr lang="en-US" dirty="0"/>
            <a:t>The model decides:</a:t>
          </a:r>
        </a:p>
      </dgm:t>
    </dgm:pt>
    <dgm:pt modelId="{85390917-F48C-4889-8F5C-0A2661A82DC7}" type="parTrans" cxnId="{A407CD0F-2481-400E-86CE-5451B3F43BC7}">
      <dgm:prSet/>
      <dgm:spPr/>
      <dgm:t>
        <a:bodyPr/>
        <a:lstStyle/>
        <a:p>
          <a:endParaRPr lang="en-US"/>
        </a:p>
      </dgm:t>
    </dgm:pt>
    <dgm:pt modelId="{5A44101F-1EAB-4F7C-864E-83FE93EA4BAB}" type="sibTrans" cxnId="{A407CD0F-2481-400E-86CE-5451B3F43BC7}">
      <dgm:prSet/>
      <dgm:spPr/>
      <dgm:t>
        <a:bodyPr/>
        <a:lstStyle/>
        <a:p>
          <a:endParaRPr lang="en-US"/>
        </a:p>
      </dgm:t>
    </dgm:pt>
    <dgm:pt modelId="{D1163304-EB49-4040-BF52-C89E8A92B85A}">
      <dgm:prSet/>
      <dgm:spPr/>
      <dgm:t>
        <a:bodyPr/>
        <a:lstStyle/>
        <a:p>
          <a:r>
            <a:rPr lang="en-US" dirty="0"/>
            <a:t>How to solve the problem</a:t>
          </a:r>
        </a:p>
      </dgm:t>
    </dgm:pt>
    <dgm:pt modelId="{FA77FDEE-DD87-419C-8167-3FADEB47DC97}" type="parTrans" cxnId="{254BF999-2F87-4F0C-83C2-EB5A0444244C}">
      <dgm:prSet/>
      <dgm:spPr/>
      <dgm:t>
        <a:bodyPr/>
        <a:lstStyle/>
        <a:p>
          <a:endParaRPr lang="en-US"/>
        </a:p>
      </dgm:t>
    </dgm:pt>
    <dgm:pt modelId="{2962DE0E-A33C-4D14-80BE-A5306FFAC16F}" type="sibTrans" cxnId="{254BF999-2F87-4F0C-83C2-EB5A0444244C}">
      <dgm:prSet/>
      <dgm:spPr/>
      <dgm:t>
        <a:bodyPr/>
        <a:lstStyle/>
        <a:p>
          <a:endParaRPr lang="en-US"/>
        </a:p>
      </dgm:t>
    </dgm:pt>
    <dgm:pt modelId="{144C7610-42B5-46D5-B3F8-00DD8AFE4D45}">
      <dgm:prSet/>
      <dgm:spPr/>
      <dgm:t>
        <a:bodyPr/>
        <a:lstStyle/>
        <a:p>
          <a:r>
            <a:rPr lang="en-US" dirty="0"/>
            <a:t>What steps to take</a:t>
          </a:r>
        </a:p>
      </dgm:t>
    </dgm:pt>
    <dgm:pt modelId="{16C9772E-5E07-41D6-AF8C-3B92A030DAD7}" type="parTrans" cxnId="{340C0B6A-F6FA-4A57-B830-F313C1B86980}">
      <dgm:prSet/>
      <dgm:spPr/>
      <dgm:t>
        <a:bodyPr/>
        <a:lstStyle/>
        <a:p>
          <a:endParaRPr lang="en-US"/>
        </a:p>
      </dgm:t>
    </dgm:pt>
    <dgm:pt modelId="{45A8F6B0-8551-4547-BB71-D16F60735B48}" type="sibTrans" cxnId="{340C0B6A-F6FA-4A57-B830-F313C1B86980}">
      <dgm:prSet/>
      <dgm:spPr/>
      <dgm:t>
        <a:bodyPr/>
        <a:lstStyle/>
        <a:p>
          <a:endParaRPr lang="en-US"/>
        </a:p>
      </dgm:t>
    </dgm:pt>
    <dgm:pt modelId="{5F1EC9B5-86F8-4A50-8E0E-0116299E09E8}">
      <dgm:prSet/>
      <dgm:spPr/>
      <dgm:t>
        <a:bodyPr/>
        <a:lstStyle/>
        <a:p>
          <a:r>
            <a:rPr lang="en-US" dirty="0"/>
            <a:t>Which tools to use</a:t>
          </a:r>
          <a:br>
            <a:rPr lang="en-US" dirty="0"/>
          </a:br>
          <a:endParaRPr lang="en-US" dirty="0"/>
        </a:p>
      </dgm:t>
    </dgm:pt>
    <dgm:pt modelId="{7B70E323-0BC6-4EED-BF04-C38950BDBB7B}" type="parTrans" cxnId="{601FF4CB-4302-4C27-9758-D1B018315548}">
      <dgm:prSet/>
      <dgm:spPr/>
      <dgm:t>
        <a:bodyPr/>
        <a:lstStyle/>
        <a:p>
          <a:endParaRPr lang="en-US"/>
        </a:p>
      </dgm:t>
    </dgm:pt>
    <dgm:pt modelId="{10971B86-1378-4D5F-9B09-E63E06B707E8}" type="sibTrans" cxnId="{601FF4CB-4302-4C27-9758-D1B018315548}">
      <dgm:prSet/>
      <dgm:spPr/>
      <dgm:t>
        <a:bodyPr/>
        <a:lstStyle/>
        <a:p>
          <a:endParaRPr lang="en-US"/>
        </a:p>
      </dgm:t>
    </dgm:pt>
    <dgm:pt modelId="{7D8694D6-BC56-4B86-BA01-1F86A243C1E9}" type="pres">
      <dgm:prSet presAssocID="{1C6F3D82-D989-4FA1-BB0C-641291477CC8}" presName="Name0" presStyleCnt="0">
        <dgm:presLayoutVars>
          <dgm:dir/>
          <dgm:animLvl val="lvl"/>
          <dgm:resizeHandles val="exact"/>
        </dgm:presLayoutVars>
      </dgm:prSet>
      <dgm:spPr/>
    </dgm:pt>
    <dgm:pt modelId="{4F503903-66F6-45C6-AE89-CE5C1F9E3A67}" type="pres">
      <dgm:prSet presAssocID="{9CCC6CBB-1FE9-4347-BB6D-8860010C7861}" presName="composite" presStyleCnt="0"/>
      <dgm:spPr/>
    </dgm:pt>
    <dgm:pt modelId="{F8B60CB2-6F21-4767-9DFD-46561F0B93B2}" type="pres">
      <dgm:prSet presAssocID="{9CCC6CBB-1FE9-4347-BB6D-8860010C7861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E0239F77-229C-483C-BAFF-318E4EC41C96}" type="pres">
      <dgm:prSet presAssocID="{9CCC6CBB-1FE9-4347-BB6D-8860010C7861}" presName="desTx" presStyleLbl="alignAccFollowNode1" presStyleIdx="0" presStyleCnt="5">
        <dgm:presLayoutVars>
          <dgm:bulletEnabled val="1"/>
        </dgm:presLayoutVars>
      </dgm:prSet>
      <dgm:spPr/>
    </dgm:pt>
    <dgm:pt modelId="{58B17EB3-1628-4AAF-B0C8-124F9700AEF8}" type="pres">
      <dgm:prSet presAssocID="{3ECB8EFE-166F-4598-93D5-B0079D529788}" presName="space" presStyleCnt="0"/>
      <dgm:spPr/>
    </dgm:pt>
    <dgm:pt modelId="{D4ED56F4-2136-47A6-8096-546C4D6F90EC}" type="pres">
      <dgm:prSet presAssocID="{EC80163A-7F54-4647-ABC9-2C8922F9FAF6}" presName="composite" presStyleCnt="0"/>
      <dgm:spPr/>
    </dgm:pt>
    <dgm:pt modelId="{FAB2285E-D273-4D21-9A16-C5019A9C111B}" type="pres">
      <dgm:prSet presAssocID="{EC80163A-7F54-4647-ABC9-2C8922F9FAF6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C9FBB3D4-E351-4A18-AEF5-37C8E8240B38}" type="pres">
      <dgm:prSet presAssocID="{EC80163A-7F54-4647-ABC9-2C8922F9FAF6}" presName="desTx" presStyleLbl="alignAccFollowNode1" presStyleIdx="1" presStyleCnt="5">
        <dgm:presLayoutVars>
          <dgm:bulletEnabled val="1"/>
        </dgm:presLayoutVars>
      </dgm:prSet>
      <dgm:spPr/>
    </dgm:pt>
    <dgm:pt modelId="{542A0F83-C01F-47B8-A866-5352A723908B}" type="pres">
      <dgm:prSet presAssocID="{326BEC7A-D1FD-4E79-B724-89C629E89C74}" presName="space" presStyleCnt="0"/>
      <dgm:spPr/>
    </dgm:pt>
    <dgm:pt modelId="{786191A6-14E6-4582-BAF6-AAB500D13433}" type="pres">
      <dgm:prSet presAssocID="{8B509C4B-B9DF-40C1-80C9-B68BBFF88589}" presName="composite" presStyleCnt="0"/>
      <dgm:spPr/>
    </dgm:pt>
    <dgm:pt modelId="{C0941BDB-5D7C-48CB-9AA0-8AD16F823B9D}" type="pres">
      <dgm:prSet presAssocID="{8B509C4B-B9DF-40C1-80C9-B68BBFF88589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9357E40D-7424-47DB-96D7-E53D23C74F27}" type="pres">
      <dgm:prSet presAssocID="{8B509C4B-B9DF-40C1-80C9-B68BBFF88589}" presName="desTx" presStyleLbl="alignAccFollowNode1" presStyleIdx="2" presStyleCnt="5">
        <dgm:presLayoutVars>
          <dgm:bulletEnabled val="1"/>
        </dgm:presLayoutVars>
      </dgm:prSet>
      <dgm:spPr/>
    </dgm:pt>
    <dgm:pt modelId="{48CFC425-0E6A-403B-91F9-C159851C7B0D}" type="pres">
      <dgm:prSet presAssocID="{C4C3939F-4169-4D16-A184-DEFBBB694598}" presName="space" presStyleCnt="0"/>
      <dgm:spPr/>
    </dgm:pt>
    <dgm:pt modelId="{A7C84A49-34DB-4DC5-8B21-B5F45DB60368}" type="pres">
      <dgm:prSet presAssocID="{9B4023D9-4122-4EE5-B346-BB6A26F141A4}" presName="composite" presStyleCnt="0"/>
      <dgm:spPr/>
    </dgm:pt>
    <dgm:pt modelId="{3C3DD17F-94B1-4C99-B715-09BE38438DC1}" type="pres">
      <dgm:prSet presAssocID="{9B4023D9-4122-4EE5-B346-BB6A26F141A4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5E81B2AD-1D3B-4D58-AE43-ED3E2BC74D22}" type="pres">
      <dgm:prSet presAssocID="{9B4023D9-4122-4EE5-B346-BB6A26F141A4}" presName="desTx" presStyleLbl="alignAccFollowNode1" presStyleIdx="3" presStyleCnt="5">
        <dgm:presLayoutVars>
          <dgm:bulletEnabled val="1"/>
        </dgm:presLayoutVars>
      </dgm:prSet>
      <dgm:spPr/>
    </dgm:pt>
    <dgm:pt modelId="{5075AC54-5FA5-4652-BF29-EDBB11660256}" type="pres">
      <dgm:prSet presAssocID="{01E86CAE-8675-471F-9DA3-E1DDD17833BF}" presName="space" presStyleCnt="0"/>
      <dgm:spPr/>
    </dgm:pt>
    <dgm:pt modelId="{EB6D4489-01C0-47DF-B723-0CDCB2050386}" type="pres">
      <dgm:prSet presAssocID="{0033104D-B026-47C6-8EF2-9F6C48AB30ED}" presName="composite" presStyleCnt="0"/>
      <dgm:spPr/>
    </dgm:pt>
    <dgm:pt modelId="{DDE49560-C9EA-4635-BD9C-FB214965EFFC}" type="pres">
      <dgm:prSet presAssocID="{0033104D-B026-47C6-8EF2-9F6C48AB30ED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2E79C17A-392B-4271-B2B2-B15D4A587DAD}" type="pres">
      <dgm:prSet presAssocID="{0033104D-B026-47C6-8EF2-9F6C48AB30ED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813DCB06-0B96-429D-AB93-42CED15CCE68}" srcId="{0033104D-B026-47C6-8EF2-9F6C48AB30ED}" destId="{9AC42564-28DF-4BCA-9FD2-DC26C851130D}" srcOrd="0" destOrd="0" parTransId="{3C8155D0-9951-4FC2-A7D9-186F7537CD0E}" sibTransId="{8A8DFEFE-EDA6-493E-AA1A-90771FF977D2}"/>
    <dgm:cxn modelId="{97A58C07-50F4-4C02-A1BA-4F00A43D9CCD}" srcId="{1C6F3D82-D989-4FA1-BB0C-641291477CC8}" destId="{EC80163A-7F54-4647-ABC9-2C8922F9FAF6}" srcOrd="1" destOrd="0" parTransId="{0621150B-3ED0-4EE7-BE2B-574ADE36A147}" sibTransId="{326BEC7A-D1FD-4E79-B724-89C629E89C74}"/>
    <dgm:cxn modelId="{A407CD0F-2481-400E-86CE-5451B3F43BC7}" srcId="{0033104D-B026-47C6-8EF2-9F6C48AB30ED}" destId="{83AAC809-0859-407B-8F28-319FC8FB5186}" srcOrd="1" destOrd="0" parTransId="{85390917-F48C-4889-8F5C-0A2661A82DC7}" sibTransId="{5A44101F-1EAB-4F7C-864E-83FE93EA4BAB}"/>
    <dgm:cxn modelId="{48FF5610-C8D4-42B8-8962-78279F4A6395}" type="presOf" srcId="{5F1EC9B5-86F8-4A50-8E0E-0116299E09E8}" destId="{2E79C17A-392B-4271-B2B2-B15D4A587DAD}" srcOrd="0" destOrd="4" presId="urn:microsoft.com/office/officeart/2005/8/layout/hList1"/>
    <dgm:cxn modelId="{24C02A14-6836-4CEA-B56E-4458B70BE580}" srcId="{8B509C4B-B9DF-40C1-80C9-B68BBFF88589}" destId="{0B5E3C39-C694-49BC-AC0C-9DD27A1DFBEC}" srcOrd="1" destOrd="0" parTransId="{74E2ED92-D22B-49D0-827C-EC3BC7EB7E92}" sibTransId="{866BEC7E-2E66-456B-8C90-AA585E4AB516}"/>
    <dgm:cxn modelId="{E61B662E-FCAA-4222-A186-85BBA5C5021F}" type="presOf" srcId="{144C7610-42B5-46D5-B3F8-00DD8AFE4D45}" destId="{2E79C17A-392B-4271-B2B2-B15D4A587DAD}" srcOrd="0" destOrd="3" presId="urn:microsoft.com/office/officeart/2005/8/layout/hList1"/>
    <dgm:cxn modelId="{E1A09530-D38B-4B16-BC6B-767D7A7C5387}" srcId="{1C6F3D82-D989-4FA1-BB0C-641291477CC8}" destId="{9B4023D9-4122-4EE5-B346-BB6A26F141A4}" srcOrd="3" destOrd="0" parTransId="{0E1DA6A6-2ECF-4FE4-870E-B437133174C1}" sibTransId="{01E86CAE-8675-471F-9DA3-E1DDD17833BF}"/>
    <dgm:cxn modelId="{14B04338-ED89-4A8C-8DEC-0FBBF243ACC0}" srcId="{EC80163A-7F54-4647-ABC9-2C8922F9FAF6}" destId="{87AA6B4E-73A1-4C4D-9C78-13F808E307A7}" srcOrd="1" destOrd="0" parTransId="{F4440D67-3288-4C24-BE85-6100156F2D4B}" sibTransId="{D820DB4F-293F-4524-8891-569DD5ED82A5}"/>
    <dgm:cxn modelId="{DE87D93A-F681-4F93-B9C5-881849CF2984}" type="presOf" srcId="{0033104D-B026-47C6-8EF2-9F6C48AB30ED}" destId="{DDE49560-C9EA-4635-BD9C-FB214965EFFC}" srcOrd="0" destOrd="0" presId="urn:microsoft.com/office/officeart/2005/8/layout/hList1"/>
    <dgm:cxn modelId="{5C2C633D-942D-42F6-8CF5-C0915E7045AC}" srcId="{9B4023D9-4122-4EE5-B346-BB6A26F141A4}" destId="{FCB195EA-92F2-4225-8645-0DFE59384603}" srcOrd="1" destOrd="0" parTransId="{0D9C1934-B7D0-46D2-B334-C93FF3133279}" sibTransId="{EF6BDD96-134A-4982-AED4-DF21C9A36BB0}"/>
    <dgm:cxn modelId="{8C8E973F-FED8-46F9-9340-7D4B6CC41932}" type="presOf" srcId="{7B906F26-703D-4B3F-9BD4-21EE3095FEE3}" destId="{5E81B2AD-1D3B-4D58-AE43-ED3E2BC74D22}" srcOrd="0" destOrd="0" presId="urn:microsoft.com/office/officeart/2005/8/layout/hList1"/>
    <dgm:cxn modelId="{910C8960-CF6B-4014-94E9-2CEEDBA1B7FB}" srcId="{1C6F3D82-D989-4FA1-BB0C-641291477CC8}" destId="{0033104D-B026-47C6-8EF2-9F6C48AB30ED}" srcOrd="4" destOrd="0" parTransId="{91AED540-52A8-4779-BCB5-2AE6BC8D03DE}" sibTransId="{F07FC803-133C-41D3-9E22-94FF7A06A281}"/>
    <dgm:cxn modelId="{4A2F7F43-C9CC-4B25-9501-55A1BA598316}" type="presOf" srcId="{7F8842AC-7E73-4F82-A176-37B46AD58428}" destId="{C9FBB3D4-E351-4A18-AEF5-37C8E8240B38}" srcOrd="0" destOrd="0" presId="urn:microsoft.com/office/officeart/2005/8/layout/hList1"/>
    <dgm:cxn modelId="{6A9FA663-9FF4-4BCC-A056-141738F344D0}" srcId="{1C6F3D82-D989-4FA1-BB0C-641291477CC8}" destId="{9CCC6CBB-1FE9-4347-BB6D-8860010C7861}" srcOrd="0" destOrd="0" parTransId="{6AA34E49-3A6E-4331-B107-AA649291734D}" sibTransId="{3ECB8EFE-166F-4598-93D5-B0079D529788}"/>
    <dgm:cxn modelId="{4FF33F45-77CF-46B1-8159-861949A366DA}" type="presOf" srcId="{EC80163A-7F54-4647-ABC9-2C8922F9FAF6}" destId="{FAB2285E-D273-4D21-9A16-C5019A9C111B}" srcOrd="0" destOrd="0" presId="urn:microsoft.com/office/officeart/2005/8/layout/hList1"/>
    <dgm:cxn modelId="{A8F00947-3880-4371-96F5-96B1A40EAEF9}" srcId="{9B4023D9-4122-4EE5-B346-BB6A26F141A4}" destId="{7B906F26-703D-4B3F-9BD4-21EE3095FEE3}" srcOrd="0" destOrd="0" parTransId="{EB652EF1-F219-45AF-9B18-E4BDE7B33D0A}" sibTransId="{27F8C75F-F5D7-4187-AE74-6AE59E3C8AF1}"/>
    <dgm:cxn modelId="{03B50169-E792-4780-93C1-33BE4B31D8AC}" type="presOf" srcId="{FCB195EA-92F2-4225-8645-0DFE59384603}" destId="{5E81B2AD-1D3B-4D58-AE43-ED3E2BC74D22}" srcOrd="0" destOrd="1" presId="urn:microsoft.com/office/officeart/2005/8/layout/hList1"/>
    <dgm:cxn modelId="{C8168C69-A55A-498E-BC36-52CD00D8ABDA}" srcId="{8B509C4B-B9DF-40C1-80C9-B68BBFF88589}" destId="{C6F94235-CF33-4705-B532-67CD0877713E}" srcOrd="0" destOrd="0" parTransId="{941AFF3B-EC39-48CD-9A66-675C64851B2E}" sibTransId="{0CEC94A9-C4BB-4BC1-87FD-CFB4DEEBDCE3}"/>
    <dgm:cxn modelId="{340C0B6A-F6FA-4A57-B830-F313C1B86980}" srcId="{0033104D-B026-47C6-8EF2-9F6C48AB30ED}" destId="{144C7610-42B5-46D5-B3F8-00DD8AFE4D45}" srcOrd="3" destOrd="0" parTransId="{16C9772E-5E07-41D6-AF8C-3B92A030DAD7}" sibTransId="{45A8F6B0-8551-4547-BB71-D16F60735B48}"/>
    <dgm:cxn modelId="{32863E53-7527-42D9-9DFB-A638BECCB8AD}" srcId="{1C6F3D82-D989-4FA1-BB0C-641291477CC8}" destId="{8B509C4B-B9DF-40C1-80C9-B68BBFF88589}" srcOrd="2" destOrd="0" parTransId="{1EB1233D-68A2-443C-8645-1503E6F92E32}" sibTransId="{C4C3939F-4169-4D16-A184-DEFBBB694598}"/>
    <dgm:cxn modelId="{34708A73-40EB-430F-B556-1ACC982F958E}" type="presOf" srcId="{9CCC6CBB-1FE9-4347-BB6D-8860010C7861}" destId="{F8B60CB2-6F21-4767-9DFD-46561F0B93B2}" srcOrd="0" destOrd="0" presId="urn:microsoft.com/office/officeart/2005/8/layout/hList1"/>
    <dgm:cxn modelId="{2EF82F5A-0D18-4EBB-A309-5D35B85E27BD}" srcId="{8B509C4B-B9DF-40C1-80C9-B68BBFF88589}" destId="{D51C3931-A2CA-4E19-92F2-4CB2A745294E}" srcOrd="2" destOrd="0" parTransId="{25AF5756-594D-4848-BE5F-CFC65C85D442}" sibTransId="{31A93F44-85C2-44F1-A75B-3013927BA8B0}"/>
    <dgm:cxn modelId="{5615F77B-3AE0-465F-BF07-CC0B9B88CF2C}" type="presOf" srcId="{D51C3931-A2CA-4E19-92F2-4CB2A745294E}" destId="{9357E40D-7424-47DB-96D7-E53D23C74F27}" srcOrd="0" destOrd="2" presId="urn:microsoft.com/office/officeart/2005/8/layout/hList1"/>
    <dgm:cxn modelId="{1E3EEE8B-B58B-4AE3-960E-F89DB5694A98}" type="presOf" srcId="{BBE9B5C5-AE9E-4814-9032-D2E3AC6DE32E}" destId="{C9FBB3D4-E351-4A18-AEF5-37C8E8240B38}" srcOrd="0" destOrd="3" presId="urn:microsoft.com/office/officeart/2005/8/layout/hList1"/>
    <dgm:cxn modelId="{8BE9CC95-46D4-46B0-9010-9E189C59E13F}" type="presOf" srcId="{391DA9A4-1787-4A12-A2E9-3D1FF73D0241}" destId="{5E81B2AD-1D3B-4D58-AE43-ED3E2BC74D22}" srcOrd="0" destOrd="2" presId="urn:microsoft.com/office/officeart/2005/8/layout/hList1"/>
    <dgm:cxn modelId="{254BF999-2F87-4F0C-83C2-EB5A0444244C}" srcId="{0033104D-B026-47C6-8EF2-9F6C48AB30ED}" destId="{D1163304-EB49-4040-BF52-C89E8A92B85A}" srcOrd="2" destOrd="0" parTransId="{FA77FDEE-DD87-419C-8167-3FADEB47DC97}" sibTransId="{2962DE0E-A33C-4D14-80BE-A5306FFAC16F}"/>
    <dgm:cxn modelId="{D601659C-628F-43B8-B0F2-1A4FFD8A2DD8}" srcId="{9B4023D9-4122-4EE5-B346-BB6A26F141A4}" destId="{391DA9A4-1787-4A12-A2E9-3D1FF73D0241}" srcOrd="2" destOrd="0" parTransId="{9C0A9C80-069E-45F7-8184-2853DE3FB42A}" sibTransId="{DE745181-BB58-4D7A-B38B-2941BE138CF0}"/>
    <dgm:cxn modelId="{00054E9D-5A44-4C46-951E-11A331ADB63C}" type="presOf" srcId="{1C6F3D82-D989-4FA1-BB0C-641291477CC8}" destId="{7D8694D6-BC56-4B86-BA01-1F86A243C1E9}" srcOrd="0" destOrd="0" presId="urn:microsoft.com/office/officeart/2005/8/layout/hList1"/>
    <dgm:cxn modelId="{221513A0-D359-4C29-9959-3F59C2863D9A}" type="presOf" srcId="{8B509C4B-B9DF-40C1-80C9-B68BBFF88589}" destId="{C0941BDB-5D7C-48CB-9AA0-8AD16F823B9D}" srcOrd="0" destOrd="0" presId="urn:microsoft.com/office/officeart/2005/8/layout/hList1"/>
    <dgm:cxn modelId="{F5E9D8A0-0F68-4891-AB41-A62C6FBDDB03}" srcId="{9CCC6CBB-1FE9-4347-BB6D-8860010C7861}" destId="{3290ED57-5BD7-4844-9180-6C96601627AC}" srcOrd="0" destOrd="0" parTransId="{2CAB72BD-9902-4446-9037-62D80C68AFBC}" sibTransId="{75265BA0-9F64-42A5-BDBF-46E1BB83DE74}"/>
    <dgm:cxn modelId="{FBCE74A3-455F-466F-8BD0-DC47910898A2}" type="presOf" srcId="{87AA6B4E-73A1-4C4D-9C78-13F808E307A7}" destId="{C9FBB3D4-E351-4A18-AEF5-37C8E8240B38}" srcOrd="0" destOrd="1" presId="urn:microsoft.com/office/officeart/2005/8/layout/hList1"/>
    <dgm:cxn modelId="{33D5CCA5-6CCF-4946-A40C-56B5D1AFF3CF}" srcId="{EC80163A-7F54-4647-ABC9-2C8922F9FAF6}" destId="{7F8842AC-7E73-4F82-A176-37B46AD58428}" srcOrd="0" destOrd="0" parTransId="{7EFCE21B-7CFE-42F3-B351-F2CA3736BCCC}" sibTransId="{F28B8E28-4390-45B5-B724-F68905DCD0C7}"/>
    <dgm:cxn modelId="{F92D36AF-9E62-4832-88D8-7D36D1410378}" type="presOf" srcId="{3290ED57-5BD7-4844-9180-6C96601627AC}" destId="{E0239F77-229C-483C-BAFF-318E4EC41C96}" srcOrd="0" destOrd="0" presId="urn:microsoft.com/office/officeart/2005/8/layout/hList1"/>
    <dgm:cxn modelId="{7B73E1B5-1AD3-4051-9D7A-21F7B6FEC41D}" type="presOf" srcId="{9B4023D9-4122-4EE5-B346-BB6A26F141A4}" destId="{3C3DD17F-94B1-4C99-B715-09BE38438DC1}" srcOrd="0" destOrd="0" presId="urn:microsoft.com/office/officeart/2005/8/layout/hList1"/>
    <dgm:cxn modelId="{F0BC9BB7-C002-437C-807A-79704EC86481}" type="presOf" srcId="{9A21D005-42D0-42D8-8706-CFB848C50B97}" destId="{E0239F77-229C-483C-BAFF-318E4EC41C96}" srcOrd="0" destOrd="1" presId="urn:microsoft.com/office/officeart/2005/8/layout/hList1"/>
    <dgm:cxn modelId="{716500C4-D7CF-4F09-93D9-60DE89431846}" type="presOf" srcId="{B163130E-C840-411A-8033-650E61F68886}" destId="{E0239F77-229C-483C-BAFF-318E4EC41C96}" srcOrd="0" destOrd="2" presId="urn:microsoft.com/office/officeart/2005/8/layout/hList1"/>
    <dgm:cxn modelId="{8817B0C7-FC75-4544-BF47-15D58C5A63FF}" srcId="{9CCC6CBB-1FE9-4347-BB6D-8860010C7861}" destId="{B163130E-C840-411A-8033-650E61F68886}" srcOrd="2" destOrd="0" parTransId="{8FA0A853-583E-401D-93D0-1B93AFC7EBC1}" sibTransId="{D453CB1F-69C8-483B-98F3-C8324F192ED4}"/>
    <dgm:cxn modelId="{601FF4CB-4302-4C27-9758-D1B018315548}" srcId="{0033104D-B026-47C6-8EF2-9F6C48AB30ED}" destId="{5F1EC9B5-86F8-4A50-8E0E-0116299E09E8}" srcOrd="4" destOrd="0" parTransId="{7B70E323-0BC6-4EED-BF04-C38950BDBB7B}" sibTransId="{10971B86-1378-4D5F-9B09-E63E06B707E8}"/>
    <dgm:cxn modelId="{9EDA57D1-01F3-4315-9F4B-21FC935D03F3}" srcId="{EC80163A-7F54-4647-ABC9-2C8922F9FAF6}" destId="{BBE9B5C5-AE9E-4814-9032-D2E3AC6DE32E}" srcOrd="3" destOrd="0" parTransId="{F0459140-0AE2-497F-97CD-AA6045085228}" sibTransId="{4350A6C6-4A11-4D29-885F-33C8F1F37B5B}"/>
    <dgm:cxn modelId="{8C0E3FD9-230D-4834-8ED7-514CF768D08D}" type="presOf" srcId="{0E8A8481-8871-4A44-8A6B-1FC48611A098}" destId="{E0239F77-229C-483C-BAFF-318E4EC41C96}" srcOrd="0" destOrd="3" presId="urn:microsoft.com/office/officeart/2005/8/layout/hList1"/>
    <dgm:cxn modelId="{3C536BD9-0E4E-4BEA-8FCF-50F53291315E}" srcId="{9CCC6CBB-1FE9-4347-BB6D-8860010C7861}" destId="{0E8A8481-8871-4A44-8A6B-1FC48611A098}" srcOrd="3" destOrd="0" parTransId="{E6E51899-B7E5-4D02-83DF-F4A060D519AC}" sibTransId="{9E743ED8-AD40-4673-8B5E-45E631A5EF3A}"/>
    <dgm:cxn modelId="{81F588DD-6787-4FF7-A0A4-45A018E1E411}" type="presOf" srcId="{83AAC809-0859-407B-8F28-319FC8FB5186}" destId="{2E79C17A-392B-4271-B2B2-B15D4A587DAD}" srcOrd="0" destOrd="1" presId="urn:microsoft.com/office/officeart/2005/8/layout/hList1"/>
    <dgm:cxn modelId="{7910D4DD-DF0B-4F33-A2C3-DFBC79BDA0D5}" srcId="{EC80163A-7F54-4647-ABC9-2C8922F9FAF6}" destId="{56653998-C763-444A-9B85-28284626ED0F}" srcOrd="2" destOrd="0" parTransId="{A3D00899-3938-4BA4-8E70-E12A55C77214}" sibTransId="{99A6E69A-6184-405F-B400-C34F40D60585}"/>
    <dgm:cxn modelId="{B0113EF3-1F5F-4E62-99F5-DC46CA49FF99}" srcId="{9CCC6CBB-1FE9-4347-BB6D-8860010C7861}" destId="{9A21D005-42D0-42D8-8706-CFB848C50B97}" srcOrd="1" destOrd="0" parTransId="{5180CBD8-872B-4DD5-94D9-4A04C4710ACA}" sibTransId="{7D48269A-FD17-438E-8D2C-9043CB6DCFC9}"/>
    <dgm:cxn modelId="{5A89C8F3-E2F6-40D3-BE35-98F422A7D76C}" type="presOf" srcId="{0B5E3C39-C694-49BC-AC0C-9DD27A1DFBEC}" destId="{9357E40D-7424-47DB-96D7-E53D23C74F27}" srcOrd="0" destOrd="1" presId="urn:microsoft.com/office/officeart/2005/8/layout/hList1"/>
    <dgm:cxn modelId="{E00FD9F4-1097-4F2B-B7EF-044E4B71218C}" type="presOf" srcId="{9AC42564-28DF-4BCA-9FD2-DC26C851130D}" destId="{2E79C17A-392B-4271-B2B2-B15D4A587DAD}" srcOrd="0" destOrd="0" presId="urn:microsoft.com/office/officeart/2005/8/layout/hList1"/>
    <dgm:cxn modelId="{EE3456F5-6E02-4285-969E-5F31C9BAA738}" type="presOf" srcId="{C6F94235-CF33-4705-B532-67CD0877713E}" destId="{9357E40D-7424-47DB-96D7-E53D23C74F27}" srcOrd="0" destOrd="0" presId="urn:microsoft.com/office/officeart/2005/8/layout/hList1"/>
    <dgm:cxn modelId="{34F965FA-CD2A-4E86-A9D3-CD8A518323AA}" type="presOf" srcId="{D1163304-EB49-4040-BF52-C89E8A92B85A}" destId="{2E79C17A-392B-4271-B2B2-B15D4A587DAD}" srcOrd="0" destOrd="2" presId="urn:microsoft.com/office/officeart/2005/8/layout/hList1"/>
    <dgm:cxn modelId="{B23D8FFB-E6E8-42C2-BC04-2F43EDCC1415}" type="presOf" srcId="{56653998-C763-444A-9B85-28284626ED0F}" destId="{C9FBB3D4-E351-4A18-AEF5-37C8E8240B38}" srcOrd="0" destOrd="2" presId="urn:microsoft.com/office/officeart/2005/8/layout/hList1"/>
    <dgm:cxn modelId="{E041C4F4-131C-4461-A6FD-0D7531B62D71}" type="presParOf" srcId="{7D8694D6-BC56-4B86-BA01-1F86A243C1E9}" destId="{4F503903-66F6-45C6-AE89-CE5C1F9E3A67}" srcOrd="0" destOrd="0" presId="urn:microsoft.com/office/officeart/2005/8/layout/hList1"/>
    <dgm:cxn modelId="{2A7A39AA-2182-4F6D-A045-FEE07A7B295B}" type="presParOf" srcId="{4F503903-66F6-45C6-AE89-CE5C1F9E3A67}" destId="{F8B60CB2-6F21-4767-9DFD-46561F0B93B2}" srcOrd="0" destOrd="0" presId="urn:microsoft.com/office/officeart/2005/8/layout/hList1"/>
    <dgm:cxn modelId="{8AFEEF6A-771C-4329-99E4-2DE91095322E}" type="presParOf" srcId="{4F503903-66F6-45C6-AE89-CE5C1F9E3A67}" destId="{E0239F77-229C-483C-BAFF-318E4EC41C96}" srcOrd="1" destOrd="0" presId="urn:microsoft.com/office/officeart/2005/8/layout/hList1"/>
    <dgm:cxn modelId="{D539FB69-F08A-4E05-90B0-81FB475D3C92}" type="presParOf" srcId="{7D8694D6-BC56-4B86-BA01-1F86A243C1E9}" destId="{58B17EB3-1628-4AAF-B0C8-124F9700AEF8}" srcOrd="1" destOrd="0" presId="urn:microsoft.com/office/officeart/2005/8/layout/hList1"/>
    <dgm:cxn modelId="{DE723EF7-1F44-499C-A630-4CFDE41DDAA3}" type="presParOf" srcId="{7D8694D6-BC56-4B86-BA01-1F86A243C1E9}" destId="{D4ED56F4-2136-47A6-8096-546C4D6F90EC}" srcOrd="2" destOrd="0" presId="urn:microsoft.com/office/officeart/2005/8/layout/hList1"/>
    <dgm:cxn modelId="{4EC5FD06-1359-4EF2-8636-7532710A7F95}" type="presParOf" srcId="{D4ED56F4-2136-47A6-8096-546C4D6F90EC}" destId="{FAB2285E-D273-4D21-9A16-C5019A9C111B}" srcOrd="0" destOrd="0" presId="urn:microsoft.com/office/officeart/2005/8/layout/hList1"/>
    <dgm:cxn modelId="{36D44361-D718-4FAB-90E4-D1B170857404}" type="presParOf" srcId="{D4ED56F4-2136-47A6-8096-546C4D6F90EC}" destId="{C9FBB3D4-E351-4A18-AEF5-37C8E8240B38}" srcOrd="1" destOrd="0" presId="urn:microsoft.com/office/officeart/2005/8/layout/hList1"/>
    <dgm:cxn modelId="{117E5EBF-9B0C-4E9E-ACD9-2346C54790D5}" type="presParOf" srcId="{7D8694D6-BC56-4B86-BA01-1F86A243C1E9}" destId="{542A0F83-C01F-47B8-A866-5352A723908B}" srcOrd="3" destOrd="0" presId="urn:microsoft.com/office/officeart/2005/8/layout/hList1"/>
    <dgm:cxn modelId="{1C178896-D35E-4E97-B6B1-6D4396EDB87F}" type="presParOf" srcId="{7D8694D6-BC56-4B86-BA01-1F86A243C1E9}" destId="{786191A6-14E6-4582-BAF6-AAB500D13433}" srcOrd="4" destOrd="0" presId="urn:microsoft.com/office/officeart/2005/8/layout/hList1"/>
    <dgm:cxn modelId="{85D77AD8-5337-421E-8D26-6381926861A0}" type="presParOf" srcId="{786191A6-14E6-4582-BAF6-AAB500D13433}" destId="{C0941BDB-5D7C-48CB-9AA0-8AD16F823B9D}" srcOrd="0" destOrd="0" presId="urn:microsoft.com/office/officeart/2005/8/layout/hList1"/>
    <dgm:cxn modelId="{686D0E73-9A86-48EF-98FE-9A3CB8415DCE}" type="presParOf" srcId="{786191A6-14E6-4582-BAF6-AAB500D13433}" destId="{9357E40D-7424-47DB-96D7-E53D23C74F27}" srcOrd="1" destOrd="0" presId="urn:microsoft.com/office/officeart/2005/8/layout/hList1"/>
    <dgm:cxn modelId="{39CECE00-B8F0-4C2F-A326-E09456EAF98D}" type="presParOf" srcId="{7D8694D6-BC56-4B86-BA01-1F86A243C1E9}" destId="{48CFC425-0E6A-403B-91F9-C159851C7B0D}" srcOrd="5" destOrd="0" presId="urn:microsoft.com/office/officeart/2005/8/layout/hList1"/>
    <dgm:cxn modelId="{421BF680-7FC3-4DB6-A23C-0F934A8B4C8C}" type="presParOf" srcId="{7D8694D6-BC56-4B86-BA01-1F86A243C1E9}" destId="{A7C84A49-34DB-4DC5-8B21-B5F45DB60368}" srcOrd="6" destOrd="0" presId="urn:microsoft.com/office/officeart/2005/8/layout/hList1"/>
    <dgm:cxn modelId="{3715E563-A72D-4E6F-8BE9-72E50ED9C684}" type="presParOf" srcId="{A7C84A49-34DB-4DC5-8B21-B5F45DB60368}" destId="{3C3DD17F-94B1-4C99-B715-09BE38438DC1}" srcOrd="0" destOrd="0" presId="urn:microsoft.com/office/officeart/2005/8/layout/hList1"/>
    <dgm:cxn modelId="{3F536DB6-28E9-4CA4-B616-F4C09C85ECFE}" type="presParOf" srcId="{A7C84A49-34DB-4DC5-8B21-B5F45DB60368}" destId="{5E81B2AD-1D3B-4D58-AE43-ED3E2BC74D22}" srcOrd="1" destOrd="0" presId="urn:microsoft.com/office/officeart/2005/8/layout/hList1"/>
    <dgm:cxn modelId="{73550B8F-D3E5-45FE-8CD2-25985128B19B}" type="presParOf" srcId="{7D8694D6-BC56-4B86-BA01-1F86A243C1E9}" destId="{5075AC54-5FA5-4652-BF29-EDBB11660256}" srcOrd="7" destOrd="0" presId="urn:microsoft.com/office/officeart/2005/8/layout/hList1"/>
    <dgm:cxn modelId="{0DC0CC0B-7CB5-4D82-BE2C-B8E48DFF9B49}" type="presParOf" srcId="{7D8694D6-BC56-4B86-BA01-1F86A243C1E9}" destId="{EB6D4489-01C0-47DF-B723-0CDCB2050386}" srcOrd="8" destOrd="0" presId="urn:microsoft.com/office/officeart/2005/8/layout/hList1"/>
    <dgm:cxn modelId="{2AEE789B-4E0E-49D2-AC84-21F0B8D69AF7}" type="presParOf" srcId="{EB6D4489-01C0-47DF-B723-0CDCB2050386}" destId="{DDE49560-C9EA-4635-BD9C-FB214965EFFC}" srcOrd="0" destOrd="0" presId="urn:microsoft.com/office/officeart/2005/8/layout/hList1"/>
    <dgm:cxn modelId="{8AC19F85-9FE1-453B-857B-8428D2BF18E4}" type="presParOf" srcId="{EB6D4489-01C0-47DF-B723-0CDCB2050386}" destId="{2E79C17A-392B-4271-B2B2-B15D4A587DA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FBFBB3-A22F-4559-98E7-C9547E14025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26A5FA5-54CF-4C86-8AC4-9621CF013E96}">
      <dgm:prSet/>
      <dgm:spPr/>
      <dgm:t>
        <a:bodyPr/>
        <a:lstStyle/>
        <a:p>
          <a:r>
            <a:rPr lang="en-US" b="1" dirty="0"/>
            <a:t> Core Components of LLM Agents</a:t>
          </a:r>
          <a:endParaRPr lang="en-US" dirty="0"/>
        </a:p>
      </dgm:t>
    </dgm:pt>
    <dgm:pt modelId="{40C20555-074C-45A1-81EE-2734FA7EE734}" type="parTrans" cxnId="{973770F0-6776-47B5-97C6-482BD9EE829A}">
      <dgm:prSet/>
      <dgm:spPr/>
      <dgm:t>
        <a:bodyPr/>
        <a:lstStyle/>
        <a:p>
          <a:endParaRPr lang="en-US"/>
        </a:p>
      </dgm:t>
    </dgm:pt>
    <dgm:pt modelId="{1E7AABBC-63F9-4B4D-A996-550FA175D4C5}" type="sibTrans" cxnId="{973770F0-6776-47B5-97C6-482BD9EE829A}">
      <dgm:prSet/>
      <dgm:spPr/>
      <dgm:t>
        <a:bodyPr/>
        <a:lstStyle/>
        <a:p>
          <a:endParaRPr lang="en-US"/>
        </a:p>
      </dgm:t>
    </dgm:pt>
    <dgm:pt modelId="{AD03636C-9169-401E-B5BA-EA2BB409711B}">
      <dgm:prSet/>
      <dgm:spPr/>
      <dgm:t>
        <a:bodyPr/>
        <a:lstStyle/>
        <a:p>
          <a:r>
            <a:rPr lang="en-US" b="1" dirty="0"/>
            <a:t>1. Reasoning</a:t>
          </a:r>
          <a:endParaRPr lang="en-US" dirty="0"/>
        </a:p>
      </dgm:t>
    </dgm:pt>
    <dgm:pt modelId="{131F050F-C061-4E6B-8233-A553D36B86C3}" type="parTrans" cxnId="{65FCBF77-1DCF-4B02-8750-D7AC84EE0E44}">
      <dgm:prSet/>
      <dgm:spPr/>
      <dgm:t>
        <a:bodyPr/>
        <a:lstStyle/>
        <a:p>
          <a:endParaRPr lang="en-US"/>
        </a:p>
      </dgm:t>
    </dgm:pt>
    <dgm:pt modelId="{A6F30C33-C81C-44E9-8599-EECFF25C661D}" type="sibTrans" cxnId="{65FCBF77-1DCF-4B02-8750-D7AC84EE0E44}">
      <dgm:prSet/>
      <dgm:spPr/>
      <dgm:t>
        <a:bodyPr/>
        <a:lstStyle/>
        <a:p>
          <a:endParaRPr lang="en-US"/>
        </a:p>
      </dgm:t>
    </dgm:pt>
    <dgm:pt modelId="{0D8411EC-0E57-4D12-BBDA-F746EE7B6442}">
      <dgm:prSet/>
      <dgm:spPr/>
      <dgm:t>
        <a:bodyPr/>
        <a:lstStyle/>
        <a:p>
          <a:r>
            <a:rPr lang="en-US" dirty="0"/>
            <a:t>The model </a:t>
          </a:r>
          <a:r>
            <a:rPr lang="en-US" b="1" dirty="0"/>
            <a:t>analyzes the problem and generates a plan</a:t>
          </a:r>
          <a:r>
            <a:rPr lang="en-US" dirty="0"/>
            <a:t>.</a:t>
          </a:r>
        </a:p>
      </dgm:t>
    </dgm:pt>
    <dgm:pt modelId="{18411AAE-1D6F-424C-95DB-B6FA116B82B1}" type="parTrans" cxnId="{5BA56B6A-36D0-4455-AA46-18D642422AE8}">
      <dgm:prSet/>
      <dgm:spPr/>
      <dgm:t>
        <a:bodyPr/>
        <a:lstStyle/>
        <a:p>
          <a:endParaRPr lang="en-US"/>
        </a:p>
      </dgm:t>
    </dgm:pt>
    <dgm:pt modelId="{BD8B8E11-17DC-446B-878E-2421846A8265}" type="sibTrans" cxnId="{5BA56B6A-36D0-4455-AA46-18D642422AE8}">
      <dgm:prSet/>
      <dgm:spPr/>
      <dgm:t>
        <a:bodyPr/>
        <a:lstStyle/>
        <a:p>
          <a:endParaRPr lang="en-US"/>
        </a:p>
      </dgm:t>
    </dgm:pt>
    <dgm:pt modelId="{6BF79C17-60DF-474B-B37D-A939B70C2130}">
      <dgm:prSet/>
      <dgm:spPr/>
      <dgm:t>
        <a:bodyPr/>
        <a:lstStyle/>
        <a:p>
          <a:r>
            <a:rPr lang="en-US" dirty="0"/>
            <a:t>It reasons through </a:t>
          </a:r>
          <a:r>
            <a:rPr lang="en-US" b="1" dirty="0"/>
            <a:t>each step of the solution process</a:t>
          </a:r>
          <a:r>
            <a:rPr lang="en-US" dirty="0"/>
            <a:t>.</a:t>
          </a:r>
        </a:p>
      </dgm:t>
    </dgm:pt>
    <dgm:pt modelId="{A6E2259D-EB17-4FE4-88D2-AD5B572716F4}" type="parTrans" cxnId="{0D2374C5-EE63-41C7-8978-EE18DE94838D}">
      <dgm:prSet/>
      <dgm:spPr/>
      <dgm:t>
        <a:bodyPr/>
        <a:lstStyle/>
        <a:p>
          <a:endParaRPr lang="en-US"/>
        </a:p>
      </dgm:t>
    </dgm:pt>
    <dgm:pt modelId="{B4F131EC-C857-4162-8340-D473A368FDEA}" type="sibTrans" cxnId="{0D2374C5-EE63-41C7-8978-EE18DE94838D}">
      <dgm:prSet/>
      <dgm:spPr/>
      <dgm:t>
        <a:bodyPr/>
        <a:lstStyle/>
        <a:p>
          <a:endParaRPr lang="en-US"/>
        </a:p>
      </dgm:t>
    </dgm:pt>
    <dgm:pt modelId="{AD4272AE-FEF7-4772-AEE4-B9E1E10D4577}">
      <dgm:prSet custT="1"/>
      <dgm:spPr/>
      <dgm:t>
        <a:bodyPr/>
        <a:lstStyle/>
        <a:p>
          <a:r>
            <a:rPr lang="en-US" sz="1050" dirty="0"/>
            <a:t>2. Acting (Using Tools)</a:t>
          </a:r>
        </a:p>
      </dgm:t>
    </dgm:pt>
    <dgm:pt modelId="{55CA13B4-B7A7-4813-9451-4ABF3397FA40}" type="parTrans" cxnId="{04EED688-75C0-4701-AAD7-9529A9E0A560}">
      <dgm:prSet/>
      <dgm:spPr/>
      <dgm:t>
        <a:bodyPr/>
        <a:lstStyle/>
        <a:p>
          <a:endParaRPr lang="en-US"/>
        </a:p>
      </dgm:t>
    </dgm:pt>
    <dgm:pt modelId="{A2C71F26-9C62-41A1-B0DB-7F544D1E7AB5}" type="sibTrans" cxnId="{04EED688-75C0-4701-AAD7-9529A9E0A560}">
      <dgm:prSet/>
      <dgm:spPr/>
      <dgm:t>
        <a:bodyPr/>
        <a:lstStyle/>
        <a:p>
          <a:endParaRPr lang="en-US"/>
        </a:p>
      </dgm:t>
    </dgm:pt>
    <dgm:pt modelId="{E10AA552-5F70-4238-8239-A51747DDAD45}">
      <dgm:prSet custT="1"/>
      <dgm:spPr/>
      <dgm:t>
        <a:bodyPr/>
        <a:lstStyle/>
        <a:p>
          <a:r>
            <a:rPr lang="en-US" sz="700" dirty="0"/>
            <a:t>Agents can interact with external programs, called tools.</a:t>
          </a:r>
        </a:p>
      </dgm:t>
    </dgm:pt>
    <dgm:pt modelId="{2763D0DE-4A04-419A-8C5D-7BE217385268}" type="parTrans" cxnId="{753F37D3-F567-4F3C-88B6-91F1A7379F8C}">
      <dgm:prSet/>
      <dgm:spPr/>
      <dgm:t>
        <a:bodyPr/>
        <a:lstStyle/>
        <a:p>
          <a:endParaRPr lang="en-US"/>
        </a:p>
      </dgm:t>
    </dgm:pt>
    <dgm:pt modelId="{9CA7942B-FB76-4D65-A95C-A63A3E8603C3}" type="sibTrans" cxnId="{753F37D3-F567-4F3C-88B6-91F1A7379F8C}">
      <dgm:prSet/>
      <dgm:spPr/>
      <dgm:t>
        <a:bodyPr/>
        <a:lstStyle/>
        <a:p>
          <a:endParaRPr lang="en-US"/>
        </a:p>
      </dgm:t>
    </dgm:pt>
    <dgm:pt modelId="{732C253F-557A-4A2A-BCCC-38AAFCDA1844}">
      <dgm:prSet custT="1"/>
      <dgm:spPr/>
      <dgm:t>
        <a:bodyPr/>
        <a:lstStyle/>
        <a:p>
          <a:r>
            <a:rPr lang="en-US" sz="700" dirty="0"/>
            <a:t>The model decides when and how to </a:t>
          </a:r>
          <a:r>
            <a:rPr lang="en-US" sz="800" dirty="0"/>
            <a:t>use them.</a:t>
          </a:r>
        </a:p>
      </dgm:t>
    </dgm:pt>
    <dgm:pt modelId="{39F5D6AA-EE88-422F-A971-CF6B2B13FDFE}" type="parTrans" cxnId="{EE227C25-7481-4F22-A872-B0B4D7E6C53C}">
      <dgm:prSet/>
      <dgm:spPr/>
      <dgm:t>
        <a:bodyPr/>
        <a:lstStyle/>
        <a:p>
          <a:endParaRPr lang="en-US"/>
        </a:p>
      </dgm:t>
    </dgm:pt>
    <dgm:pt modelId="{CBBD381C-7BD8-4453-86FD-B92F0D842072}" type="sibTrans" cxnId="{EE227C25-7481-4F22-A872-B0B4D7E6C53C}">
      <dgm:prSet/>
      <dgm:spPr/>
      <dgm:t>
        <a:bodyPr/>
        <a:lstStyle/>
        <a:p>
          <a:endParaRPr lang="en-US"/>
        </a:p>
      </dgm:t>
    </dgm:pt>
    <dgm:pt modelId="{BFB0792D-5470-49DB-9BF0-95D89824965A}">
      <dgm:prSet custT="1"/>
      <dgm:spPr/>
      <dgm:t>
        <a:bodyPr/>
        <a:lstStyle/>
        <a:p>
          <a:r>
            <a:rPr lang="en-US" sz="900" dirty="0"/>
            <a:t>Examples of tools:</a:t>
          </a:r>
        </a:p>
        <a:p>
          <a:r>
            <a:rPr lang="en-US" sz="900" dirty="0"/>
            <a:t>Web search, Database queries, Calculators, APIs, Code execution, Translation models</a:t>
          </a:r>
        </a:p>
      </dgm:t>
    </dgm:pt>
    <dgm:pt modelId="{555B7B21-2410-42C8-93E5-F6962FFE28EA}" type="parTrans" cxnId="{8CBF42A1-C544-4D45-87EA-F62DDB145488}">
      <dgm:prSet/>
      <dgm:spPr/>
      <dgm:t>
        <a:bodyPr/>
        <a:lstStyle/>
        <a:p>
          <a:endParaRPr lang="en-US"/>
        </a:p>
      </dgm:t>
    </dgm:pt>
    <dgm:pt modelId="{34CC12C9-6D30-41BE-AFB8-01CB09A5F378}" type="sibTrans" cxnId="{8CBF42A1-C544-4D45-87EA-F62DDB145488}">
      <dgm:prSet/>
      <dgm:spPr/>
      <dgm:t>
        <a:bodyPr/>
        <a:lstStyle/>
        <a:p>
          <a:endParaRPr lang="en-US"/>
        </a:p>
      </dgm:t>
    </dgm:pt>
    <dgm:pt modelId="{BBC48FAE-3F2C-4EAB-98F6-6C1144E61EF3}">
      <dgm:prSet/>
      <dgm:spPr/>
      <dgm:t>
        <a:bodyPr/>
        <a:lstStyle/>
        <a:p>
          <a:r>
            <a:rPr lang="en-US"/>
            <a:t>These tools allow agents to perform tasks beyond the model’s internal knowledge.</a:t>
          </a:r>
        </a:p>
      </dgm:t>
    </dgm:pt>
    <dgm:pt modelId="{63755E35-08DF-4941-9929-687D919AD6C8}" type="parTrans" cxnId="{EDD11745-0917-4101-ADFB-D0AAEF1F5135}">
      <dgm:prSet/>
      <dgm:spPr/>
      <dgm:t>
        <a:bodyPr/>
        <a:lstStyle/>
        <a:p>
          <a:endParaRPr lang="en-US"/>
        </a:p>
      </dgm:t>
    </dgm:pt>
    <dgm:pt modelId="{D35B2C25-B695-4CEB-8F39-AC2DD7F05687}" type="sibTrans" cxnId="{EDD11745-0917-4101-ADFB-D0AAEF1F5135}">
      <dgm:prSet/>
      <dgm:spPr/>
      <dgm:t>
        <a:bodyPr/>
        <a:lstStyle/>
        <a:p>
          <a:endParaRPr lang="en-US"/>
        </a:p>
      </dgm:t>
    </dgm:pt>
    <dgm:pt modelId="{9772D176-5E0E-4DF5-87A8-AE885B825910}">
      <dgm:prSet custT="1"/>
      <dgm:spPr/>
      <dgm:t>
        <a:bodyPr/>
        <a:lstStyle/>
        <a:p>
          <a:pPr algn="l"/>
          <a:r>
            <a:rPr lang="en-US" sz="900" dirty="0"/>
            <a:t>3. Memory</a:t>
          </a:r>
        </a:p>
        <a:p>
          <a:pPr algn="l"/>
          <a:r>
            <a:rPr lang="en-US" sz="900" dirty="0"/>
            <a:t>Internal reasoning logs,:</a:t>
          </a:r>
        </a:p>
        <a:p>
          <a:pPr algn="l"/>
          <a:r>
            <a:rPr lang="en-US" sz="900" dirty="0"/>
            <a:t>Stores intermediate steps or reasoning history.</a:t>
          </a:r>
        </a:p>
      </dgm:t>
    </dgm:pt>
    <dgm:pt modelId="{88A21B5D-CB5A-4C60-8190-5E824A32ED1D}" type="parTrans" cxnId="{291D93BC-6654-4B43-B029-BCA36EAF04EF}">
      <dgm:prSet/>
      <dgm:spPr/>
      <dgm:t>
        <a:bodyPr/>
        <a:lstStyle/>
        <a:p>
          <a:endParaRPr lang="en-US"/>
        </a:p>
      </dgm:t>
    </dgm:pt>
    <dgm:pt modelId="{D24DA573-F32F-4D0F-8BC9-BD96553B0C9E}" type="sibTrans" cxnId="{291D93BC-6654-4B43-B029-BCA36EAF04EF}">
      <dgm:prSet/>
      <dgm:spPr/>
      <dgm:t>
        <a:bodyPr/>
        <a:lstStyle/>
        <a:p>
          <a:endParaRPr lang="en-US"/>
        </a:p>
      </dgm:t>
    </dgm:pt>
    <dgm:pt modelId="{173AF184-7EE2-45CD-B582-287E5CAF1920}">
      <dgm:prSet custT="1"/>
      <dgm:spPr/>
      <dgm:t>
        <a:bodyPr/>
        <a:lstStyle/>
        <a:p>
          <a:r>
            <a:rPr lang="en-US" sz="1100" dirty="0"/>
            <a:t>Configuring AI Agents: The </a:t>
          </a:r>
          <a:r>
            <a:rPr lang="en-US" sz="1100" b="1" dirty="0" err="1"/>
            <a:t>ReAct</a:t>
          </a:r>
          <a:r>
            <a:rPr lang="en-US" sz="1100" b="1" dirty="0"/>
            <a:t> Framework</a:t>
          </a:r>
        </a:p>
      </dgm:t>
    </dgm:pt>
    <dgm:pt modelId="{7E033E1C-3619-4E88-950E-1EE0623E0440}" type="parTrans" cxnId="{6DF6AA8B-65CD-466C-B986-4F36B83B4BE1}">
      <dgm:prSet/>
      <dgm:spPr/>
      <dgm:t>
        <a:bodyPr/>
        <a:lstStyle/>
        <a:p>
          <a:endParaRPr lang="en-US"/>
        </a:p>
      </dgm:t>
    </dgm:pt>
    <dgm:pt modelId="{5E0B35E0-8CCD-45AA-A040-50F413FD3871}" type="sibTrans" cxnId="{6DF6AA8B-65CD-466C-B986-4F36B83B4BE1}">
      <dgm:prSet/>
      <dgm:spPr/>
      <dgm:t>
        <a:bodyPr/>
        <a:lstStyle/>
        <a:p>
          <a:endParaRPr lang="en-US"/>
        </a:p>
      </dgm:t>
    </dgm:pt>
    <dgm:pt modelId="{A7A0A010-DE8A-4B9D-BC67-A2A457FC2A14}">
      <dgm:prSet custT="1"/>
      <dgm:spPr/>
      <dgm:t>
        <a:bodyPr/>
        <a:lstStyle/>
        <a:p>
          <a:r>
            <a:rPr lang="en-US" sz="800" dirty="0"/>
            <a:t>One common architecture is </a:t>
          </a:r>
          <a:r>
            <a:rPr lang="en-US" sz="800" b="1" dirty="0" err="1"/>
            <a:t>ReAct</a:t>
          </a:r>
          <a:r>
            <a:rPr lang="en-US" sz="800" b="1" dirty="0"/>
            <a:t> (Reason + Act).</a:t>
          </a:r>
        </a:p>
      </dgm:t>
    </dgm:pt>
    <dgm:pt modelId="{402BD68F-FCFC-4C60-B186-3F7C8A57FA19}" type="parTrans" cxnId="{96C154E9-2F70-451F-8346-7605533C8C11}">
      <dgm:prSet/>
      <dgm:spPr/>
      <dgm:t>
        <a:bodyPr/>
        <a:lstStyle/>
        <a:p>
          <a:endParaRPr lang="en-US"/>
        </a:p>
      </dgm:t>
    </dgm:pt>
    <dgm:pt modelId="{1FE8A643-0EE0-4255-8F8B-2535593EF209}" type="sibTrans" cxnId="{96C154E9-2F70-451F-8346-7605533C8C11}">
      <dgm:prSet/>
      <dgm:spPr/>
      <dgm:t>
        <a:bodyPr/>
        <a:lstStyle/>
        <a:p>
          <a:endParaRPr lang="en-US"/>
        </a:p>
      </dgm:t>
    </dgm:pt>
    <dgm:pt modelId="{1D3EA858-0C09-4551-97B2-4A6D7B4EF5AB}">
      <dgm:prSet/>
      <dgm:spPr/>
      <dgm:t>
        <a:bodyPr/>
        <a:lstStyle/>
        <a:p>
          <a:r>
            <a:rPr lang="en-US"/>
            <a:t>ReAct combines:</a:t>
          </a:r>
        </a:p>
      </dgm:t>
    </dgm:pt>
    <dgm:pt modelId="{F101F785-A9EC-4CCF-B4F4-35A8BF1B9133}" type="parTrans" cxnId="{E22B1AC2-8796-460F-88C9-F18AEA3B5E8E}">
      <dgm:prSet/>
      <dgm:spPr/>
      <dgm:t>
        <a:bodyPr/>
        <a:lstStyle/>
        <a:p>
          <a:endParaRPr lang="en-US"/>
        </a:p>
      </dgm:t>
    </dgm:pt>
    <dgm:pt modelId="{20176CCF-C92E-445D-81E2-A0960ED461B6}" type="sibTrans" cxnId="{E22B1AC2-8796-460F-88C9-F18AEA3B5E8E}">
      <dgm:prSet/>
      <dgm:spPr/>
      <dgm:t>
        <a:bodyPr/>
        <a:lstStyle/>
        <a:p>
          <a:endParaRPr lang="en-US"/>
        </a:p>
      </dgm:t>
    </dgm:pt>
    <dgm:pt modelId="{8F0B0965-EFFC-4DEE-AFCD-0E7CCD697DB9}">
      <dgm:prSet/>
      <dgm:spPr/>
      <dgm:t>
        <a:bodyPr/>
        <a:lstStyle/>
        <a:p>
          <a:r>
            <a:rPr lang="en-US"/>
            <a:t>Reasoning</a:t>
          </a:r>
        </a:p>
      </dgm:t>
    </dgm:pt>
    <dgm:pt modelId="{16A943B1-EE8A-41C1-953B-CA68704E1865}" type="parTrans" cxnId="{DBEDE9BA-A031-452D-B3A5-D567225A8C42}">
      <dgm:prSet/>
      <dgm:spPr/>
      <dgm:t>
        <a:bodyPr/>
        <a:lstStyle/>
        <a:p>
          <a:endParaRPr lang="en-US"/>
        </a:p>
      </dgm:t>
    </dgm:pt>
    <dgm:pt modelId="{14E7D17B-6A7F-4AFC-ABA1-23BFC98393E8}" type="sibTrans" cxnId="{DBEDE9BA-A031-452D-B3A5-D567225A8C42}">
      <dgm:prSet/>
      <dgm:spPr/>
      <dgm:t>
        <a:bodyPr/>
        <a:lstStyle/>
        <a:p>
          <a:endParaRPr lang="en-US"/>
        </a:p>
      </dgm:t>
    </dgm:pt>
    <dgm:pt modelId="{3DBF0F46-010F-4C23-9728-2033E7FF33A9}">
      <dgm:prSet/>
      <dgm:spPr/>
      <dgm:t>
        <a:bodyPr/>
        <a:lstStyle/>
        <a:p>
          <a:r>
            <a:rPr lang="en-US" dirty="0"/>
            <a:t>Action through tools</a:t>
          </a:r>
        </a:p>
      </dgm:t>
    </dgm:pt>
    <dgm:pt modelId="{D5D45532-F7C0-4554-8B1A-1B60F5304699}" type="parTrans" cxnId="{724E610F-7F10-4EF9-AB26-A0272049615C}">
      <dgm:prSet/>
      <dgm:spPr/>
      <dgm:t>
        <a:bodyPr/>
        <a:lstStyle/>
        <a:p>
          <a:endParaRPr lang="en-US"/>
        </a:p>
      </dgm:t>
    </dgm:pt>
    <dgm:pt modelId="{455C3CF3-100F-420A-B48A-926D487FFE81}" type="sibTrans" cxnId="{724E610F-7F10-4EF9-AB26-A0272049615C}">
      <dgm:prSet/>
      <dgm:spPr/>
      <dgm:t>
        <a:bodyPr/>
        <a:lstStyle/>
        <a:p>
          <a:endParaRPr lang="en-US"/>
        </a:p>
      </dgm:t>
    </dgm:pt>
    <dgm:pt modelId="{4EE894A9-F1C1-409C-910E-300F4FDBC3CD}">
      <dgm:prSet/>
      <dgm:spPr/>
      <dgm:t>
        <a:bodyPr/>
        <a:lstStyle/>
        <a:p>
          <a:r>
            <a:rPr lang="en-US"/>
            <a:t>ReAct Workflow</a:t>
          </a:r>
        </a:p>
      </dgm:t>
    </dgm:pt>
    <dgm:pt modelId="{0F3362D1-8359-436A-8F93-F6FB9DD54E4D}" type="parTrans" cxnId="{385A0308-6A10-4CD7-AA13-E3D5E8CF595B}">
      <dgm:prSet/>
      <dgm:spPr/>
      <dgm:t>
        <a:bodyPr/>
        <a:lstStyle/>
        <a:p>
          <a:endParaRPr lang="en-US"/>
        </a:p>
      </dgm:t>
    </dgm:pt>
    <dgm:pt modelId="{0E7D3DEE-3F58-4232-9E08-C84B28783504}" type="sibTrans" cxnId="{385A0308-6A10-4CD7-AA13-E3D5E8CF595B}">
      <dgm:prSet/>
      <dgm:spPr/>
      <dgm:t>
        <a:bodyPr/>
        <a:lstStyle/>
        <a:p>
          <a:endParaRPr lang="en-US"/>
        </a:p>
      </dgm:t>
    </dgm:pt>
    <dgm:pt modelId="{274D7950-68BC-46B1-A63F-4AF375DB6784}">
      <dgm:prSet/>
      <dgm:spPr/>
      <dgm:t>
        <a:bodyPr/>
        <a:lstStyle/>
        <a:p>
          <a:r>
            <a:rPr lang="en-US"/>
            <a:t>User submits a query.</a:t>
          </a:r>
        </a:p>
      </dgm:t>
    </dgm:pt>
    <dgm:pt modelId="{2C19645A-CE8B-48FE-9FD0-8F5A2D713F7F}" type="parTrans" cxnId="{4A9EA407-C13C-40F5-9966-9CDFC0084CE0}">
      <dgm:prSet/>
      <dgm:spPr/>
      <dgm:t>
        <a:bodyPr/>
        <a:lstStyle/>
        <a:p>
          <a:endParaRPr lang="en-US"/>
        </a:p>
      </dgm:t>
    </dgm:pt>
    <dgm:pt modelId="{2BEE0117-91DA-4717-8553-939463778CAB}" type="sibTrans" cxnId="{4A9EA407-C13C-40F5-9966-9CDFC0084CE0}">
      <dgm:prSet/>
      <dgm:spPr/>
      <dgm:t>
        <a:bodyPr/>
        <a:lstStyle/>
        <a:p>
          <a:endParaRPr lang="en-US"/>
        </a:p>
      </dgm:t>
    </dgm:pt>
    <dgm:pt modelId="{9CAD95BB-A81A-4923-B218-5185D898EBE4}">
      <dgm:prSet/>
      <dgm:spPr/>
      <dgm:t>
        <a:bodyPr/>
        <a:lstStyle/>
        <a:p>
          <a:r>
            <a:rPr lang="en-US"/>
            <a:t>Query is sent to the LLM.</a:t>
          </a:r>
        </a:p>
      </dgm:t>
    </dgm:pt>
    <dgm:pt modelId="{1732292E-4266-48E0-9FA0-311186421F50}" type="parTrans" cxnId="{535A6D5B-E8F6-4ABF-AE13-0EE08D0C7522}">
      <dgm:prSet/>
      <dgm:spPr/>
      <dgm:t>
        <a:bodyPr/>
        <a:lstStyle/>
        <a:p>
          <a:endParaRPr lang="en-US"/>
        </a:p>
      </dgm:t>
    </dgm:pt>
    <dgm:pt modelId="{AD42E1E8-969A-4F16-8CEC-A76D42AF5590}" type="sibTrans" cxnId="{535A6D5B-E8F6-4ABF-AE13-0EE08D0C7522}">
      <dgm:prSet/>
      <dgm:spPr/>
      <dgm:t>
        <a:bodyPr/>
        <a:lstStyle/>
        <a:p>
          <a:endParaRPr lang="en-US"/>
        </a:p>
      </dgm:t>
    </dgm:pt>
    <dgm:pt modelId="{9A693FE8-C267-44A7-A18A-C5CCFA43A343}">
      <dgm:prSet/>
      <dgm:spPr/>
      <dgm:t>
        <a:bodyPr/>
        <a:lstStyle/>
        <a:p>
          <a:r>
            <a:rPr lang="en-US"/>
            <a:t>The model is instructed to:</a:t>
          </a:r>
        </a:p>
      </dgm:t>
    </dgm:pt>
    <dgm:pt modelId="{86953ACD-50FA-4302-B838-C68B128BBEE5}" type="parTrans" cxnId="{07A47573-BAE6-4309-AED6-EE0C9B37E92C}">
      <dgm:prSet/>
      <dgm:spPr/>
      <dgm:t>
        <a:bodyPr/>
        <a:lstStyle/>
        <a:p>
          <a:endParaRPr lang="en-US"/>
        </a:p>
      </dgm:t>
    </dgm:pt>
    <dgm:pt modelId="{60A8E878-3D3D-423B-8DD1-417F03AAA134}" type="sibTrans" cxnId="{07A47573-BAE6-4309-AED6-EE0C9B37E92C}">
      <dgm:prSet/>
      <dgm:spPr/>
      <dgm:t>
        <a:bodyPr/>
        <a:lstStyle/>
        <a:p>
          <a:endParaRPr lang="en-US"/>
        </a:p>
      </dgm:t>
    </dgm:pt>
    <dgm:pt modelId="{9D466976-36FB-44F8-8B31-1063CA5C9D51}">
      <dgm:prSet/>
      <dgm:spPr/>
      <dgm:t>
        <a:bodyPr/>
        <a:lstStyle/>
        <a:p>
          <a:r>
            <a:rPr lang="en-US" dirty="0"/>
            <a:t>Think slowly</a:t>
          </a:r>
        </a:p>
        <a:p>
          <a:r>
            <a:rPr lang="en-US" dirty="0"/>
            <a:t>Create a plan</a:t>
          </a:r>
        </a:p>
      </dgm:t>
    </dgm:pt>
    <dgm:pt modelId="{4C95FC34-593B-4B83-9171-F6E88B405B08}" type="parTrans" cxnId="{C5377357-8787-4480-BA90-EBF232436C34}">
      <dgm:prSet/>
      <dgm:spPr/>
      <dgm:t>
        <a:bodyPr/>
        <a:lstStyle/>
        <a:p>
          <a:endParaRPr lang="en-US"/>
        </a:p>
      </dgm:t>
    </dgm:pt>
    <dgm:pt modelId="{67792CC0-587B-4634-AA80-94F4C1C345BC}" type="sibTrans" cxnId="{C5377357-8787-4480-BA90-EBF232436C34}">
      <dgm:prSet/>
      <dgm:spPr/>
      <dgm:t>
        <a:bodyPr/>
        <a:lstStyle/>
        <a:p>
          <a:endParaRPr lang="en-US"/>
        </a:p>
      </dgm:t>
    </dgm:pt>
    <dgm:pt modelId="{610C9A2D-DADD-4B3C-8B0B-22E54708B124}">
      <dgm:prSet/>
      <dgm:spPr/>
      <dgm:t>
        <a:bodyPr/>
        <a:lstStyle/>
        <a:p>
          <a:r>
            <a:rPr lang="en-US"/>
            <a:t>The model may call external tools.</a:t>
          </a:r>
        </a:p>
      </dgm:t>
    </dgm:pt>
    <dgm:pt modelId="{707A8C2C-C671-4790-AA12-FC07A2D8C7FD}" type="parTrans" cxnId="{12F156F9-C942-4847-9BC0-CBB1725A7D74}">
      <dgm:prSet/>
      <dgm:spPr/>
      <dgm:t>
        <a:bodyPr/>
        <a:lstStyle/>
        <a:p>
          <a:endParaRPr lang="en-US"/>
        </a:p>
      </dgm:t>
    </dgm:pt>
    <dgm:pt modelId="{857D3DDF-8C08-41CE-883E-93182B24834B}" type="sibTrans" cxnId="{12F156F9-C942-4847-9BC0-CBB1725A7D74}">
      <dgm:prSet/>
      <dgm:spPr/>
      <dgm:t>
        <a:bodyPr/>
        <a:lstStyle/>
        <a:p>
          <a:endParaRPr lang="en-US"/>
        </a:p>
      </dgm:t>
    </dgm:pt>
    <dgm:pt modelId="{7A253E36-CC8C-4C16-BBC6-699FCEAF2B94}">
      <dgm:prSet/>
      <dgm:spPr/>
      <dgm:t>
        <a:bodyPr/>
        <a:lstStyle/>
        <a:p>
          <a:r>
            <a:rPr lang="en-US"/>
            <a:t>The model observes the results.</a:t>
          </a:r>
        </a:p>
      </dgm:t>
    </dgm:pt>
    <dgm:pt modelId="{90E21D85-9EA6-41B1-8323-4B48A943DA6B}" type="parTrans" cxnId="{D18E0CC8-71B9-4502-988F-6A51C2053175}">
      <dgm:prSet/>
      <dgm:spPr/>
      <dgm:t>
        <a:bodyPr/>
        <a:lstStyle/>
        <a:p>
          <a:endParaRPr lang="en-US"/>
        </a:p>
      </dgm:t>
    </dgm:pt>
    <dgm:pt modelId="{0909C8B8-6887-48B1-A874-E84737B661CA}" type="sibTrans" cxnId="{D18E0CC8-71B9-4502-988F-6A51C2053175}">
      <dgm:prSet/>
      <dgm:spPr/>
      <dgm:t>
        <a:bodyPr/>
        <a:lstStyle/>
        <a:p>
          <a:endParaRPr lang="en-US"/>
        </a:p>
      </dgm:t>
    </dgm:pt>
    <dgm:pt modelId="{F7661890-8753-42BF-AB84-CF920CFE7DF3}">
      <dgm:prSet/>
      <dgm:spPr/>
      <dgm:t>
        <a:bodyPr/>
        <a:lstStyle/>
        <a:p>
          <a:r>
            <a:rPr lang="en-US"/>
            <a:t>If needed, it updates the plan and tries again.</a:t>
          </a:r>
        </a:p>
      </dgm:t>
    </dgm:pt>
    <dgm:pt modelId="{40DDF1E9-0366-4710-844D-18E659BB471A}" type="parTrans" cxnId="{6587CC70-ED85-49FA-B0EB-1D5940D8A594}">
      <dgm:prSet/>
      <dgm:spPr/>
      <dgm:t>
        <a:bodyPr/>
        <a:lstStyle/>
        <a:p>
          <a:endParaRPr lang="en-US"/>
        </a:p>
      </dgm:t>
    </dgm:pt>
    <dgm:pt modelId="{F362FA76-F378-40BF-9768-5DD4C1CA92C3}" type="sibTrans" cxnId="{6587CC70-ED85-49FA-B0EB-1D5940D8A594}">
      <dgm:prSet/>
      <dgm:spPr/>
      <dgm:t>
        <a:bodyPr/>
        <a:lstStyle/>
        <a:p>
          <a:endParaRPr lang="en-US"/>
        </a:p>
      </dgm:t>
    </dgm:pt>
    <dgm:pt modelId="{8A729A1C-DF9A-4F1D-8004-658FCDED50DD}">
      <dgm:prSet/>
      <dgm:spPr/>
      <dgm:t>
        <a:bodyPr/>
        <a:lstStyle/>
        <a:p>
          <a:r>
            <a:rPr lang="en-US" dirty="0"/>
            <a:t>The process continues until a final answer is produced.</a:t>
          </a:r>
        </a:p>
      </dgm:t>
    </dgm:pt>
    <dgm:pt modelId="{F3813FAD-6A66-460D-B5CE-DD14D7E86A7D}" type="parTrans" cxnId="{94CAD709-0093-4F90-A36F-4C0E13008528}">
      <dgm:prSet/>
      <dgm:spPr/>
      <dgm:t>
        <a:bodyPr/>
        <a:lstStyle/>
        <a:p>
          <a:endParaRPr lang="en-US"/>
        </a:p>
      </dgm:t>
    </dgm:pt>
    <dgm:pt modelId="{69392689-2682-4376-8CE6-F01A9AACAD87}" type="sibTrans" cxnId="{94CAD709-0093-4F90-A36F-4C0E13008528}">
      <dgm:prSet/>
      <dgm:spPr/>
      <dgm:t>
        <a:bodyPr/>
        <a:lstStyle/>
        <a:p>
          <a:endParaRPr lang="en-US"/>
        </a:p>
      </dgm:t>
    </dgm:pt>
    <dgm:pt modelId="{D430D0D4-3656-4D07-AD2A-F0F70CBE339D}">
      <dgm:prSet custT="1"/>
      <dgm:spPr/>
      <dgm:t>
        <a:bodyPr/>
        <a:lstStyle/>
        <a:p>
          <a:pPr algn="l"/>
          <a:r>
            <a:rPr lang="en-US" sz="1000" dirty="0"/>
            <a:t>3. Memory :</a:t>
          </a:r>
        </a:p>
        <a:p>
          <a:pPr algn="l"/>
          <a:r>
            <a:rPr lang="en-US" sz="1000" dirty="0"/>
            <a:t>Conversation history : </a:t>
          </a:r>
        </a:p>
        <a:p>
          <a:pPr algn="l"/>
          <a:r>
            <a:rPr lang="en-US" sz="1000" dirty="0"/>
            <a:t>Stores previous interactions with users.</a:t>
          </a:r>
        </a:p>
      </dgm:t>
    </dgm:pt>
    <dgm:pt modelId="{3ADF09EE-A4DA-4124-BE28-C70577E25737}" type="parTrans" cxnId="{2096F745-7B82-4D8D-B475-D794B8692757}">
      <dgm:prSet/>
      <dgm:spPr/>
      <dgm:t>
        <a:bodyPr/>
        <a:lstStyle/>
        <a:p>
          <a:endParaRPr lang="en-US"/>
        </a:p>
      </dgm:t>
    </dgm:pt>
    <dgm:pt modelId="{9E3FF9DB-DDDD-4F77-8E67-0B0729384A4B}" type="sibTrans" cxnId="{2096F745-7B82-4D8D-B475-D794B8692757}">
      <dgm:prSet/>
      <dgm:spPr/>
      <dgm:t>
        <a:bodyPr/>
        <a:lstStyle/>
        <a:p>
          <a:endParaRPr lang="en-US"/>
        </a:p>
      </dgm:t>
    </dgm:pt>
    <dgm:pt modelId="{35E13EB0-4C10-44F3-AC0E-4D2B7AE47F9E}">
      <dgm:prSet/>
      <dgm:spPr/>
      <dgm:t>
        <a:bodyPr/>
        <a:lstStyle/>
        <a:p>
          <a:r>
            <a:rPr lang="en-US"/>
            <a:t>This helps create more personalized and context-aware responses.</a:t>
          </a:r>
        </a:p>
      </dgm:t>
    </dgm:pt>
    <dgm:pt modelId="{70CB13B2-09E6-4712-B84C-45F76D9C1FAD}" type="parTrans" cxnId="{1BAB5C8E-66DF-4152-956F-036536987D6B}">
      <dgm:prSet/>
      <dgm:spPr/>
      <dgm:t>
        <a:bodyPr/>
        <a:lstStyle/>
        <a:p>
          <a:endParaRPr lang="en-US"/>
        </a:p>
      </dgm:t>
    </dgm:pt>
    <dgm:pt modelId="{03A57966-A243-4330-9B97-BCA3EF840948}" type="sibTrans" cxnId="{1BAB5C8E-66DF-4152-956F-036536987D6B}">
      <dgm:prSet/>
      <dgm:spPr/>
      <dgm:t>
        <a:bodyPr/>
        <a:lstStyle/>
        <a:p>
          <a:endParaRPr lang="en-US"/>
        </a:p>
      </dgm:t>
    </dgm:pt>
    <dgm:pt modelId="{F300C2D3-B16F-4F8C-A53C-B754AA47BB1E}" type="pres">
      <dgm:prSet presAssocID="{69FBFBB3-A22F-4559-98E7-C9547E140252}" presName="Name0" presStyleCnt="0">
        <dgm:presLayoutVars>
          <dgm:dir/>
          <dgm:resizeHandles val="exact"/>
        </dgm:presLayoutVars>
      </dgm:prSet>
      <dgm:spPr/>
    </dgm:pt>
    <dgm:pt modelId="{8588CB5A-B876-4A6B-B206-53F721F17816}" type="pres">
      <dgm:prSet presAssocID="{626A5FA5-54CF-4C86-8AC4-9621CF013E96}" presName="node" presStyleLbl="node1" presStyleIdx="0" presStyleCnt="21">
        <dgm:presLayoutVars>
          <dgm:bulletEnabled val="1"/>
        </dgm:presLayoutVars>
      </dgm:prSet>
      <dgm:spPr/>
    </dgm:pt>
    <dgm:pt modelId="{E07A0A90-2D0D-4605-B48E-67AAB710EC5D}" type="pres">
      <dgm:prSet presAssocID="{1E7AABBC-63F9-4B4D-A996-550FA175D4C5}" presName="sibTrans" presStyleLbl="sibTrans1D1" presStyleIdx="0" presStyleCnt="20"/>
      <dgm:spPr/>
    </dgm:pt>
    <dgm:pt modelId="{342860DA-528A-4221-A680-D13086664048}" type="pres">
      <dgm:prSet presAssocID="{1E7AABBC-63F9-4B4D-A996-550FA175D4C5}" presName="connectorText" presStyleLbl="sibTrans1D1" presStyleIdx="0" presStyleCnt="20"/>
      <dgm:spPr/>
    </dgm:pt>
    <dgm:pt modelId="{AD96CB89-6D5B-40DD-913A-FB5664A3CE8E}" type="pres">
      <dgm:prSet presAssocID="{AD03636C-9169-401E-B5BA-EA2BB409711B}" presName="node" presStyleLbl="node1" presStyleIdx="1" presStyleCnt="21">
        <dgm:presLayoutVars>
          <dgm:bulletEnabled val="1"/>
        </dgm:presLayoutVars>
      </dgm:prSet>
      <dgm:spPr/>
    </dgm:pt>
    <dgm:pt modelId="{18CA2F0C-C0B3-48FD-BB38-94CE98F4642F}" type="pres">
      <dgm:prSet presAssocID="{A6F30C33-C81C-44E9-8599-EECFF25C661D}" presName="sibTrans" presStyleLbl="sibTrans1D1" presStyleIdx="1" presStyleCnt="20"/>
      <dgm:spPr/>
    </dgm:pt>
    <dgm:pt modelId="{F9ECEE54-066E-4710-BEC6-FC47FF8ADD6F}" type="pres">
      <dgm:prSet presAssocID="{A6F30C33-C81C-44E9-8599-EECFF25C661D}" presName="connectorText" presStyleLbl="sibTrans1D1" presStyleIdx="1" presStyleCnt="20"/>
      <dgm:spPr/>
    </dgm:pt>
    <dgm:pt modelId="{B5D670E5-96C5-4243-A4F4-4E651026A6C3}" type="pres">
      <dgm:prSet presAssocID="{0D8411EC-0E57-4D12-BBDA-F746EE7B6442}" presName="node" presStyleLbl="node1" presStyleIdx="2" presStyleCnt="21">
        <dgm:presLayoutVars>
          <dgm:bulletEnabled val="1"/>
        </dgm:presLayoutVars>
      </dgm:prSet>
      <dgm:spPr/>
    </dgm:pt>
    <dgm:pt modelId="{6BABA1F2-C5DF-4E14-9B86-A003AE5225D1}" type="pres">
      <dgm:prSet presAssocID="{BD8B8E11-17DC-446B-878E-2421846A8265}" presName="sibTrans" presStyleLbl="sibTrans1D1" presStyleIdx="2" presStyleCnt="20"/>
      <dgm:spPr/>
    </dgm:pt>
    <dgm:pt modelId="{98A3A713-B000-481A-848F-FDFE70612676}" type="pres">
      <dgm:prSet presAssocID="{BD8B8E11-17DC-446B-878E-2421846A8265}" presName="connectorText" presStyleLbl="sibTrans1D1" presStyleIdx="2" presStyleCnt="20"/>
      <dgm:spPr/>
    </dgm:pt>
    <dgm:pt modelId="{ACCC3D0E-68C3-4B62-9AD7-50B84637D7EC}" type="pres">
      <dgm:prSet presAssocID="{6BF79C17-60DF-474B-B37D-A939B70C2130}" presName="node" presStyleLbl="node1" presStyleIdx="3" presStyleCnt="21">
        <dgm:presLayoutVars>
          <dgm:bulletEnabled val="1"/>
        </dgm:presLayoutVars>
      </dgm:prSet>
      <dgm:spPr/>
    </dgm:pt>
    <dgm:pt modelId="{A599FF59-DD5A-4178-B7CF-40CBA60525EC}" type="pres">
      <dgm:prSet presAssocID="{B4F131EC-C857-4162-8340-D473A368FDEA}" presName="sibTrans" presStyleLbl="sibTrans1D1" presStyleIdx="3" presStyleCnt="20"/>
      <dgm:spPr/>
    </dgm:pt>
    <dgm:pt modelId="{11B8CF6A-1405-4ADD-BC8F-67E4E658EE1C}" type="pres">
      <dgm:prSet presAssocID="{B4F131EC-C857-4162-8340-D473A368FDEA}" presName="connectorText" presStyleLbl="sibTrans1D1" presStyleIdx="3" presStyleCnt="20"/>
      <dgm:spPr/>
    </dgm:pt>
    <dgm:pt modelId="{08B68176-4889-4CD5-A790-E6C062E03587}" type="pres">
      <dgm:prSet presAssocID="{AD4272AE-FEF7-4772-AEE4-B9E1E10D4577}" presName="node" presStyleLbl="node1" presStyleIdx="4" presStyleCnt="21">
        <dgm:presLayoutVars>
          <dgm:bulletEnabled val="1"/>
        </dgm:presLayoutVars>
      </dgm:prSet>
      <dgm:spPr/>
    </dgm:pt>
    <dgm:pt modelId="{4FE55751-1463-4188-8A0A-D5C948F5BABB}" type="pres">
      <dgm:prSet presAssocID="{A2C71F26-9C62-41A1-B0DB-7F544D1E7AB5}" presName="sibTrans" presStyleLbl="sibTrans1D1" presStyleIdx="4" presStyleCnt="20"/>
      <dgm:spPr/>
    </dgm:pt>
    <dgm:pt modelId="{CE6631A5-7AF0-4DCC-891F-B4A0793515D7}" type="pres">
      <dgm:prSet presAssocID="{A2C71F26-9C62-41A1-B0DB-7F544D1E7AB5}" presName="connectorText" presStyleLbl="sibTrans1D1" presStyleIdx="4" presStyleCnt="20"/>
      <dgm:spPr/>
    </dgm:pt>
    <dgm:pt modelId="{5B4809AC-4499-496C-8EA4-107308D9263D}" type="pres">
      <dgm:prSet presAssocID="{BFB0792D-5470-49DB-9BF0-95D89824965A}" presName="node" presStyleLbl="node1" presStyleIdx="5" presStyleCnt="21">
        <dgm:presLayoutVars>
          <dgm:bulletEnabled val="1"/>
        </dgm:presLayoutVars>
      </dgm:prSet>
      <dgm:spPr/>
    </dgm:pt>
    <dgm:pt modelId="{7148025D-069A-4318-A1B5-A35C1EAC2D56}" type="pres">
      <dgm:prSet presAssocID="{34CC12C9-6D30-41BE-AFB8-01CB09A5F378}" presName="sibTrans" presStyleLbl="sibTrans1D1" presStyleIdx="5" presStyleCnt="20"/>
      <dgm:spPr/>
    </dgm:pt>
    <dgm:pt modelId="{EB43580E-A96A-415C-9B27-611C9F07B752}" type="pres">
      <dgm:prSet presAssocID="{34CC12C9-6D30-41BE-AFB8-01CB09A5F378}" presName="connectorText" presStyleLbl="sibTrans1D1" presStyleIdx="5" presStyleCnt="20"/>
      <dgm:spPr/>
    </dgm:pt>
    <dgm:pt modelId="{501BFF20-C960-4DB6-93FE-0BA3FA3CA3B5}" type="pres">
      <dgm:prSet presAssocID="{BBC48FAE-3F2C-4EAB-98F6-6C1144E61EF3}" presName="node" presStyleLbl="node1" presStyleIdx="6" presStyleCnt="21">
        <dgm:presLayoutVars>
          <dgm:bulletEnabled val="1"/>
        </dgm:presLayoutVars>
      </dgm:prSet>
      <dgm:spPr/>
    </dgm:pt>
    <dgm:pt modelId="{A3DC55EA-7E84-4B4A-A63D-F878D32AF622}" type="pres">
      <dgm:prSet presAssocID="{D35B2C25-B695-4CEB-8F39-AC2DD7F05687}" presName="sibTrans" presStyleLbl="sibTrans1D1" presStyleIdx="6" presStyleCnt="20"/>
      <dgm:spPr/>
    </dgm:pt>
    <dgm:pt modelId="{B7564B11-5666-468E-8686-FD218BC590FF}" type="pres">
      <dgm:prSet presAssocID="{D35B2C25-B695-4CEB-8F39-AC2DD7F05687}" presName="connectorText" presStyleLbl="sibTrans1D1" presStyleIdx="6" presStyleCnt="20"/>
      <dgm:spPr/>
    </dgm:pt>
    <dgm:pt modelId="{64EFD681-0205-48B4-A514-F9E8CEAEAF41}" type="pres">
      <dgm:prSet presAssocID="{9772D176-5E0E-4DF5-87A8-AE885B825910}" presName="node" presStyleLbl="node1" presStyleIdx="7" presStyleCnt="21">
        <dgm:presLayoutVars>
          <dgm:bulletEnabled val="1"/>
        </dgm:presLayoutVars>
      </dgm:prSet>
      <dgm:spPr/>
    </dgm:pt>
    <dgm:pt modelId="{6A2DFB75-8BD1-459F-8502-4B20951FC75C}" type="pres">
      <dgm:prSet presAssocID="{D24DA573-F32F-4D0F-8BC9-BD96553B0C9E}" presName="sibTrans" presStyleLbl="sibTrans1D1" presStyleIdx="7" presStyleCnt="20"/>
      <dgm:spPr/>
    </dgm:pt>
    <dgm:pt modelId="{886D9AAA-37C7-4DB2-A922-7A832EF6E3B9}" type="pres">
      <dgm:prSet presAssocID="{D24DA573-F32F-4D0F-8BC9-BD96553B0C9E}" presName="connectorText" presStyleLbl="sibTrans1D1" presStyleIdx="7" presStyleCnt="20"/>
      <dgm:spPr/>
    </dgm:pt>
    <dgm:pt modelId="{FD32FA04-DAAE-47D5-87A7-98BA8BB99A97}" type="pres">
      <dgm:prSet presAssocID="{D430D0D4-3656-4D07-AD2A-F0F70CBE339D}" presName="node" presStyleLbl="node1" presStyleIdx="8" presStyleCnt="21">
        <dgm:presLayoutVars>
          <dgm:bulletEnabled val="1"/>
        </dgm:presLayoutVars>
      </dgm:prSet>
      <dgm:spPr/>
    </dgm:pt>
    <dgm:pt modelId="{2614D480-B9AF-4474-9F56-67991FBC5098}" type="pres">
      <dgm:prSet presAssocID="{9E3FF9DB-DDDD-4F77-8E67-0B0729384A4B}" presName="sibTrans" presStyleLbl="sibTrans1D1" presStyleIdx="8" presStyleCnt="20"/>
      <dgm:spPr/>
    </dgm:pt>
    <dgm:pt modelId="{5E079547-E15F-455A-8273-188CC1F024EF}" type="pres">
      <dgm:prSet presAssocID="{9E3FF9DB-DDDD-4F77-8E67-0B0729384A4B}" presName="connectorText" presStyleLbl="sibTrans1D1" presStyleIdx="8" presStyleCnt="20"/>
      <dgm:spPr/>
    </dgm:pt>
    <dgm:pt modelId="{DBC4443C-B0E2-446F-9188-AA4DC328CDC1}" type="pres">
      <dgm:prSet presAssocID="{35E13EB0-4C10-44F3-AC0E-4D2B7AE47F9E}" presName="node" presStyleLbl="node1" presStyleIdx="9" presStyleCnt="21">
        <dgm:presLayoutVars>
          <dgm:bulletEnabled val="1"/>
        </dgm:presLayoutVars>
      </dgm:prSet>
      <dgm:spPr/>
    </dgm:pt>
    <dgm:pt modelId="{489F45C6-B1D1-4530-8EEB-3C7FEC3FF3FF}" type="pres">
      <dgm:prSet presAssocID="{03A57966-A243-4330-9B97-BCA3EF840948}" presName="sibTrans" presStyleLbl="sibTrans1D1" presStyleIdx="9" presStyleCnt="20"/>
      <dgm:spPr/>
    </dgm:pt>
    <dgm:pt modelId="{F71DA22B-B7CF-4C97-B118-DA8175588283}" type="pres">
      <dgm:prSet presAssocID="{03A57966-A243-4330-9B97-BCA3EF840948}" presName="connectorText" presStyleLbl="sibTrans1D1" presStyleIdx="9" presStyleCnt="20"/>
      <dgm:spPr/>
    </dgm:pt>
    <dgm:pt modelId="{CDF4CA21-30E5-468B-BDE1-4C362B7FE552}" type="pres">
      <dgm:prSet presAssocID="{173AF184-7EE2-45CD-B582-287E5CAF1920}" presName="node" presStyleLbl="node1" presStyleIdx="10" presStyleCnt="21">
        <dgm:presLayoutVars>
          <dgm:bulletEnabled val="1"/>
        </dgm:presLayoutVars>
      </dgm:prSet>
      <dgm:spPr/>
    </dgm:pt>
    <dgm:pt modelId="{44435081-0368-4306-929D-AF95150EE1C4}" type="pres">
      <dgm:prSet presAssocID="{5E0B35E0-8CCD-45AA-A040-50F413FD3871}" presName="sibTrans" presStyleLbl="sibTrans1D1" presStyleIdx="10" presStyleCnt="20"/>
      <dgm:spPr/>
    </dgm:pt>
    <dgm:pt modelId="{2DE7ECEF-C125-4847-9F2A-7DCAADA96016}" type="pres">
      <dgm:prSet presAssocID="{5E0B35E0-8CCD-45AA-A040-50F413FD3871}" presName="connectorText" presStyleLbl="sibTrans1D1" presStyleIdx="10" presStyleCnt="20"/>
      <dgm:spPr/>
    </dgm:pt>
    <dgm:pt modelId="{0CCC5E61-7AC1-4158-A628-3994607554BE}" type="pres">
      <dgm:prSet presAssocID="{1D3EA858-0C09-4551-97B2-4A6D7B4EF5AB}" presName="node" presStyleLbl="node1" presStyleIdx="11" presStyleCnt="21">
        <dgm:presLayoutVars>
          <dgm:bulletEnabled val="1"/>
        </dgm:presLayoutVars>
      </dgm:prSet>
      <dgm:spPr/>
    </dgm:pt>
    <dgm:pt modelId="{326C8B11-6C02-4374-957C-DF34B4CED847}" type="pres">
      <dgm:prSet presAssocID="{20176CCF-C92E-445D-81E2-A0960ED461B6}" presName="sibTrans" presStyleLbl="sibTrans1D1" presStyleIdx="11" presStyleCnt="20"/>
      <dgm:spPr/>
    </dgm:pt>
    <dgm:pt modelId="{29B35576-E534-4753-A7BE-827C8CDE8623}" type="pres">
      <dgm:prSet presAssocID="{20176CCF-C92E-445D-81E2-A0960ED461B6}" presName="connectorText" presStyleLbl="sibTrans1D1" presStyleIdx="11" presStyleCnt="20"/>
      <dgm:spPr/>
    </dgm:pt>
    <dgm:pt modelId="{C1DE7BD0-1786-40DA-9E69-3AE1ECF3B13C}" type="pres">
      <dgm:prSet presAssocID="{4EE894A9-F1C1-409C-910E-300F4FDBC3CD}" presName="node" presStyleLbl="node1" presStyleIdx="12" presStyleCnt="21">
        <dgm:presLayoutVars>
          <dgm:bulletEnabled val="1"/>
        </dgm:presLayoutVars>
      </dgm:prSet>
      <dgm:spPr/>
    </dgm:pt>
    <dgm:pt modelId="{D8A260D6-6C28-4203-8CC2-8420DF642320}" type="pres">
      <dgm:prSet presAssocID="{0E7D3DEE-3F58-4232-9E08-C84B28783504}" presName="sibTrans" presStyleLbl="sibTrans1D1" presStyleIdx="12" presStyleCnt="20"/>
      <dgm:spPr/>
    </dgm:pt>
    <dgm:pt modelId="{72535DBD-9147-479D-AACF-476B275D5AD7}" type="pres">
      <dgm:prSet presAssocID="{0E7D3DEE-3F58-4232-9E08-C84B28783504}" presName="connectorText" presStyleLbl="sibTrans1D1" presStyleIdx="12" presStyleCnt="20"/>
      <dgm:spPr/>
    </dgm:pt>
    <dgm:pt modelId="{7D25C7C5-BDF3-416F-810C-D8D33EE6321D}" type="pres">
      <dgm:prSet presAssocID="{274D7950-68BC-46B1-A63F-4AF375DB6784}" presName="node" presStyleLbl="node1" presStyleIdx="13" presStyleCnt="21">
        <dgm:presLayoutVars>
          <dgm:bulletEnabled val="1"/>
        </dgm:presLayoutVars>
      </dgm:prSet>
      <dgm:spPr/>
    </dgm:pt>
    <dgm:pt modelId="{981AFD54-3E38-40CC-9AD4-BA9DD896CF95}" type="pres">
      <dgm:prSet presAssocID="{2BEE0117-91DA-4717-8553-939463778CAB}" presName="sibTrans" presStyleLbl="sibTrans1D1" presStyleIdx="13" presStyleCnt="20"/>
      <dgm:spPr/>
    </dgm:pt>
    <dgm:pt modelId="{E389B1DB-F594-4328-9489-B042C45A7CD3}" type="pres">
      <dgm:prSet presAssocID="{2BEE0117-91DA-4717-8553-939463778CAB}" presName="connectorText" presStyleLbl="sibTrans1D1" presStyleIdx="13" presStyleCnt="20"/>
      <dgm:spPr/>
    </dgm:pt>
    <dgm:pt modelId="{A749341E-0888-496D-9231-5CE28AE135EE}" type="pres">
      <dgm:prSet presAssocID="{9CAD95BB-A81A-4923-B218-5185D898EBE4}" presName="node" presStyleLbl="node1" presStyleIdx="14" presStyleCnt="21">
        <dgm:presLayoutVars>
          <dgm:bulletEnabled val="1"/>
        </dgm:presLayoutVars>
      </dgm:prSet>
      <dgm:spPr/>
    </dgm:pt>
    <dgm:pt modelId="{870CE9B2-0D0E-4011-9BBF-77C141234B4D}" type="pres">
      <dgm:prSet presAssocID="{AD42E1E8-969A-4F16-8CEC-A76D42AF5590}" presName="sibTrans" presStyleLbl="sibTrans1D1" presStyleIdx="14" presStyleCnt="20"/>
      <dgm:spPr/>
    </dgm:pt>
    <dgm:pt modelId="{91D20F9F-7C78-4227-8508-A61D2B66F070}" type="pres">
      <dgm:prSet presAssocID="{AD42E1E8-969A-4F16-8CEC-A76D42AF5590}" presName="connectorText" presStyleLbl="sibTrans1D1" presStyleIdx="14" presStyleCnt="20"/>
      <dgm:spPr/>
    </dgm:pt>
    <dgm:pt modelId="{A1031272-C098-4039-A80F-8A9D11CFC763}" type="pres">
      <dgm:prSet presAssocID="{9A693FE8-C267-44A7-A18A-C5CCFA43A343}" presName="node" presStyleLbl="node1" presStyleIdx="15" presStyleCnt="21">
        <dgm:presLayoutVars>
          <dgm:bulletEnabled val="1"/>
        </dgm:presLayoutVars>
      </dgm:prSet>
      <dgm:spPr/>
    </dgm:pt>
    <dgm:pt modelId="{5963AADB-61CD-493F-A1C2-08AE1D4E406C}" type="pres">
      <dgm:prSet presAssocID="{60A8E878-3D3D-423B-8DD1-417F03AAA134}" presName="sibTrans" presStyleLbl="sibTrans1D1" presStyleIdx="15" presStyleCnt="20"/>
      <dgm:spPr/>
    </dgm:pt>
    <dgm:pt modelId="{43B855A6-4743-4B2C-B668-E470717CBA06}" type="pres">
      <dgm:prSet presAssocID="{60A8E878-3D3D-423B-8DD1-417F03AAA134}" presName="connectorText" presStyleLbl="sibTrans1D1" presStyleIdx="15" presStyleCnt="20"/>
      <dgm:spPr/>
    </dgm:pt>
    <dgm:pt modelId="{D92CC04D-5F6B-4B13-8CEA-90DDB687C83E}" type="pres">
      <dgm:prSet presAssocID="{9D466976-36FB-44F8-8B31-1063CA5C9D51}" presName="node" presStyleLbl="node1" presStyleIdx="16" presStyleCnt="21">
        <dgm:presLayoutVars>
          <dgm:bulletEnabled val="1"/>
        </dgm:presLayoutVars>
      </dgm:prSet>
      <dgm:spPr/>
    </dgm:pt>
    <dgm:pt modelId="{29A7BAB4-FB7D-4A9B-95BB-FD1190B934EC}" type="pres">
      <dgm:prSet presAssocID="{67792CC0-587B-4634-AA80-94F4C1C345BC}" presName="sibTrans" presStyleLbl="sibTrans1D1" presStyleIdx="16" presStyleCnt="20"/>
      <dgm:spPr/>
    </dgm:pt>
    <dgm:pt modelId="{D65A7682-7B6D-476A-9856-B5668DF05DB7}" type="pres">
      <dgm:prSet presAssocID="{67792CC0-587B-4634-AA80-94F4C1C345BC}" presName="connectorText" presStyleLbl="sibTrans1D1" presStyleIdx="16" presStyleCnt="20"/>
      <dgm:spPr/>
    </dgm:pt>
    <dgm:pt modelId="{BCB4C81B-D4A3-4D88-9F69-A2F80B9C6C07}" type="pres">
      <dgm:prSet presAssocID="{610C9A2D-DADD-4B3C-8B0B-22E54708B124}" presName="node" presStyleLbl="node1" presStyleIdx="17" presStyleCnt="21">
        <dgm:presLayoutVars>
          <dgm:bulletEnabled val="1"/>
        </dgm:presLayoutVars>
      </dgm:prSet>
      <dgm:spPr/>
    </dgm:pt>
    <dgm:pt modelId="{52950E79-9DAD-4624-83A8-D226B2E05178}" type="pres">
      <dgm:prSet presAssocID="{857D3DDF-8C08-41CE-883E-93182B24834B}" presName="sibTrans" presStyleLbl="sibTrans1D1" presStyleIdx="17" presStyleCnt="20"/>
      <dgm:spPr/>
    </dgm:pt>
    <dgm:pt modelId="{70756BBB-F240-49C9-96C4-2C1F72A21EDC}" type="pres">
      <dgm:prSet presAssocID="{857D3DDF-8C08-41CE-883E-93182B24834B}" presName="connectorText" presStyleLbl="sibTrans1D1" presStyleIdx="17" presStyleCnt="20"/>
      <dgm:spPr/>
    </dgm:pt>
    <dgm:pt modelId="{4EDF2B02-D6B3-4855-92DF-411EF004FFA1}" type="pres">
      <dgm:prSet presAssocID="{7A253E36-CC8C-4C16-BBC6-699FCEAF2B94}" presName="node" presStyleLbl="node1" presStyleIdx="18" presStyleCnt="21">
        <dgm:presLayoutVars>
          <dgm:bulletEnabled val="1"/>
        </dgm:presLayoutVars>
      </dgm:prSet>
      <dgm:spPr/>
    </dgm:pt>
    <dgm:pt modelId="{D82BB406-1C48-4EB4-9152-BDE5E9ECDAC5}" type="pres">
      <dgm:prSet presAssocID="{0909C8B8-6887-48B1-A874-E84737B661CA}" presName="sibTrans" presStyleLbl="sibTrans1D1" presStyleIdx="18" presStyleCnt="20"/>
      <dgm:spPr/>
    </dgm:pt>
    <dgm:pt modelId="{960E402A-DCFF-4F89-9F2D-9A654B28A014}" type="pres">
      <dgm:prSet presAssocID="{0909C8B8-6887-48B1-A874-E84737B661CA}" presName="connectorText" presStyleLbl="sibTrans1D1" presStyleIdx="18" presStyleCnt="20"/>
      <dgm:spPr/>
    </dgm:pt>
    <dgm:pt modelId="{E61E604B-CA51-4F3E-B44D-17D350081552}" type="pres">
      <dgm:prSet presAssocID="{F7661890-8753-42BF-AB84-CF920CFE7DF3}" presName="node" presStyleLbl="node1" presStyleIdx="19" presStyleCnt="21">
        <dgm:presLayoutVars>
          <dgm:bulletEnabled val="1"/>
        </dgm:presLayoutVars>
      </dgm:prSet>
      <dgm:spPr/>
    </dgm:pt>
    <dgm:pt modelId="{744C4670-1919-4C9A-A8C6-EEF6053321BE}" type="pres">
      <dgm:prSet presAssocID="{F362FA76-F378-40BF-9768-5DD4C1CA92C3}" presName="sibTrans" presStyleLbl="sibTrans1D1" presStyleIdx="19" presStyleCnt="20"/>
      <dgm:spPr/>
    </dgm:pt>
    <dgm:pt modelId="{89096F4C-1D5E-44EA-9A63-867E5F6C3B58}" type="pres">
      <dgm:prSet presAssocID="{F362FA76-F378-40BF-9768-5DD4C1CA92C3}" presName="connectorText" presStyleLbl="sibTrans1D1" presStyleIdx="19" presStyleCnt="20"/>
      <dgm:spPr/>
    </dgm:pt>
    <dgm:pt modelId="{0B29E7A6-F9C3-4A2F-B370-B787B82CCF1B}" type="pres">
      <dgm:prSet presAssocID="{8A729A1C-DF9A-4F1D-8004-658FCDED50DD}" presName="node" presStyleLbl="node1" presStyleIdx="20" presStyleCnt="21">
        <dgm:presLayoutVars>
          <dgm:bulletEnabled val="1"/>
        </dgm:presLayoutVars>
      </dgm:prSet>
      <dgm:spPr/>
    </dgm:pt>
  </dgm:ptLst>
  <dgm:cxnLst>
    <dgm:cxn modelId="{A38E9D01-0DFB-44C3-A8B3-371A26DBD049}" type="presOf" srcId="{BD8B8E11-17DC-446B-878E-2421846A8265}" destId="{98A3A713-B000-481A-848F-FDFE70612676}" srcOrd="1" destOrd="0" presId="urn:microsoft.com/office/officeart/2016/7/layout/RepeatingBendingProcessNew"/>
    <dgm:cxn modelId="{4A9EA407-C13C-40F5-9966-9CDFC0084CE0}" srcId="{69FBFBB3-A22F-4559-98E7-C9547E140252}" destId="{274D7950-68BC-46B1-A63F-4AF375DB6784}" srcOrd="13" destOrd="0" parTransId="{2C19645A-CE8B-48FE-9FD0-8F5A2D713F7F}" sibTransId="{2BEE0117-91DA-4717-8553-939463778CAB}"/>
    <dgm:cxn modelId="{385A0308-6A10-4CD7-AA13-E3D5E8CF595B}" srcId="{69FBFBB3-A22F-4559-98E7-C9547E140252}" destId="{4EE894A9-F1C1-409C-910E-300F4FDBC3CD}" srcOrd="12" destOrd="0" parTransId="{0F3362D1-8359-436A-8F93-F6FB9DD54E4D}" sibTransId="{0E7D3DEE-3F58-4232-9E08-C84B28783504}"/>
    <dgm:cxn modelId="{94CAD709-0093-4F90-A36F-4C0E13008528}" srcId="{69FBFBB3-A22F-4559-98E7-C9547E140252}" destId="{8A729A1C-DF9A-4F1D-8004-658FCDED50DD}" srcOrd="20" destOrd="0" parTransId="{F3813FAD-6A66-460D-B5CE-DD14D7E86A7D}" sibTransId="{69392689-2682-4376-8CE6-F01A9AACAD87}"/>
    <dgm:cxn modelId="{3F1EF40A-64BB-49EB-9DCB-1AC6D5B55F9E}" type="presOf" srcId="{D24DA573-F32F-4D0F-8BC9-BD96553B0C9E}" destId="{6A2DFB75-8BD1-459F-8502-4B20951FC75C}" srcOrd="0" destOrd="0" presId="urn:microsoft.com/office/officeart/2016/7/layout/RepeatingBendingProcessNew"/>
    <dgm:cxn modelId="{0BD9140D-D0A2-485E-961E-7EB74BC5FF7A}" type="presOf" srcId="{5E0B35E0-8CCD-45AA-A040-50F413FD3871}" destId="{44435081-0368-4306-929D-AF95150EE1C4}" srcOrd="0" destOrd="0" presId="urn:microsoft.com/office/officeart/2016/7/layout/RepeatingBendingProcessNew"/>
    <dgm:cxn modelId="{724E610F-7F10-4EF9-AB26-A0272049615C}" srcId="{1D3EA858-0C09-4551-97B2-4A6D7B4EF5AB}" destId="{3DBF0F46-010F-4C23-9728-2033E7FF33A9}" srcOrd="1" destOrd="0" parTransId="{D5D45532-F7C0-4554-8B1A-1B60F5304699}" sibTransId="{455C3CF3-100F-420A-B48A-926D487FFE81}"/>
    <dgm:cxn modelId="{B0AE2B19-EF45-43B9-B183-A6EE0F8AF8AB}" type="presOf" srcId="{0909C8B8-6887-48B1-A874-E84737B661CA}" destId="{960E402A-DCFF-4F89-9F2D-9A654B28A014}" srcOrd="1" destOrd="0" presId="urn:microsoft.com/office/officeart/2016/7/layout/RepeatingBendingProcessNew"/>
    <dgm:cxn modelId="{F0AD9E24-AF0F-4C63-B8F6-F31D0B91E900}" type="presOf" srcId="{732C253F-557A-4A2A-BCCC-38AAFCDA1844}" destId="{08B68176-4889-4CD5-A790-E6C062E03587}" srcOrd="0" destOrd="2" presId="urn:microsoft.com/office/officeart/2016/7/layout/RepeatingBendingProcessNew"/>
    <dgm:cxn modelId="{ACE00E25-9FD7-474F-9FCA-A4C66C879B80}" type="presOf" srcId="{AD42E1E8-969A-4F16-8CEC-A76D42AF5590}" destId="{870CE9B2-0D0E-4011-9BBF-77C141234B4D}" srcOrd="0" destOrd="0" presId="urn:microsoft.com/office/officeart/2016/7/layout/RepeatingBendingProcessNew"/>
    <dgm:cxn modelId="{EE227C25-7481-4F22-A872-B0B4D7E6C53C}" srcId="{AD4272AE-FEF7-4772-AEE4-B9E1E10D4577}" destId="{732C253F-557A-4A2A-BCCC-38AAFCDA1844}" srcOrd="1" destOrd="0" parTransId="{39F5D6AA-EE88-422F-A971-CF6B2B13FDFE}" sibTransId="{CBBD381C-7BD8-4453-86FD-B92F0D842072}"/>
    <dgm:cxn modelId="{9FF6BD26-4FA2-4424-91FE-ECBD125C0DC7}" type="presOf" srcId="{9E3FF9DB-DDDD-4F77-8E67-0B0729384A4B}" destId="{2614D480-B9AF-4474-9F56-67991FBC5098}" srcOrd="0" destOrd="0" presId="urn:microsoft.com/office/officeart/2016/7/layout/RepeatingBendingProcessNew"/>
    <dgm:cxn modelId="{C2CF0829-82EA-4593-9CFD-FE324514300E}" type="presOf" srcId="{34CC12C9-6D30-41BE-AFB8-01CB09A5F378}" destId="{7148025D-069A-4318-A1B5-A35C1EAC2D56}" srcOrd="0" destOrd="0" presId="urn:microsoft.com/office/officeart/2016/7/layout/RepeatingBendingProcessNew"/>
    <dgm:cxn modelId="{F033512A-1180-4820-AD4C-C4B01CA3C2E6}" type="presOf" srcId="{2BEE0117-91DA-4717-8553-939463778CAB}" destId="{E389B1DB-F594-4328-9489-B042C45A7CD3}" srcOrd="1" destOrd="0" presId="urn:microsoft.com/office/officeart/2016/7/layout/RepeatingBendingProcessNew"/>
    <dgm:cxn modelId="{D243DE2A-7470-4542-9D59-33DCCB1B3F07}" type="presOf" srcId="{9D466976-36FB-44F8-8B31-1063CA5C9D51}" destId="{D92CC04D-5F6B-4B13-8CEA-90DDB687C83E}" srcOrd="0" destOrd="0" presId="urn:microsoft.com/office/officeart/2016/7/layout/RepeatingBendingProcessNew"/>
    <dgm:cxn modelId="{6D33A22B-77BB-4B15-BAF6-E1780EE84954}" type="presOf" srcId="{D35B2C25-B695-4CEB-8F39-AC2DD7F05687}" destId="{B7564B11-5666-468E-8686-FD218BC590FF}" srcOrd="1" destOrd="0" presId="urn:microsoft.com/office/officeart/2016/7/layout/RepeatingBendingProcessNew"/>
    <dgm:cxn modelId="{879BAB2C-C5A9-4DE6-BE2A-5D0ABA08E35F}" type="presOf" srcId="{34CC12C9-6D30-41BE-AFB8-01CB09A5F378}" destId="{EB43580E-A96A-415C-9B27-611C9F07B752}" srcOrd="1" destOrd="0" presId="urn:microsoft.com/office/officeart/2016/7/layout/RepeatingBendingProcessNew"/>
    <dgm:cxn modelId="{8121DD30-AC1D-44C3-8B3A-38258930138A}" type="presOf" srcId="{A2C71F26-9C62-41A1-B0DB-7F544D1E7AB5}" destId="{CE6631A5-7AF0-4DCC-891F-B4A0793515D7}" srcOrd="1" destOrd="0" presId="urn:microsoft.com/office/officeart/2016/7/layout/RepeatingBendingProcessNew"/>
    <dgm:cxn modelId="{642FEC32-E86C-48F3-A5EA-E601724C33B1}" type="presOf" srcId="{0E7D3DEE-3F58-4232-9E08-C84B28783504}" destId="{D8A260D6-6C28-4203-8CC2-8420DF642320}" srcOrd="0" destOrd="0" presId="urn:microsoft.com/office/officeart/2016/7/layout/RepeatingBendingProcessNew"/>
    <dgm:cxn modelId="{CB190E36-6D33-4C06-AB11-702F76944840}" type="presOf" srcId="{1E7AABBC-63F9-4B4D-A996-550FA175D4C5}" destId="{E07A0A90-2D0D-4605-B48E-67AAB710EC5D}" srcOrd="0" destOrd="0" presId="urn:microsoft.com/office/officeart/2016/7/layout/RepeatingBendingProcessNew"/>
    <dgm:cxn modelId="{E6150937-3B16-4747-A80B-1C227A99B46F}" type="presOf" srcId="{AD42E1E8-969A-4F16-8CEC-A76D42AF5590}" destId="{91D20F9F-7C78-4227-8508-A61D2B66F070}" srcOrd="1" destOrd="0" presId="urn:microsoft.com/office/officeart/2016/7/layout/RepeatingBendingProcessNew"/>
    <dgm:cxn modelId="{A32DAA39-40F9-4DF3-A069-16F1E65BF01A}" type="presOf" srcId="{F362FA76-F378-40BF-9768-5DD4C1CA92C3}" destId="{744C4670-1919-4C9A-A8C6-EEF6053321BE}" srcOrd="0" destOrd="0" presId="urn:microsoft.com/office/officeart/2016/7/layout/RepeatingBendingProcessNew"/>
    <dgm:cxn modelId="{F89C105B-DFC3-4457-8642-A5629659E8E7}" type="presOf" srcId="{A6F30C33-C81C-44E9-8599-EECFF25C661D}" destId="{18CA2F0C-C0B3-48FD-BB38-94CE98F4642F}" srcOrd="0" destOrd="0" presId="urn:microsoft.com/office/officeart/2016/7/layout/RepeatingBendingProcessNew"/>
    <dgm:cxn modelId="{535A6D5B-E8F6-4ABF-AE13-0EE08D0C7522}" srcId="{69FBFBB3-A22F-4559-98E7-C9547E140252}" destId="{9CAD95BB-A81A-4923-B218-5185D898EBE4}" srcOrd="14" destOrd="0" parTransId="{1732292E-4266-48E0-9FA0-311186421F50}" sibTransId="{AD42E1E8-969A-4F16-8CEC-A76D42AF5590}"/>
    <dgm:cxn modelId="{6D67F760-1CAA-4515-B705-4175B19979C0}" type="presOf" srcId="{4EE894A9-F1C1-409C-910E-300F4FDBC3CD}" destId="{C1DE7BD0-1786-40DA-9E69-3AE1ECF3B13C}" srcOrd="0" destOrd="0" presId="urn:microsoft.com/office/officeart/2016/7/layout/RepeatingBendingProcessNew"/>
    <dgm:cxn modelId="{AB3BF341-68D4-49C9-BD83-011FBCB828A8}" type="presOf" srcId="{857D3DDF-8C08-41CE-883E-93182B24834B}" destId="{52950E79-9DAD-4624-83A8-D226B2E05178}" srcOrd="0" destOrd="0" presId="urn:microsoft.com/office/officeart/2016/7/layout/RepeatingBendingProcessNew"/>
    <dgm:cxn modelId="{E5A2E744-D6A3-4A7F-931D-AC2F418EB7D3}" type="presOf" srcId="{857D3DDF-8C08-41CE-883E-93182B24834B}" destId="{70756BBB-F240-49C9-96C4-2C1F72A21EDC}" srcOrd="1" destOrd="0" presId="urn:microsoft.com/office/officeart/2016/7/layout/RepeatingBendingProcessNew"/>
    <dgm:cxn modelId="{800B0745-DF26-49ED-903E-21B43F43A77E}" type="presOf" srcId="{03A57966-A243-4330-9B97-BCA3EF840948}" destId="{F71DA22B-B7CF-4C97-B118-DA8175588283}" srcOrd="1" destOrd="0" presId="urn:microsoft.com/office/officeart/2016/7/layout/RepeatingBendingProcessNew"/>
    <dgm:cxn modelId="{EDD11745-0917-4101-ADFB-D0AAEF1F5135}" srcId="{69FBFBB3-A22F-4559-98E7-C9547E140252}" destId="{BBC48FAE-3F2C-4EAB-98F6-6C1144E61EF3}" srcOrd="6" destOrd="0" parTransId="{63755E35-08DF-4941-9929-687D919AD6C8}" sibTransId="{D35B2C25-B695-4CEB-8F39-AC2DD7F05687}"/>
    <dgm:cxn modelId="{A8C5EC65-37E8-42AE-B511-34E34740C5DD}" type="presOf" srcId="{67792CC0-587B-4634-AA80-94F4C1C345BC}" destId="{29A7BAB4-FB7D-4A9B-95BB-FD1190B934EC}" srcOrd="0" destOrd="0" presId="urn:microsoft.com/office/officeart/2016/7/layout/RepeatingBendingProcessNew"/>
    <dgm:cxn modelId="{2096F745-7B82-4D8D-B475-D794B8692757}" srcId="{69FBFBB3-A22F-4559-98E7-C9547E140252}" destId="{D430D0D4-3656-4D07-AD2A-F0F70CBE339D}" srcOrd="8" destOrd="0" parTransId="{3ADF09EE-A4DA-4124-BE28-C70577E25737}" sibTransId="{9E3FF9DB-DDDD-4F77-8E67-0B0729384A4B}"/>
    <dgm:cxn modelId="{90A02746-B9E0-4059-BB41-A523665DE3C9}" type="presOf" srcId="{F7661890-8753-42BF-AB84-CF920CFE7DF3}" destId="{E61E604B-CA51-4F3E-B44D-17D350081552}" srcOrd="0" destOrd="0" presId="urn:microsoft.com/office/officeart/2016/7/layout/RepeatingBendingProcessNew"/>
    <dgm:cxn modelId="{2C203F46-1C55-493D-8005-25E8FC2D7691}" type="presOf" srcId="{D430D0D4-3656-4D07-AD2A-F0F70CBE339D}" destId="{FD32FA04-DAAE-47D5-87A7-98BA8BB99A97}" srcOrd="0" destOrd="0" presId="urn:microsoft.com/office/officeart/2016/7/layout/RepeatingBendingProcessNew"/>
    <dgm:cxn modelId="{B4448567-2CFC-4AD3-B3BC-C3984D337EC2}" type="presOf" srcId="{D24DA573-F32F-4D0F-8BC9-BD96553B0C9E}" destId="{886D9AAA-37C7-4DB2-A922-7A832EF6E3B9}" srcOrd="1" destOrd="0" presId="urn:microsoft.com/office/officeart/2016/7/layout/RepeatingBendingProcessNew"/>
    <dgm:cxn modelId="{BF95CE47-4C03-455D-9C1D-048DE9AEA674}" type="presOf" srcId="{AD03636C-9169-401E-B5BA-EA2BB409711B}" destId="{AD96CB89-6D5B-40DD-913A-FB5664A3CE8E}" srcOrd="0" destOrd="0" presId="urn:microsoft.com/office/officeart/2016/7/layout/RepeatingBendingProcessNew"/>
    <dgm:cxn modelId="{5BA56B6A-36D0-4455-AA46-18D642422AE8}" srcId="{69FBFBB3-A22F-4559-98E7-C9547E140252}" destId="{0D8411EC-0E57-4D12-BBDA-F746EE7B6442}" srcOrd="2" destOrd="0" parTransId="{18411AAE-1D6F-424C-95DB-B6FA116B82B1}" sibTransId="{BD8B8E11-17DC-446B-878E-2421846A8265}"/>
    <dgm:cxn modelId="{B2DC2A6B-1DB9-49C9-92B9-6BF1E7ED6ED8}" type="presOf" srcId="{20176CCF-C92E-445D-81E2-A0960ED461B6}" destId="{29B35576-E534-4753-A7BE-827C8CDE8623}" srcOrd="1" destOrd="0" presId="urn:microsoft.com/office/officeart/2016/7/layout/RepeatingBendingProcessNew"/>
    <dgm:cxn modelId="{A16F3E6D-5FC1-480B-9914-E7B8BCCF945A}" type="presOf" srcId="{60A8E878-3D3D-423B-8DD1-417F03AAA134}" destId="{43B855A6-4743-4B2C-B668-E470717CBA06}" srcOrd="1" destOrd="0" presId="urn:microsoft.com/office/officeart/2016/7/layout/RepeatingBendingProcessNew"/>
    <dgm:cxn modelId="{6587CC70-ED85-49FA-B0EB-1D5940D8A594}" srcId="{69FBFBB3-A22F-4559-98E7-C9547E140252}" destId="{F7661890-8753-42BF-AB84-CF920CFE7DF3}" srcOrd="19" destOrd="0" parTransId="{40DDF1E9-0366-4710-844D-18E659BB471A}" sibTransId="{F362FA76-F378-40BF-9768-5DD4C1CA92C3}"/>
    <dgm:cxn modelId="{797D5D72-9F6C-4AB0-A40A-E13266AC6AAF}" type="presOf" srcId="{BFB0792D-5470-49DB-9BF0-95D89824965A}" destId="{5B4809AC-4499-496C-8EA4-107308D9263D}" srcOrd="0" destOrd="0" presId="urn:microsoft.com/office/officeart/2016/7/layout/RepeatingBendingProcessNew"/>
    <dgm:cxn modelId="{07A47573-BAE6-4309-AED6-EE0C9B37E92C}" srcId="{69FBFBB3-A22F-4559-98E7-C9547E140252}" destId="{9A693FE8-C267-44A7-A18A-C5CCFA43A343}" srcOrd="15" destOrd="0" parTransId="{86953ACD-50FA-4302-B838-C68B128BBEE5}" sibTransId="{60A8E878-3D3D-423B-8DD1-417F03AAA134}"/>
    <dgm:cxn modelId="{BC7A5054-F830-4EC3-A04F-FF6DE23104D3}" type="presOf" srcId="{3DBF0F46-010F-4C23-9728-2033E7FF33A9}" destId="{0CCC5E61-7AC1-4158-A628-3994607554BE}" srcOrd="0" destOrd="2" presId="urn:microsoft.com/office/officeart/2016/7/layout/RepeatingBendingProcessNew"/>
    <dgm:cxn modelId="{E4960477-F812-46D7-99C9-D3D87158A582}" type="presOf" srcId="{BBC48FAE-3F2C-4EAB-98F6-6C1144E61EF3}" destId="{501BFF20-C960-4DB6-93FE-0BA3FA3CA3B5}" srcOrd="0" destOrd="0" presId="urn:microsoft.com/office/officeart/2016/7/layout/RepeatingBendingProcessNew"/>
    <dgm:cxn modelId="{C5377357-8787-4480-BA90-EBF232436C34}" srcId="{69FBFBB3-A22F-4559-98E7-C9547E140252}" destId="{9D466976-36FB-44F8-8B31-1063CA5C9D51}" srcOrd="16" destOrd="0" parTransId="{4C95FC34-593B-4B83-9171-F6E88B405B08}" sibTransId="{67792CC0-587B-4634-AA80-94F4C1C345BC}"/>
    <dgm:cxn modelId="{65FCBF77-1DCF-4B02-8750-D7AC84EE0E44}" srcId="{69FBFBB3-A22F-4559-98E7-C9547E140252}" destId="{AD03636C-9169-401E-B5BA-EA2BB409711B}" srcOrd="1" destOrd="0" parTransId="{131F050F-C061-4E6B-8233-A553D36B86C3}" sibTransId="{A6F30C33-C81C-44E9-8599-EECFF25C661D}"/>
    <dgm:cxn modelId="{20C1837A-5119-4EC2-B081-1583CAC62C07}" type="presOf" srcId="{610C9A2D-DADD-4B3C-8B0B-22E54708B124}" destId="{BCB4C81B-D4A3-4D88-9F69-A2F80B9C6C07}" srcOrd="0" destOrd="0" presId="urn:microsoft.com/office/officeart/2016/7/layout/RepeatingBendingProcessNew"/>
    <dgm:cxn modelId="{68B6547B-3058-4840-AB6B-7EDF91881622}" type="presOf" srcId="{03A57966-A243-4330-9B97-BCA3EF840948}" destId="{489F45C6-B1D1-4530-8EEB-3C7FEC3FF3FF}" srcOrd="0" destOrd="0" presId="urn:microsoft.com/office/officeart/2016/7/layout/RepeatingBendingProcessNew"/>
    <dgm:cxn modelId="{1386D87D-0361-4A03-AEA3-6959C657804C}" type="presOf" srcId="{8F0B0965-EFFC-4DEE-AFCD-0E7CCD697DB9}" destId="{0CCC5E61-7AC1-4158-A628-3994607554BE}" srcOrd="0" destOrd="1" presId="urn:microsoft.com/office/officeart/2016/7/layout/RepeatingBendingProcessNew"/>
    <dgm:cxn modelId="{B7013580-B983-41E2-BD4B-42D19C8A9168}" type="presOf" srcId="{A6F30C33-C81C-44E9-8599-EECFF25C661D}" destId="{F9ECEE54-066E-4710-BEC6-FC47FF8ADD6F}" srcOrd="1" destOrd="0" presId="urn:microsoft.com/office/officeart/2016/7/layout/RepeatingBendingProcessNew"/>
    <dgm:cxn modelId="{22FFB080-8B81-4DFC-A905-4932DDD045EB}" type="presOf" srcId="{274D7950-68BC-46B1-A63F-4AF375DB6784}" destId="{7D25C7C5-BDF3-416F-810C-D8D33EE6321D}" srcOrd="0" destOrd="0" presId="urn:microsoft.com/office/officeart/2016/7/layout/RepeatingBendingProcessNew"/>
    <dgm:cxn modelId="{34F98583-83F9-444B-883E-65B926F8CA2B}" type="presOf" srcId="{20176CCF-C92E-445D-81E2-A0960ED461B6}" destId="{326C8B11-6C02-4374-957C-DF34B4CED847}" srcOrd="0" destOrd="0" presId="urn:microsoft.com/office/officeart/2016/7/layout/RepeatingBendingProcessNew"/>
    <dgm:cxn modelId="{7B2EDF87-EEAC-4D18-96BA-7A80830F1857}" type="presOf" srcId="{8A729A1C-DF9A-4F1D-8004-658FCDED50DD}" destId="{0B29E7A6-F9C3-4A2F-B370-B787B82CCF1B}" srcOrd="0" destOrd="0" presId="urn:microsoft.com/office/officeart/2016/7/layout/RepeatingBendingProcessNew"/>
    <dgm:cxn modelId="{04EED688-75C0-4701-AAD7-9529A9E0A560}" srcId="{69FBFBB3-A22F-4559-98E7-C9547E140252}" destId="{AD4272AE-FEF7-4772-AEE4-B9E1E10D4577}" srcOrd="4" destOrd="0" parTransId="{55CA13B4-B7A7-4813-9451-4ABF3397FA40}" sibTransId="{A2C71F26-9C62-41A1-B0DB-7F544D1E7AB5}"/>
    <dgm:cxn modelId="{89FE2F89-01E5-4607-9B49-D78B9A84E018}" type="presOf" srcId="{67792CC0-587B-4634-AA80-94F4C1C345BC}" destId="{D65A7682-7B6D-476A-9856-B5668DF05DB7}" srcOrd="1" destOrd="0" presId="urn:microsoft.com/office/officeart/2016/7/layout/RepeatingBendingProcessNew"/>
    <dgm:cxn modelId="{6DF6AA8B-65CD-466C-B986-4F36B83B4BE1}" srcId="{69FBFBB3-A22F-4559-98E7-C9547E140252}" destId="{173AF184-7EE2-45CD-B582-287E5CAF1920}" srcOrd="10" destOrd="0" parTransId="{7E033E1C-3619-4E88-950E-1EE0623E0440}" sibTransId="{5E0B35E0-8CCD-45AA-A040-50F413FD3871}"/>
    <dgm:cxn modelId="{1BAB5C8E-66DF-4152-956F-036536987D6B}" srcId="{69FBFBB3-A22F-4559-98E7-C9547E140252}" destId="{35E13EB0-4C10-44F3-AC0E-4D2B7AE47F9E}" srcOrd="9" destOrd="0" parTransId="{70CB13B2-09E6-4712-B84C-45F76D9C1FAD}" sibTransId="{03A57966-A243-4330-9B97-BCA3EF840948}"/>
    <dgm:cxn modelId="{E00D5D8E-6FF3-4EE2-8856-4F5600C9E4E8}" type="presOf" srcId="{35E13EB0-4C10-44F3-AC0E-4D2B7AE47F9E}" destId="{DBC4443C-B0E2-446F-9188-AA4DC328CDC1}" srcOrd="0" destOrd="0" presId="urn:microsoft.com/office/officeart/2016/7/layout/RepeatingBendingProcessNew"/>
    <dgm:cxn modelId="{49507D90-F0C7-47E9-B4CE-C5ECFA4F55D8}" type="presOf" srcId="{9772D176-5E0E-4DF5-87A8-AE885B825910}" destId="{64EFD681-0205-48B4-A514-F9E8CEAEAF41}" srcOrd="0" destOrd="0" presId="urn:microsoft.com/office/officeart/2016/7/layout/RepeatingBendingProcessNew"/>
    <dgm:cxn modelId="{8A0ABC99-546C-46C4-8147-1FC42436CB23}" type="presOf" srcId="{1D3EA858-0C09-4551-97B2-4A6D7B4EF5AB}" destId="{0CCC5E61-7AC1-4158-A628-3994607554BE}" srcOrd="0" destOrd="0" presId="urn:microsoft.com/office/officeart/2016/7/layout/RepeatingBendingProcessNew"/>
    <dgm:cxn modelId="{86C6009C-89F0-4839-B1D8-88CCC4B0D5A7}" type="presOf" srcId="{BD8B8E11-17DC-446B-878E-2421846A8265}" destId="{6BABA1F2-C5DF-4E14-9B86-A003AE5225D1}" srcOrd="0" destOrd="0" presId="urn:microsoft.com/office/officeart/2016/7/layout/RepeatingBendingProcessNew"/>
    <dgm:cxn modelId="{7978F39E-DC12-4D48-8F30-6F648B87707E}" type="presOf" srcId="{1E7AABBC-63F9-4B4D-A996-550FA175D4C5}" destId="{342860DA-528A-4221-A680-D13086664048}" srcOrd="1" destOrd="0" presId="urn:microsoft.com/office/officeart/2016/7/layout/RepeatingBendingProcessNew"/>
    <dgm:cxn modelId="{C96316A0-2B54-4D5D-BDA9-48473546FEBE}" type="presOf" srcId="{0E7D3DEE-3F58-4232-9E08-C84B28783504}" destId="{72535DBD-9147-479D-AACF-476B275D5AD7}" srcOrd="1" destOrd="0" presId="urn:microsoft.com/office/officeart/2016/7/layout/RepeatingBendingProcessNew"/>
    <dgm:cxn modelId="{8CBF42A1-C544-4D45-87EA-F62DDB145488}" srcId="{69FBFBB3-A22F-4559-98E7-C9547E140252}" destId="{BFB0792D-5470-49DB-9BF0-95D89824965A}" srcOrd="5" destOrd="0" parTransId="{555B7B21-2410-42C8-93E5-F6962FFE28EA}" sibTransId="{34CC12C9-6D30-41BE-AFB8-01CB09A5F378}"/>
    <dgm:cxn modelId="{114F97B2-FCD4-48F5-B017-A3B52E9D49F3}" type="presOf" srcId="{5E0B35E0-8CCD-45AA-A040-50F413FD3871}" destId="{2DE7ECEF-C125-4847-9F2A-7DCAADA96016}" srcOrd="1" destOrd="0" presId="urn:microsoft.com/office/officeart/2016/7/layout/RepeatingBendingProcessNew"/>
    <dgm:cxn modelId="{800557B3-0EA5-4B55-97B0-E03F5BA12495}" type="presOf" srcId="{E10AA552-5F70-4238-8239-A51747DDAD45}" destId="{08B68176-4889-4CD5-A790-E6C062E03587}" srcOrd="0" destOrd="1" presId="urn:microsoft.com/office/officeart/2016/7/layout/RepeatingBendingProcessNew"/>
    <dgm:cxn modelId="{1ED7F3B4-C9DB-4086-A991-5F2CA7176886}" type="presOf" srcId="{B4F131EC-C857-4162-8340-D473A368FDEA}" destId="{A599FF59-DD5A-4178-B7CF-40CBA60525EC}" srcOrd="0" destOrd="0" presId="urn:microsoft.com/office/officeart/2016/7/layout/RepeatingBendingProcessNew"/>
    <dgm:cxn modelId="{DBEDE9BA-A031-452D-B3A5-D567225A8C42}" srcId="{1D3EA858-0C09-4551-97B2-4A6D7B4EF5AB}" destId="{8F0B0965-EFFC-4DEE-AFCD-0E7CCD697DB9}" srcOrd="0" destOrd="0" parTransId="{16A943B1-EE8A-41C1-953B-CA68704E1865}" sibTransId="{14E7D17B-6A7F-4AFC-ABA1-23BFC98393E8}"/>
    <dgm:cxn modelId="{B0D764BB-D534-4D5B-B3D8-FE69CB4D2FC6}" type="presOf" srcId="{A2C71F26-9C62-41A1-B0DB-7F544D1E7AB5}" destId="{4FE55751-1463-4188-8A0A-D5C948F5BABB}" srcOrd="0" destOrd="0" presId="urn:microsoft.com/office/officeart/2016/7/layout/RepeatingBendingProcessNew"/>
    <dgm:cxn modelId="{291D93BC-6654-4B43-B029-BCA36EAF04EF}" srcId="{69FBFBB3-A22F-4559-98E7-C9547E140252}" destId="{9772D176-5E0E-4DF5-87A8-AE885B825910}" srcOrd="7" destOrd="0" parTransId="{88A21B5D-CB5A-4C60-8190-5E824A32ED1D}" sibTransId="{D24DA573-F32F-4D0F-8BC9-BD96553B0C9E}"/>
    <dgm:cxn modelId="{F616CFBD-6F61-4D36-AD64-57A1FED137AD}" type="presOf" srcId="{F362FA76-F378-40BF-9768-5DD4C1CA92C3}" destId="{89096F4C-1D5E-44EA-9A63-867E5F6C3B58}" srcOrd="1" destOrd="0" presId="urn:microsoft.com/office/officeart/2016/7/layout/RepeatingBendingProcessNew"/>
    <dgm:cxn modelId="{A943FAC1-6A4A-4311-BA02-35FFF7CD1F16}" type="presOf" srcId="{0909C8B8-6887-48B1-A874-E84737B661CA}" destId="{D82BB406-1C48-4EB4-9152-BDE5E9ECDAC5}" srcOrd="0" destOrd="0" presId="urn:microsoft.com/office/officeart/2016/7/layout/RepeatingBendingProcessNew"/>
    <dgm:cxn modelId="{E22B1AC2-8796-460F-88C9-F18AEA3B5E8E}" srcId="{69FBFBB3-A22F-4559-98E7-C9547E140252}" destId="{1D3EA858-0C09-4551-97B2-4A6D7B4EF5AB}" srcOrd="11" destOrd="0" parTransId="{F101F785-A9EC-4CCF-B4F4-35A8BF1B9133}" sibTransId="{20176CCF-C92E-445D-81E2-A0960ED461B6}"/>
    <dgm:cxn modelId="{1375E6C2-282E-4584-B483-B160D69A3399}" type="presOf" srcId="{626A5FA5-54CF-4C86-8AC4-9621CF013E96}" destId="{8588CB5A-B876-4A6B-B206-53F721F17816}" srcOrd="0" destOrd="0" presId="urn:microsoft.com/office/officeart/2016/7/layout/RepeatingBendingProcessNew"/>
    <dgm:cxn modelId="{0D2374C5-EE63-41C7-8978-EE18DE94838D}" srcId="{69FBFBB3-A22F-4559-98E7-C9547E140252}" destId="{6BF79C17-60DF-474B-B37D-A939B70C2130}" srcOrd="3" destOrd="0" parTransId="{A6E2259D-EB17-4FE4-88D2-AD5B572716F4}" sibTransId="{B4F131EC-C857-4162-8340-D473A368FDEA}"/>
    <dgm:cxn modelId="{56835AC7-B688-4020-875A-37CDE6BDBB85}" type="presOf" srcId="{9E3FF9DB-DDDD-4F77-8E67-0B0729384A4B}" destId="{5E079547-E15F-455A-8273-188CC1F024EF}" srcOrd="1" destOrd="0" presId="urn:microsoft.com/office/officeart/2016/7/layout/RepeatingBendingProcessNew"/>
    <dgm:cxn modelId="{C8D98AC7-208B-4C0E-8E85-6D6DBF3F74E1}" type="presOf" srcId="{6BF79C17-60DF-474B-B37D-A939B70C2130}" destId="{ACCC3D0E-68C3-4B62-9AD7-50B84637D7EC}" srcOrd="0" destOrd="0" presId="urn:microsoft.com/office/officeart/2016/7/layout/RepeatingBendingProcessNew"/>
    <dgm:cxn modelId="{D18E0CC8-71B9-4502-988F-6A51C2053175}" srcId="{69FBFBB3-A22F-4559-98E7-C9547E140252}" destId="{7A253E36-CC8C-4C16-BBC6-699FCEAF2B94}" srcOrd="18" destOrd="0" parTransId="{90E21D85-9EA6-41B1-8323-4B48A943DA6B}" sibTransId="{0909C8B8-6887-48B1-A874-E84737B661CA}"/>
    <dgm:cxn modelId="{DCBBB8CA-C288-4B25-A59A-5F4FF58B528A}" type="presOf" srcId="{9CAD95BB-A81A-4923-B218-5185D898EBE4}" destId="{A749341E-0888-496D-9231-5CE28AE135EE}" srcOrd="0" destOrd="0" presId="urn:microsoft.com/office/officeart/2016/7/layout/RepeatingBendingProcessNew"/>
    <dgm:cxn modelId="{F5626ACD-5604-48AD-BE66-68276003FB8A}" type="presOf" srcId="{69FBFBB3-A22F-4559-98E7-C9547E140252}" destId="{F300C2D3-B16F-4F8C-A53C-B754AA47BB1E}" srcOrd="0" destOrd="0" presId="urn:microsoft.com/office/officeart/2016/7/layout/RepeatingBendingProcessNew"/>
    <dgm:cxn modelId="{9845DDD0-14CE-47FA-9BB5-42D95FD5016D}" type="presOf" srcId="{B4F131EC-C857-4162-8340-D473A368FDEA}" destId="{11B8CF6A-1405-4ADD-BC8F-67E4E658EE1C}" srcOrd="1" destOrd="0" presId="urn:microsoft.com/office/officeart/2016/7/layout/RepeatingBendingProcessNew"/>
    <dgm:cxn modelId="{753F37D3-F567-4F3C-88B6-91F1A7379F8C}" srcId="{AD4272AE-FEF7-4772-AEE4-B9E1E10D4577}" destId="{E10AA552-5F70-4238-8239-A51747DDAD45}" srcOrd="0" destOrd="0" parTransId="{2763D0DE-4A04-419A-8C5D-7BE217385268}" sibTransId="{9CA7942B-FB76-4D65-A95C-A63A3E8603C3}"/>
    <dgm:cxn modelId="{990C79D3-8D4E-4FE1-A7FD-694BF89FA076}" type="presOf" srcId="{2BEE0117-91DA-4717-8553-939463778CAB}" destId="{981AFD54-3E38-40CC-9AD4-BA9DD896CF95}" srcOrd="0" destOrd="0" presId="urn:microsoft.com/office/officeart/2016/7/layout/RepeatingBendingProcessNew"/>
    <dgm:cxn modelId="{6C1B0BD7-9687-4F49-A0F5-B434579C2F15}" type="presOf" srcId="{0D8411EC-0E57-4D12-BBDA-F746EE7B6442}" destId="{B5D670E5-96C5-4243-A4F4-4E651026A6C3}" srcOrd="0" destOrd="0" presId="urn:microsoft.com/office/officeart/2016/7/layout/RepeatingBendingProcessNew"/>
    <dgm:cxn modelId="{95DA92D8-E0DF-4DCB-8CE7-BEB6F3C9F9B5}" type="presOf" srcId="{7A253E36-CC8C-4C16-BBC6-699FCEAF2B94}" destId="{4EDF2B02-D6B3-4855-92DF-411EF004FFA1}" srcOrd="0" destOrd="0" presId="urn:microsoft.com/office/officeart/2016/7/layout/RepeatingBendingProcessNew"/>
    <dgm:cxn modelId="{B3BCACE8-B3E2-4D6F-AD6F-98DD56A4C36F}" type="presOf" srcId="{173AF184-7EE2-45CD-B582-287E5CAF1920}" destId="{CDF4CA21-30E5-468B-BDE1-4C362B7FE552}" srcOrd="0" destOrd="0" presId="urn:microsoft.com/office/officeart/2016/7/layout/RepeatingBendingProcessNew"/>
    <dgm:cxn modelId="{96C154E9-2F70-451F-8346-7605533C8C11}" srcId="{173AF184-7EE2-45CD-B582-287E5CAF1920}" destId="{A7A0A010-DE8A-4B9D-BC67-A2A457FC2A14}" srcOrd="0" destOrd="0" parTransId="{402BD68F-FCFC-4C60-B186-3F7C8A57FA19}" sibTransId="{1FE8A643-0EE0-4255-8F8B-2535593EF209}"/>
    <dgm:cxn modelId="{9F9303ED-795C-4F26-91F5-6C35138F92A1}" type="presOf" srcId="{AD4272AE-FEF7-4772-AEE4-B9E1E10D4577}" destId="{08B68176-4889-4CD5-A790-E6C062E03587}" srcOrd="0" destOrd="0" presId="urn:microsoft.com/office/officeart/2016/7/layout/RepeatingBendingProcessNew"/>
    <dgm:cxn modelId="{973770F0-6776-47B5-97C6-482BD9EE829A}" srcId="{69FBFBB3-A22F-4559-98E7-C9547E140252}" destId="{626A5FA5-54CF-4C86-8AC4-9621CF013E96}" srcOrd="0" destOrd="0" parTransId="{40C20555-074C-45A1-81EE-2734FA7EE734}" sibTransId="{1E7AABBC-63F9-4B4D-A996-550FA175D4C5}"/>
    <dgm:cxn modelId="{C1C67BF8-2769-47F7-9D00-523FB7A42279}" type="presOf" srcId="{D35B2C25-B695-4CEB-8F39-AC2DD7F05687}" destId="{A3DC55EA-7E84-4B4A-A63D-F878D32AF622}" srcOrd="0" destOrd="0" presId="urn:microsoft.com/office/officeart/2016/7/layout/RepeatingBendingProcessNew"/>
    <dgm:cxn modelId="{12F156F9-C942-4847-9BC0-CBB1725A7D74}" srcId="{69FBFBB3-A22F-4559-98E7-C9547E140252}" destId="{610C9A2D-DADD-4B3C-8B0B-22E54708B124}" srcOrd="17" destOrd="0" parTransId="{707A8C2C-C671-4790-AA12-FC07A2D8C7FD}" sibTransId="{857D3DDF-8C08-41CE-883E-93182B24834B}"/>
    <dgm:cxn modelId="{8AFAAEF9-3BD5-4EC4-89A8-3D52E1C2B917}" type="presOf" srcId="{A7A0A010-DE8A-4B9D-BC67-A2A457FC2A14}" destId="{CDF4CA21-30E5-468B-BDE1-4C362B7FE552}" srcOrd="0" destOrd="1" presId="urn:microsoft.com/office/officeart/2016/7/layout/RepeatingBendingProcessNew"/>
    <dgm:cxn modelId="{865D44FC-A82D-4922-A3D0-849419B33A9B}" type="presOf" srcId="{9A693FE8-C267-44A7-A18A-C5CCFA43A343}" destId="{A1031272-C098-4039-A80F-8A9D11CFC763}" srcOrd="0" destOrd="0" presId="urn:microsoft.com/office/officeart/2016/7/layout/RepeatingBendingProcessNew"/>
    <dgm:cxn modelId="{C3AF55FF-5DA7-448C-9675-C73B5B762116}" type="presOf" srcId="{60A8E878-3D3D-423B-8DD1-417F03AAA134}" destId="{5963AADB-61CD-493F-A1C2-08AE1D4E406C}" srcOrd="0" destOrd="0" presId="urn:microsoft.com/office/officeart/2016/7/layout/RepeatingBendingProcessNew"/>
    <dgm:cxn modelId="{CE5908A7-B6F1-4B10-9783-D6B7FE30ED13}" type="presParOf" srcId="{F300C2D3-B16F-4F8C-A53C-B754AA47BB1E}" destId="{8588CB5A-B876-4A6B-B206-53F721F17816}" srcOrd="0" destOrd="0" presId="urn:microsoft.com/office/officeart/2016/7/layout/RepeatingBendingProcessNew"/>
    <dgm:cxn modelId="{BA78233E-C02C-425B-9444-C4E608163F00}" type="presParOf" srcId="{F300C2D3-B16F-4F8C-A53C-B754AA47BB1E}" destId="{E07A0A90-2D0D-4605-B48E-67AAB710EC5D}" srcOrd="1" destOrd="0" presId="urn:microsoft.com/office/officeart/2016/7/layout/RepeatingBendingProcessNew"/>
    <dgm:cxn modelId="{2D2C4289-7211-43DF-B77B-B04740458C0E}" type="presParOf" srcId="{E07A0A90-2D0D-4605-B48E-67AAB710EC5D}" destId="{342860DA-528A-4221-A680-D13086664048}" srcOrd="0" destOrd="0" presId="urn:microsoft.com/office/officeart/2016/7/layout/RepeatingBendingProcessNew"/>
    <dgm:cxn modelId="{BB5756ED-0720-4462-A5B5-56DBDEC85A4E}" type="presParOf" srcId="{F300C2D3-B16F-4F8C-A53C-B754AA47BB1E}" destId="{AD96CB89-6D5B-40DD-913A-FB5664A3CE8E}" srcOrd="2" destOrd="0" presId="urn:microsoft.com/office/officeart/2016/7/layout/RepeatingBendingProcessNew"/>
    <dgm:cxn modelId="{74B7299D-0D63-4EC8-8E4C-5E8EA350734B}" type="presParOf" srcId="{F300C2D3-B16F-4F8C-A53C-B754AA47BB1E}" destId="{18CA2F0C-C0B3-48FD-BB38-94CE98F4642F}" srcOrd="3" destOrd="0" presId="urn:microsoft.com/office/officeart/2016/7/layout/RepeatingBendingProcessNew"/>
    <dgm:cxn modelId="{E02AE522-8412-4C5B-859F-0FF6472B6C1C}" type="presParOf" srcId="{18CA2F0C-C0B3-48FD-BB38-94CE98F4642F}" destId="{F9ECEE54-066E-4710-BEC6-FC47FF8ADD6F}" srcOrd="0" destOrd="0" presId="urn:microsoft.com/office/officeart/2016/7/layout/RepeatingBendingProcessNew"/>
    <dgm:cxn modelId="{D1BCC53B-1B4A-4043-92F4-FBC68F5E0879}" type="presParOf" srcId="{F300C2D3-B16F-4F8C-A53C-B754AA47BB1E}" destId="{B5D670E5-96C5-4243-A4F4-4E651026A6C3}" srcOrd="4" destOrd="0" presId="urn:microsoft.com/office/officeart/2016/7/layout/RepeatingBendingProcessNew"/>
    <dgm:cxn modelId="{9495D1C8-990C-4F1D-B333-366B91D8D7AB}" type="presParOf" srcId="{F300C2D3-B16F-4F8C-A53C-B754AA47BB1E}" destId="{6BABA1F2-C5DF-4E14-9B86-A003AE5225D1}" srcOrd="5" destOrd="0" presId="urn:microsoft.com/office/officeart/2016/7/layout/RepeatingBendingProcessNew"/>
    <dgm:cxn modelId="{85C2D5F0-E4BC-4C22-85D5-2E0009F461F6}" type="presParOf" srcId="{6BABA1F2-C5DF-4E14-9B86-A003AE5225D1}" destId="{98A3A713-B000-481A-848F-FDFE70612676}" srcOrd="0" destOrd="0" presId="urn:microsoft.com/office/officeart/2016/7/layout/RepeatingBendingProcessNew"/>
    <dgm:cxn modelId="{A75B0F70-DEB2-4B3F-AA20-7A767B3D153D}" type="presParOf" srcId="{F300C2D3-B16F-4F8C-A53C-B754AA47BB1E}" destId="{ACCC3D0E-68C3-4B62-9AD7-50B84637D7EC}" srcOrd="6" destOrd="0" presId="urn:microsoft.com/office/officeart/2016/7/layout/RepeatingBendingProcessNew"/>
    <dgm:cxn modelId="{326FCD89-07A0-408D-A0F4-1058C6008140}" type="presParOf" srcId="{F300C2D3-B16F-4F8C-A53C-B754AA47BB1E}" destId="{A599FF59-DD5A-4178-B7CF-40CBA60525EC}" srcOrd="7" destOrd="0" presId="urn:microsoft.com/office/officeart/2016/7/layout/RepeatingBendingProcessNew"/>
    <dgm:cxn modelId="{0279EF85-F1C5-4F8A-B420-4DBE2FCE08DD}" type="presParOf" srcId="{A599FF59-DD5A-4178-B7CF-40CBA60525EC}" destId="{11B8CF6A-1405-4ADD-BC8F-67E4E658EE1C}" srcOrd="0" destOrd="0" presId="urn:microsoft.com/office/officeart/2016/7/layout/RepeatingBendingProcessNew"/>
    <dgm:cxn modelId="{4C626D2B-A80B-491D-921C-4C4AF69F8FC0}" type="presParOf" srcId="{F300C2D3-B16F-4F8C-A53C-B754AA47BB1E}" destId="{08B68176-4889-4CD5-A790-E6C062E03587}" srcOrd="8" destOrd="0" presId="urn:microsoft.com/office/officeart/2016/7/layout/RepeatingBendingProcessNew"/>
    <dgm:cxn modelId="{A0A27918-13EF-4CED-A2AF-2C4CBD2B8B8E}" type="presParOf" srcId="{F300C2D3-B16F-4F8C-A53C-B754AA47BB1E}" destId="{4FE55751-1463-4188-8A0A-D5C948F5BABB}" srcOrd="9" destOrd="0" presId="urn:microsoft.com/office/officeart/2016/7/layout/RepeatingBendingProcessNew"/>
    <dgm:cxn modelId="{10B87ED7-6C30-4B18-86A5-2927E5DD4B30}" type="presParOf" srcId="{4FE55751-1463-4188-8A0A-D5C948F5BABB}" destId="{CE6631A5-7AF0-4DCC-891F-B4A0793515D7}" srcOrd="0" destOrd="0" presId="urn:microsoft.com/office/officeart/2016/7/layout/RepeatingBendingProcessNew"/>
    <dgm:cxn modelId="{9322AEC5-EF64-49EA-A3F8-1F1083E314AD}" type="presParOf" srcId="{F300C2D3-B16F-4F8C-A53C-B754AA47BB1E}" destId="{5B4809AC-4499-496C-8EA4-107308D9263D}" srcOrd="10" destOrd="0" presId="urn:microsoft.com/office/officeart/2016/7/layout/RepeatingBendingProcessNew"/>
    <dgm:cxn modelId="{EFEF1A95-D3AF-4894-90C1-3808047E3FB6}" type="presParOf" srcId="{F300C2D3-B16F-4F8C-A53C-B754AA47BB1E}" destId="{7148025D-069A-4318-A1B5-A35C1EAC2D56}" srcOrd="11" destOrd="0" presId="urn:microsoft.com/office/officeart/2016/7/layout/RepeatingBendingProcessNew"/>
    <dgm:cxn modelId="{F6B8079E-000B-4B67-873A-6AC7CE2A22A0}" type="presParOf" srcId="{7148025D-069A-4318-A1B5-A35C1EAC2D56}" destId="{EB43580E-A96A-415C-9B27-611C9F07B752}" srcOrd="0" destOrd="0" presId="urn:microsoft.com/office/officeart/2016/7/layout/RepeatingBendingProcessNew"/>
    <dgm:cxn modelId="{B99E5452-0062-4ED3-AC82-147D26488711}" type="presParOf" srcId="{F300C2D3-B16F-4F8C-A53C-B754AA47BB1E}" destId="{501BFF20-C960-4DB6-93FE-0BA3FA3CA3B5}" srcOrd="12" destOrd="0" presId="urn:microsoft.com/office/officeart/2016/7/layout/RepeatingBendingProcessNew"/>
    <dgm:cxn modelId="{4D4DCAA4-1E72-41E8-95CE-1AD33E4EE0B3}" type="presParOf" srcId="{F300C2D3-B16F-4F8C-A53C-B754AA47BB1E}" destId="{A3DC55EA-7E84-4B4A-A63D-F878D32AF622}" srcOrd="13" destOrd="0" presId="urn:microsoft.com/office/officeart/2016/7/layout/RepeatingBendingProcessNew"/>
    <dgm:cxn modelId="{7A2ED5D4-8C51-4E8A-8E6C-A8BDDE58D6FC}" type="presParOf" srcId="{A3DC55EA-7E84-4B4A-A63D-F878D32AF622}" destId="{B7564B11-5666-468E-8686-FD218BC590FF}" srcOrd="0" destOrd="0" presId="urn:microsoft.com/office/officeart/2016/7/layout/RepeatingBendingProcessNew"/>
    <dgm:cxn modelId="{C64585AF-3097-42DF-8614-61DECB42C75A}" type="presParOf" srcId="{F300C2D3-B16F-4F8C-A53C-B754AA47BB1E}" destId="{64EFD681-0205-48B4-A514-F9E8CEAEAF41}" srcOrd="14" destOrd="0" presId="urn:microsoft.com/office/officeart/2016/7/layout/RepeatingBendingProcessNew"/>
    <dgm:cxn modelId="{E8A4261F-9C30-4B1B-A424-E77D69A7AD2C}" type="presParOf" srcId="{F300C2D3-B16F-4F8C-A53C-B754AA47BB1E}" destId="{6A2DFB75-8BD1-459F-8502-4B20951FC75C}" srcOrd="15" destOrd="0" presId="urn:microsoft.com/office/officeart/2016/7/layout/RepeatingBendingProcessNew"/>
    <dgm:cxn modelId="{E5030951-1210-46DF-81C3-CB6CAB9632B4}" type="presParOf" srcId="{6A2DFB75-8BD1-459F-8502-4B20951FC75C}" destId="{886D9AAA-37C7-4DB2-A922-7A832EF6E3B9}" srcOrd="0" destOrd="0" presId="urn:microsoft.com/office/officeart/2016/7/layout/RepeatingBendingProcessNew"/>
    <dgm:cxn modelId="{9AFD0922-E074-43D4-8742-8CF069F5EAB9}" type="presParOf" srcId="{F300C2D3-B16F-4F8C-A53C-B754AA47BB1E}" destId="{FD32FA04-DAAE-47D5-87A7-98BA8BB99A97}" srcOrd="16" destOrd="0" presId="urn:microsoft.com/office/officeart/2016/7/layout/RepeatingBendingProcessNew"/>
    <dgm:cxn modelId="{B6F35C97-03A7-4C7B-A0BB-E82617A36DFF}" type="presParOf" srcId="{F300C2D3-B16F-4F8C-A53C-B754AA47BB1E}" destId="{2614D480-B9AF-4474-9F56-67991FBC5098}" srcOrd="17" destOrd="0" presId="urn:microsoft.com/office/officeart/2016/7/layout/RepeatingBendingProcessNew"/>
    <dgm:cxn modelId="{8C9DBCB4-BD12-4ACB-BD64-C8536E357E66}" type="presParOf" srcId="{2614D480-B9AF-4474-9F56-67991FBC5098}" destId="{5E079547-E15F-455A-8273-188CC1F024EF}" srcOrd="0" destOrd="0" presId="urn:microsoft.com/office/officeart/2016/7/layout/RepeatingBendingProcessNew"/>
    <dgm:cxn modelId="{681A49EF-53BF-4B7E-AE76-0C6B2019E089}" type="presParOf" srcId="{F300C2D3-B16F-4F8C-A53C-B754AA47BB1E}" destId="{DBC4443C-B0E2-446F-9188-AA4DC328CDC1}" srcOrd="18" destOrd="0" presId="urn:microsoft.com/office/officeart/2016/7/layout/RepeatingBendingProcessNew"/>
    <dgm:cxn modelId="{44CEF8E7-397A-4445-9078-D05E4B2CE485}" type="presParOf" srcId="{F300C2D3-B16F-4F8C-A53C-B754AA47BB1E}" destId="{489F45C6-B1D1-4530-8EEB-3C7FEC3FF3FF}" srcOrd="19" destOrd="0" presId="urn:microsoft.com/office/officeart/2016/7/layout/RepeatingBendingProcessNew"/>
    <dgm:cxn modelId="{9EF773B8-7B76-4A8D-B38C-B11BEF931625}" type="presParOf" srcId="{489F45C6-B1D1-4530-8EEB-3C7FEC3FF3FF}" destId="{F71DA22B-B7CF-4C97-B118-DA8175588283}" srcOrd="0" destOrd="0" presId="urn:microsoft.com/office/officeart/2016/7/layout/RepeatingBendingProcessNew"/>
    <dgm:cxn modelId="{98BB7481-774D-4714-B03D-7C7238C3C0A9}" type="presParOf" srcId="{F300C2D3-B16F-4F8C-A53C-B754AA47BB1E}" destId="{CDF4CA21-30E5-468B-BDE1-4C362B7FE552}" srcOrd="20" destOrd="0" presId="urn:microsoft.com/office/officeart/2016/7/layout/RepeatingBendingProcessNew"/>
    <dgm:cxn modelId="{E441AE51-ED87-4400-90D1-7E5800E32DFA}" type="presParOf" srcId="{F300C2D3-B16F-4F8C-A53C-B754AA47BB1E}" destId="{44435081-0368-4306-929D-AF95150EE1C4}" srcOrd="21" destOrd="0" presId="urn:microsoft.com/office/officeart/2016/7/layout/RepeatingBendingProcessNew"/>
    <dgm:cxn modelId="{1B8BF572-9D74-4AAB-BAAE-5FFF19775957}" type="presParOf" srcId="{44435081-0368-4306-929D-AF95150EE1C4}" destId="{2DE7ECEF-C125-4847-9F2A-7DCAADA96016}" srcOrd="0" destOrd="0" presId="urn:microsoft.com/office/officeart/2016/7/layout/RepeatingBendingProcessNew"/>
    <dgm:cxn modelId="{BDAFD3BB-3554-490F-866F-52417473D49A}" type="presParOf" srcId="{F300C2D3-B16F-4F8C-A53C-B754AA47BB1E}" destId="{0CCC5E61-7AC1-4158-A628-3994607554BE}" srcOrd="22" destOrd="0" presId="urn:microsoft.com/office/officeart/2016/7/layout/RepeatingBendingProcessNew"/>
    <dgm:cxn modelId="{7100FC93-DADD-410B-9403-1C3C62F4A52C}" type="presParOf" srcId="{F300C2D3-B16F-4F8C-A53C-B754AA47BB1E}" destId="{326C8B11-6C02-4374-957C-DF34B4CED847}" srcOrd="23" destOrd="0" presId="urn:microsoft.com/office/officeart/2016/7/layout/RepeatingBendingProcessNew"/>
    <dgm:cxn modelId="{EDD1EBB9-87F7-45D7-8959-CCE0FC4A4939}" type="presParOf" srcId="{326C8B11-6C02-4374-957C-DF34B4CED847}" destId="{29B35576-E534-4753-A7BE-827C8CDE8623}" srcOrd="0" destOrd="0" presId="urn:microsoft.com/office/officeart/2016/7/layout/RepeatingBendingProcessNew"/>
    <dgm:cxn modelId="{8AB9001C-F9CC-437D-B256-379F6BDCBD56}" type="presParOf" srcId="{F300C2D3-B16F-4F8C-A53C-B754AA47BB1E}" destId="{C1DE7BD0-1786-40DA-9E69-3AE1ECF3B13C}" srcOrd="24" destOrd="0" presId="urn:microsoft.com/office/officeart/2016/7/layout/RepeatingBendingProcessNew"/>
    <dgm:cxn modelId="{5849F286-D65B-4782-A5F4-5E18C743A8E9}" type="presParOf" srcId="{F300C2D3-B16F-4F8C-A53C-B754AA47BB1E}" destId="{D8A260D6-6C28-4203-8CC2-8420DF642320}" srcOrd="25" destOrd="0" presId="urn:microsoft.com/office/officeart/2016/7/layout/RepeatingBendingProcessNew"/>
    <dgm:cxn modelId="{E72C4A8D-8FCF-448F-8CF8-D07B9B4C3338}" type="presParOf" srcId="{D8A260D6-6C28-4203-8CC2-8420DF642320}" destId="{72535DBD-9147-479D-AACF-476B275D5AD7}" srcOrd="0" destOrd="0" presId="urn:microsoft.com/office/officeart/2016/7/layout/RepeatingBendingProcessNew"/>
    <dgm:cxn modelId="{36F904EC-07FE-4999-BEBA-CDDCDD393315}" type="presParOf" srcId="{F300C2D3-B16F-4F8C-A53C-B754AA47BB1E}" destId="{7D25C7C5-BDF3-416F-810C-D8D33EE6321D}" srcOrd="26" destOrd="0" presId="urn:microsoft.com/office/officeart/2016/7/layout/RepeatingBendingProcessNew"/>
    <dgm:cxn modelId="{28F8F6F7-C122-44D6-9672-28568B49BB77}" type="presParOf" srcId="{F300C2D3-B16F-4F8C-A53C-B754AA47BB1E}" destId="{981AFD54-3E38-40CC-9AD4-BA9DD896CF95}" srcOrd="27" destOrd="0" presId="urn:microsoft.com/office/officeart/2016/7/layout/RepeatingBendingProcessNew"/>
    <dgm:cxn modelId="{C01321CA-FC45-49AD-B91E-82BEED37E76D}" type="presParOf" srcId="{981AFD54-3E38-40CC-9AD4-BA9DD896CF95}" destId="{E389B1DB-F594-4328-9489-B042C45A7CD3}" srcOrd="0" destOrd="0" presId="urn:microsoft.com/office/officeart/2016/7/layout/RepeatingBendingProcessNew"/>
    <dgm:cxn modelId="{59EF0F63-4C99-4E04-9FF0-9A32C72988A0}" type="presParOf" srcId="{F300C2D3-B16F-4F8C-A53C-B754AA47BB1E}" destId="{A749341E-0888-496D-9231-5CE28AE135EE}" srcOrd="28" destOrd="0" presId="urn:microsoft.com/office/officeart/2016/7/layout/RepeatingBendingProcessNew"/>
    <dgm:cxn modelId="{0B76BCD3-50E0-484D-B3E0-A3FB07ADAA43}" type="presParOf" srcId="{F300C2D3-B16F-4F8C-A53C-B754AA47BB1E}" destId="{870CE9B2-0D0E-4011-9BBF-77C141234B4D}" srcOrd="29" destOrd="0" presId="urn:microsoft.com/office/officeart/2016/7/layout/RepeatingBendingProcessNew"/>
    <dgm:cxn modelId="{AAF2DD95-B082-4488-9AAC-0DB337253A26}" type="presParOf" srcId="{870CE9B2-0D0E-4011-9BBF-77C141234B4D}" destId="{91D20F9F-7C78-4227-8508-A61D2B66F070}" srcOrd="0" destOrd="0" presId="urn:microsoft.com/office/officeart/2016/7/layout/RepeatingBendingProcessNew"/>
    <dgm:cxn modelId="{BA4941E9-AA11-4CA7-8860-47F527E51667}" type="presParOf" srcId="{F300C2D3-B16F-4F8C-A53C-B754AA47BB1E}" destId="{A1031272-C098-4039-A80F-8A9D11CFC763}" srcOrd="30" destOrd="0" presId="urn:microsoft.com/office/officeart/2016/7/layout/RepeatingBendingProcessNew"/>
    <dgm:cxn modelId="{D5CF9B31-A237-4036-A6B9-21505A161161}" type="presParOf" srcId="{F300C2D3-B16F-4F8C-A53C-B754AA47BB1E}" destId="{5963AADB-61CD-493F-A1C2-08AE1D4E406C}" srcOrd="31" destOrd="0" presId="urn:microsoft.com/office/officeart/2016/7/layout/RepeatingBendingProcessNew"/>
    <dgm:cxn modelId="{3D2628DD-F3BC-4073-9F20-10948A2B5489}" type="presParOf" srcId="{5963AADB-61CD-493F-A1C2-08AE1D4E406C}" destId="{43B855A6-4743-4B2C-B668-E470717CBA06}" srcOrd="0" destOrd="0" presId="urn:microsoft.com/office/officeart/2016/7/layout/RepeatingBendingProcessNew"/>
    <dgm:cxn modelId="{7298A364-4A75-41B4-8F6D-78BE7B41C59F}" type="presParOf" srcId="{F300C2D3-B16F-4F8C-A53C-B754AA47BB1E}" destId="{D92CC04D-5F6B-4B13-8CEA-90DDB687C83E}" srcOrd="32" destOrd="0" presId="urn:microsoft.com/office/officeart/2016/7/layout/RepeatingBendingProcessNew"/>
    <dgm:cxn modelId="{BCF119C7-4327-4386-9E50-8E0108E68016}" type="presParOf" srcId="{F300C2D3-B16F-4F8C-A53C-B754AA47BB1E}" destId="{29A7BAB4-FB7D-4A9B-95BB-FD1190B934EC}" srcOrd="33" destOrd="0" presId="urn:microsoft.com/office/officeart/2016/7/layout/RepeatingBendingProcessNew"/>
    <dgm:cxn modelId="{E00B1C79-B249-4291-820D-B44CC4917235}" type="presParOf" srcId="{29A7BAB4-FB7D-4A9B-95BB-FD1190B934EC}" destId="{D65A7682-7B6D-476A-9856-B5668DF05DB7}" srcOrd="0" destOrd="0" presId="urn:microsoft.com/office/officeart/2016/7/layout/RepeatingBendingProcessNew"/>
    <dgm:cxn modelId="{070903A4-4323-47F9-9D1C-1D6F60B5A320}" type="presParOf" srcId="{F300C2D3-B16F-4F8C-A53C-B754AA47BB1E}" destId="{BCB4C81B-D4A3-4D88-9F69-A2F80B9C6C07}" srcOrd="34" destOrd="0" presId="urn:microsoft.com/office/officeart/2016/7/layout/RepeatingBendingProcessNew"/>
    <dgm:cxn modelId="{EBC29CDD-5FE4-4F6B-B04D-12C1F990B896}" type="presParOf" srcId="{F300C2D3-B16F-4F8C-A53C-B754AA47BB1E}" destId="{52950E79-9DAD-4624-83A8-D226B2E05178}" srcOrd="35" destOrd="0" presId="urn:microsoft.com/office/officeart/2016/7/layout/RepeatingBendingProcessNew"/>
    <dgm:cxn modelId="{D8BCE41C-17F5-4155-AAA4-242105E0220A}" type="presParOf" srcId="{52950E79-9DAD-4624-83A8-D226B2E05178}" destId="{70756BBB-F240-49C9-96C4-2C1F72A21EDC}" srcOrd="0" destOrd="0" presId="urn:microsoft.com/office/officeart/2016/7/layout/RepeatingBendingProcessNew"/>
    <dgm:cxn modelId="{26BF2990-22C0-49B2-848A-D1A490C5385A}" type="presParOf" srcId="{F300C2D3-B16F-4F8C-A53C-B754AA47BB1E}" destId="{4EDF2B02-D6B3-4855-92DF-411EF004FFA1}" srcOrd="36" destOrd="0" presId="urn:microsoft.com/office/officeart/2016/7/layout/RepeatingBendingProcessNew"/>
    <dgm:cxn modelId="{9DBF3D76-8222-4F7C-9FF1-9AD3B3DFDBD9}" type="presParOf" srcId="{F300C2D3-B16F-4F8C-A53C-B754AA47BB1E}" destId="{D82BB406-1C48-4EB4-9152-BDE5E9ECDAC5}" srcOrd="37" destOrd="0" presId="urn:microsoft.com/office/officeart/2016/7/layout/RepeatingBendingProcessNew"/>
    <dgm:cxn modelId="{39FE662C-5B6D-416D-9160-7AFB9A99A677}" type="presParOf" srcId="{D82BB406-1C48-4EB4-9152-BDE5E9ECDAC5}" destId="{960E402A-DCFF-4F89-9F2D-9A654B28A014}" srcOrd="0" destOrd="0" presId="urn:microsoft.com/office/officeart/2016/7/layout/RepeatingBendingProcessNew"/>
    <dgm:cxn modelId="{14622250-60AB-4FE7-AD6C-9BFB10604544}" type="presParOf" srcId="{F300C2D3-B16F-4F8C-A53C-B754AA47BB1E}" destId="{E61E604B-CA51-4F3E-B44D-17D350081552}" srcOrd="38" destOrd="0" presId="urn:microsoft.com/office/officeart/2016/7/layout/RepeatingBendingProcessNew"/>
    <dgm:cxn modelId="{B2850782-F53C-45FB-84D5-5E55CB7F6F81}" type="presParOf" srcId="{F300C2D3-B16F-4F8C-A53C-B754AA47BB1E}" destId="{744C4670-1919-4C9A-A8C6-EEF6053321BE}" srcOrd="39" destOrd="0" presId="urn:microsoft.com/office/officeart/2016/7/layout/RepeatingBendingProcessNew"/>
    <dgm:cxn modelId="{747BB112-041D-4068-A993-C2D9D2ECDD87}" type="presParOf" srcId="{744C4670-1919-4C9A-A8C6-EEF6053321BE}" destId="{89096F4C-1D5E-44EA-9A63-867E5F6C3B58}" srcOrd="0" destOrd="0" presId="urn:microsoft.com/office/officeart/2016/7/layout/RepeatingBendingProcessNew"/>
    <dgm:cxn modelId="{AFC0D9E4-8284-49D9-8F4D-D01446F2E512}" type="presParOf" srcId="{F300C2D3-B16F-4F8C-A53C-B754AA47BB1E}" destId="{0B29E7A6-F9C3-4A2F-B370-B787B82CCF1B}" srcOrd="4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5D7AC1-BFDF-4B68-B778-C47C4A86351F}" type="doc">
      <dgm:prSet loTypeId="urn:microsoft.com/office/officeart/2005/8/layout/process5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1F714A8-8255-4E3D-8AA7-E0DC2F2CB055}">
      <dgm:prSet/>
      <dgm:spPr/>
      <dgm:t>
        <a:bodyPr/>
        <a:lstStyle/>
        <a:p>
          <a:r>
            <a:rPr lang="en-US" dirty="0"/>
            <a:t>What are AI Agents?</a:t>
          </a:r>
        </a:p>
      </dgm:t>
    </dgm:pt>
    <dgm:pt modelId="{5420BA7E-5813-450E-8F48-B14D3A11E8F2}" type="parTrans" cxnId="{5A3E3BB7-62C9-49A2-96F4-E40300DA075F}">
      <dgm:prSet/>
      <dgm:spPr/>
      <dgm:t>
        <a:bodyPr/>
        <a:lstStyle/>
        <a:p>
          <a:endParaRPr lang="en-US"/>
        </a:p>
      </dgm:t>
    </dgm:pt>
    <dgm:pt modelId="{BCA5489D-79F3-456A-91F7-A966E996EFD6}" type="sibTrans" cxnId="{5A3E3BB7-62C9-49A2-96F4-E40300DA075F}">
      <dgm:prSet/>
      <dgm:spPr/>
      <dgm:t>
        <a:bodyPr/>
        <a:lstStyle/>
        <a:p>
          <a:endParaRPr lang="en-US"/>
        </a:p>
      </dgm:t>
    </dgm:pt>
    <dgm:pt modelId="{5EC5D486-05FF-46E5-B3D3-E039C5AD7329}">
      <dgm:prSet custT="1"/>
      <dgm:spPr/>
      <dgm:t>
        <a:bodyPr/>
        <a:lstStyle/>
        <a:p>
          <a:r>
            <a:rPr lang="en-US" sz="500" dirty="0"/>
            <a:t>The field is moving from </a:t>
          </a:r>
          <a:r>
            <a:rPr lang="en-US" sz="500" b="1" dirty="0"/>
            <a:t>monolithic models  (</a:t>
          </a:r>
          <a:r>
            <a:rPr lang="en-US" sz="500" b="0" i="0" dirty="0"/>
            <a:t>single codebase and operate as one centralized, unit – Gemini, GPT-3, GPT 4 etc.</a:t>
          </a:r>
          <a:r>
            <a:rPr lang="en-US" sz="500" b="1" dirty="0"/>
            <a:t>) -&gt; difficult adaptation </a:t>
          </a:r>
          <a:r>
            <a:rPr lang="en-US" sz="500" dirty="0"/>
            <a:t>to </a:t>
          </a:r>
          <a:r>
            <a:rPr lang="en-US" sz="500" b="1" dirty="0"/>
            <a:t>compound AI systems (</a:t>
          </a:r>
          <a:r>
            <a:rPr lang="en-US" sz="500" b="0" i="0" dirty="0"/>
            <a:t>autonomous agents (</a:t>
          </a:r>
          <a:r>
            <a:rPr lang="en-US" sz="500" b="0" i="0" dirty="0" err="1"/>
            <a:t>AutoGPT</a:t>
          </a:r>
          <a:r>
            <a:rPr lang="en-US" sz="500" b="0" i="0" dirty="0"/>
            <a:t>), coding assistants (</a:t>
          </a:r>
          <a:r>
            <a:rPr lang="en-US" sz="500" b="0" i="0" dirty="0" err="1"/>
            <a:t>AlphaCode</a:t>
          </a:r>
          <a:r>
            <a:rPr lang="en-US" sz="500" b="0" i="0" dirty="0"/>
            <a:t> 2), and multimodal systems (Gemini) </a:t>
          </a:r>
          <a:r>
            <a:rPr lang="en-US" sz="500" b="0" i="0" dirty="0">
              <a:sym typeface="Wingdings" panose="05000000000000000000" pitchFamily="2" charset="2"/>
            </a:rPr>
            <a:t> easier adaptation</a:t>
          </a:r>
          <a:r>
            <a:rPr lang="en-US" sz="500" dirty="0"/>
            <a:t>.</a:t>
          </a:r>
        </a:p>
      </dgm:t>
    </dgm:pt>
    <dgm:pt modelId="{EF83BC6A-0D53-40E2-BA0D-D82CB7C096FB}" type="parTrans" cxnId="{08C3B85E-5CDF-4AD6-9A4A-63E3A13EF924}">
      <dgm:prSet/>
      <dgm:spPr/>
      <dgm:t>
        <a:bodyPr/>
        <a:lstStyle/>
        <a:p>
          <a:endParaRPr lang="en-US"/>
        </a:p>
      </dgm:t>
    </dgm:pt>
    <dgm:pt modelId="{108A8458-EE0B-494F-A630-C805949E1D6D}" type="sibTrans" cxnId="{08C3B85E-5CDF-4AD6-9A4A-63E3A13EF924}">
      <dgm:prSet/>
      <dgm:spPr/>
      <dgm:t>
        <a:bodyPr/>
        <a:lstStyle/>
        <a:p>
          <a:endParaRPr lang="en-US"/>
        </a:p>
      </dgm:t>
    </dgm:pt>
    <dgm:pt modelId="{86FFA80C-B387-4A96-8C44-C0E8658A7450}">
      <dgm:prSet/>
      <dgm:spPr/>
      <dgm:t>
        <a:bodyPr/>
        <a:lstStyle/>
        <a:p>
          <a:r>
            <a:rPr lang="en-US" dirty="0"/>
            <a:t>Standalone Models (</a:t>
          </a:r>
          <a:r>
            <a:rPr lang="en-US" b="0" i="0" dirty="0">
              <a:hlinkClick xmlns:r="http://schemas.openxmlformats.org/officeDocument/2006/relationships" r:id="rId1"/>
            </a:rPr>
            <a:t>Whisper</a:t>
          </a:r>
          <a:r>
            <a:rPr lang="en-US" b="0" i="0" dirty="0"/>
            <a:t> (speech-to-text), </a:t>
          </a:r>
          <a:r>
            <a:rPr lang="en-US" b="0" i="0" dirty="0">
              <a:hlinkClick xmlns:r="http://schemas.openxmlformats.org/officeDocument/2006/relationships" r:id="rId2"/>
            </a:rPr>
            <a:t>Stable Diffusion</a:t>
          </a:r>
          <a:r>
            <a:rPr lang="en-US" b="0" i="0" dirty="0"/>
            <a:t> (image generation), and </a:t>
          </a:r>
          <a:r>
            <a:rPr lang="en-US" b="0" i="0" dirty="0" err="1">
              <a:hlinkClick xmlns:r="http://schemas.openxmlformats.org/officeDocument/2006/relationships" r:id="rId3"/>
            </a:rPr>
            <a:t>LLaMA</a:t>
          </a:r>
          <a:r>
            <a:rPr lang="en-US" b="0" i="0" dirty="0">
              <a:hlinkClick xmlns:r="http://schemas.openxmlformats.org/officeDocument/2006/relationships" r:id="rId3"/>
            </a:rPr>
            <a:t> 3.2</a:t>
          </a:r>
          <a:r>
            <a:rPr lang="en-US" b="0" i="0" dirty="0"/>
            <a:t> (local language model)</a:t>
          </a:r>
          <a:r>
            <a:rPr lang="en-US" dirty="0"/>
            <a:t>)</a:t>
          </a:r>
        </a:p>
      </dgm:t>
    </dgm:pt>
    <dgm:pt modelId="{97337899-42AE-47C5-97D6-170361ECDFFB}" type="parTrans" cxnId="{60A0D596-A1B1-4D80-A786-6767A43588E1}">
      <dgm:prSet/>
      <dgm:spPr/>
      <dgm:t>
        <a:bodyPr/>
        <a:lstStyle/>
        <a:p>
          <a:endParaRPr lang="en-US"/>
        </a:p>
      </dgm:t>
    </dgm:pt>
    <dgm:pt modelId="{0EEDF06B-43E4-488B-A7C6-3A820CF5F3E0}" type="sibTrans" cxnId="{60A0D596-A1B1-4D80-A786-6767A43588E1}">
      <dgm:prSet/>
      <dgm:spPr/>
      <dgm:t>
        <a:bodyPr/>
        <a:lstStyle/>
        <a:p>
          <a:endParaRPr lang="en-US"/>
        </a:p>
      </dgm:t>
    </dgm:pt>
    <dgm:pt modelId="{EE58C7C8-6412-4CAA-BCE1-2FCD6847CBC7}">
      <dgm:prSet/>
      <dgm:spPr/>
      <dgm:t>
        <a:bodyPr/>
        <a:lstStyle/>
        <a:p>
          <a:r>
            <a:rPr lang="en-US" dirty="0"/>
            <a:t>Limitations of Standalone models : AI models are limited by the data they were trained on.</a:t>
          </a:r>
        </a:p>
      </dgm:t>
    </dgm:pt>
    <dgm:pt modelId="{5FC2F77C-A5C9-4B73-BD1B-2F90641A92E4}" type="parTrans" cxnId="{E51395D7-536B-4CA1-9817-29D7D590071C}">
      <dgm:prSet/>
      <dgm:spPr/>
      <dgm:t>
        <a:bodyPr/>
        <a:lstStyle/>
        <a:p>
          <a:endParaRPr lang="en-US"/>
        </a:p>
      </dgm:t>
    </dgm:pt>
    <dgm:pt modelId="{A7580F48-95ED-4237-B562-060FF0351E1D}" type="sibTrans" cxnId="{E51395D7-536B-4CA1-9817-29D7D590071C}">
      <dgm:prSet/>
      <dgm:spPr/>
      <dgm:t>
        <a:bodyPr/>
        <a:lstStyle/>
        <a:p>
          <a:endParaRPr lang="en-US"/>
        </a:p>
      </dgm:t>
    </dgm:pt>
    <dgm:pt modelId="{453C90D7-6121-422A-8879-7287C17DE5FA}">
      <dgm:prSet/>
      <dgm:spPr/>
      <dgm:t>
        <a:bodyPr/>
        <a:lstStyle/>
        <a:p>
          <a:r>
            <a:rPr lang="en-US"/>
            <a:t>This affects:</a:t>
          </a:r>
        </a:p>
      </dgm:t>
    </dgm:pt>
    <dgm:pt modelId="{152D56CB-3C19-458B-B5F4-23D3577E1729}" type="parTrans" cxnId="{63F84EA5-2794-46C8-8EE9-A4BEBB6009BE}">
      <dgm:prSet/>
      <dgm:spPr/>
      <dgm:t>
        <a:bodyPr/>
        <a:lstStyle/>
        <a:p>
          <a:endParaRPr lang="en-US"/>
        </a:p>
      </dgm:t>
    </dgm:pt>
    <dgm:pt modelId="{8FDF2A5D-D556-424F-949A-3A61FC9F3FC7}" type="sibTrans" cxnId="{63F84EA5-2794-46C8-8EE9-A4BEBB6009BE}">
      <dgm:prSet/>
      <dgm:spPr/>
      <dgm:t>
        <a:bodyPr/>
        <a:lstStyle/>
        <a:p>
          <a:endParaRPr lang="en-US"/>
        </a:p>
      </dgm:t>
    </dgm:pt>
    <dgm:pt modelId="{4A9C9A25-B415-421A-89AF-A7EE4BF0D1F6}">
      <dgm:prSet/>
      <dgm:spPr/>
      <dgm:t>
        <a:bodyPr/>
        <a:lstStyle/>
        <a:p>
          <a:r>
            <a:rPr lang="en-US" dirty="0"/>
            <a:t>What they know about the world.</a:t>
          </a:r>
        </a:p>
        <a:p>
          <a:r>
            <a:rPr lang="en-US" dirty="0"/>
            <a:t>The types of tasks they can solve.</a:t>
          </a:r>
        </a:p>
      </dgm:t>
    </dgm:pt>
    <dgm:pt modelId="{1A790DCF-8721-4C63-8CDE-6AED9C6906A7}" type="parTrans" cxnId="{B2A6DA0F-6580-4758-822E-2F85A83466E1}">
      <dgm:prSet/>
      <dgm:spPr/>
      <dgm:t>
        <a:bodyPr/>
        <a:lstStyle/>
        <a:p>
          <a:endParaRPr lang="en-US"/>
        </a:p>
      </dgm:t>
    </dgm:pt>
    <dgm:pt modelId="{F890848C-CA71-405E-A510-10590B1FF9BB}" type="sibTrans" cxnId="{B2A6DA0F-6580-4758-822E-2F85A83466E1}">
      <dgm:prSet/>
      <dgm:spPr/>
      <dgm:t>
        <a:bodyPr/>
        <a:lstStyle/>
        <a:p>
          <a:endParaRPr lang="en-US"/>
        </a:p>
      </dgm:t>
    </dgm:pt>
    <dgm:pt modelId="{742B8AB2-7F52-404B-A70E-901917B4184D}">
      <dgm:prSet/>
      <dgm:spPr/>
      <dgm:t>
        <a:bodyPr/>
        <a:lstStyle/>
        <a:p>
          <a:r>
            <a:rPr lang="en-US" dirty="0"/>
            <a:t>Adapting models is difficult because fine-tuning requires large amounts of data and computational resources.</a:t>
          </a:r>
        </a:p>
      </dgm:t>
    </dgm:pt>
    <dgm:pt modelId="{B199D029-F672-4A93-8F49-3D1C0ACFDAC0}" type="parTrans" cxnId="{DD989F9A-28B4-42FB-99E1-63BA1B1E9984}">
      <dgm:prSet/>
      <dgm:spPr/>
      <dgm:t>
        <a:bodyPr/>
        <a:lstStyle/>
        <a:p>
          <a:endParaRPr lang="en-US"/>
        </a:p>
      </dgm:t>
    </dgm:pt>
    <dgm:pt modelId="{2DE61FF4-2249-49D3-8412-E56EC68D0D41}" type="sibTrans" cxnId="{DD989F9A-28B4-42FB-99E1-63BA1B1E9984}">
      <dgm:prSet/>
      <dgm:spPr/>
      <dgm:t>
        <a:bodyPr/>
        <a:lstStyle/>
        <a:p>
          <a:endParaRPr lang="en-US"/>
        </a:p>
      </dgm:t>
    </dgm:pt>
    <dgm:pt modelId="{3B8DC188-9D29-4190-A4F5-525391AD00EA}">
      <dgm:prSet/>
      <dgm:spPr/>
      <dgm:t>
        <a:bodyPr/>
        <a:lstStyle/>
        <a:p>
          <a:r>
            <a:rPr lang="en-US"/>
            <a:t>Example Scenario : Suppose I want to plan a summer vacation and ask:“How many vacation days do I have left?”</a:t>
          </a:r>
        </a:p>
      </dgm:t>
    </dgm:pt>
    <dgm:pt modelId="{ADF921E0-6C01-452F-B676-7F29DB7FCA53}" type="parTrans" cxnId="{4750ADF0-AD45-4831-A785-CEEBAC95D21A}">
      <dgm:prSet/>
      <dgm:spPr/>
      <dgm:t>
        <a:bodyPr/>
        <a:lstStyle/>
        <a:p>
          <a:endParaRPr lang="en-US"/>
        </a:p>
      </dgm:t>
    </dgm:pt>
    <dgm:pt modelId="{D4D143B2-3009-470E-A10C-DB7581D52701}" type="sibTrans" cxnId="{4750ADF0-AD45-4831-A785-CEEBAC95D21A}">
      <dgm:prSet/>
      <dgm:spPr/>
      <dgm:t>
        <a:bodyPr/>
        <a:lstStyle/>
        <a:p>
          <a:endParaRPr lang="en-US"/>
        </a:p>
      </dgm:t>
    </dgm:pt>
    <dgm:pt modelId="{A312255D-A7AB-4BFE-98C3-60DC36935BD3}">
      <dgm:prSet/>
      <dgm:spPr/>
      <dgm:t>
        <a:bodyPr/>
        <a:lstStyle/>
        <a:p>
          <a:r>
            <a:rPr lang="en-US"/>
            <a:t>If I ask a standalone AI model:It will likely give an incorrect answer.</a:t>
          </a:r>
        </a:p>
      </dgm:t>
    </dgm:pt>
    <dgm:pt modelId="{0FAD3856-8354-44A0-B05D-368A30D8CA50}" type="parTrans" cxnId="{A551B07D-95D4-4ACA-963B-1205630FB06D}">
      <dgm:prSet/>
      <dgm:spPr/>
      <dgm:t>
        <a:bodyPr/>
        <a:lstStyle/>
        <a:p>
          <a:endParaRPr lang="en-US"/>
        </a:p>
      </dgm:t>
    </dgm:pt>
    <dgm:pt modelId="{BD2BF3F1-C66B-4978-A386-42A71DD379F2}" type="sibTrans" cxnId="{A551B07D-95D4-4ACA-963B-1205630FB06D}">
      <dgm:prSet/>
      <dgm:spPr/>
      <dgm:t>
        <a:bodyPr/>
        <a:lstStyle/>
        <a:p>
          <a:endParaRPr lang="en-US"/>
        </a:p>
      </dgm:t>
    </dgm:pt>
    <dgm:pt modelId="{AB5C1665-1FEB-4A50-919C-6A253100CFAC}">
      <dgm:prSet/>
      <dgm:spPr/>
      <dgm:t>
        <a:bodyPr/>
        <a:lstStyle/>
        <a:p>
          <a:r>
            <a:rPr lang="en-US"/>
            <a:t>The model does not know who I am and cannot access my personal data.</a:t>
          </a:r>
        </a:p>
      </dgm:t>
    </dgm:pt>
    <dgm:pt modelId="{F8B32AB1-0A6E-42C6-97F2-36D6B7CD6275}" type="parTrans" cxnId="{DD97044E-5C35-4505-9705-070154497881}">
      <dgm:prSet/>
      <dgm:spPr/>
      <dgm:t>
        <a:bodyPr/>
        <a:lstStyle/>
        <a:p>
          <a:endParaRPr lang="en-US"/>
        </a:p>
      </dgm:t>
    </dgm:pt>
    <dgm:pt modelId="{CA560745-F901-44B6-84D2-438AC85E06FA}" type="sibTrans" cxnId="{DD97044E-5C35-4505-9705-070154497881}">
      <dgm:prSet/>
      <dgm:spPr/>
      <dgm:t>
        <a:bodyPr/>
        <a:lstStyle/>
        <a:p>
          <a:endParaRPr lang="en-US"/>
        </a:p>
      </dgm:t>
    </dgm:pt>
    <dgm:pt modelId="{85DE6084-7922-4211-A0CC-6D288A259124}">
      <dgm:prSet/>
      <dgm:spPr/>
      <dgm:t>
        <a:bodyPr/>
        <a:lstStyle/>
        <a:p>
          <a:r>
            <a:rPr lang="en-US"/>
            <a:t>What Standalone Models Are Good At : Summarizing documents, Generating drafts of emails, Assisting with reports or written content</a:t>
          </a:r>
        </a:p>
      </dgm:t>
    </dgm:pt>
    <dgm:pt modelId="{6B200E13-69EA-47D3-9C39-25E9B2C7AFB7}" type="parTrans" cxnId="{5995F6DC-4097-4C44-BA6F-31B4AAB30AA4}">
      <dgm:prSet/>
      <dgm:spPr/>
      <dgm:t>
        <a:bodyPr/>
        <a:lstStyle/>
        <a:p>
          <a:endParaRPr lang="en-US"/>
        </a:p>
      </dgm:t>
    </dgm:pt>
    <dgm:pt modelId="{D3465060-D549-4B19-AA37-9B21ABC15C79}" type="sibTrans" cxnId="{5995F6DC-4097-4C44-BA6F-31B4AAB30AA4}">
      <dgm:prSet/>
      <dgm:spPr/>
      <dgm:t>
        <a:bodyPr/>
        <a:lstStyle/>
        <a:p>
          <a:endParaRPr lang="en-US"/>
        </a:p>
      </dgm:t>
    </dgm:pt>
    <dgm:pt modelId="{0F145F31-46AF-494F-9677-AE914FCF397C}">
      <dgm:prSet/>
      <dgm:spPr/>
      <dgm:t>
        <a:bodyPr/>
        <a:lstStyle/>
        <a:p>
          <a:r>
            <a:rPr lang="en-US"/>
            <a:t>However, their capabilities increase significantly when they are integrated into larger systems.</a:t>
          </a:r>
        </a:p>
      </dgm:t>
    </dgm:pt>
    <dgm:pt modelId="{1D5C8B6C-E29F-4933-ABCA-E27BC885CDCA}" type="parTrans" cxnId="{686A4D1B-04C8-443F-821B-1EE7F55C0E9A}">
      <dgm:prSet/>
      <dgm:spPr/>
      <dgm:t>
        <a:bodyPr/>
        <a:lstStyle/>
        <a:p>
          <a:endParaRPr lang="en-US"/>
        </a:p>
      </dgm:t>
    </dgm:pt>
    <dgm:pt modelId="{497017F9-7345-43C0-8E6B-361FBCE2F503}" type="sibTrans" cxnId="{686A4D1B-04C8-443F-821B-1EE7F55C0E9A}">
      <dgm:prSet/>
      <dgm:spPr/>
      <dgm:t>
        <a:bodyPr/>
        <a:lstStyle/>
        <a:p>
          <a:endParaRPr lang="en-US"/>
        </a:p>
      </dgm:t>
    </dgm:pt>
    <dgm:pt modelId="{735B5D2E-893F-49A2-A043-6711715BBC62}">
      <dgm:prSet/>
      <dgm:spPr/>
      <dgm:t>
        <a:bodyPr/>
        <a:lstStyle/>
        <a:p>
          <a:r>
            <a:rPr lang="en-US" dirty="0"/>
            <a:t>Compound AI Systems:</a:t>
          </a:r>
        </a:p>
        <a:p>
          <a:r>
            <a:rPr lang="en-US" dirty="0"/>
            <a:t>(</a:t>
          </a:r>
          <a:r>
            <a:rPr lang="en-US" b="0" i="0" dirty="0"/>
            <a:t>combine multiple, specialized components—such as LLMs, retrievers, databases, and tools—rather than relying on a single, massive model</a:t>
          </a:r>
          <a:r>
            <a:rPr lang="en-US" dirty="0"/>
            <a:t>) </a:t>
          </a:r>
        </a:p>
      </dgm:t>
    </dgm:pt>
    <dgm:pt modelId="{623C29D3-6E32-41E4-8392-591D9F9D65BF}" type="parTrans" cxnId="{904C2EE4-D201-4135-8159-3230947F670D}">
      <dgm:prSet/>
      <dgm:spPr/>
      <dgm:t>
        <a:bodyPr/>
        <a:lstStyle/>
        <a:p>
          <a:endParaRPr lang="en-US"/>
        </a:p>
      </dgm:t>
    </dgm:pt>
    <dgm:pt modelId="{F05618C8-D9D8-4202-960E-CB3A819FE43A}" type="sibTrans" cxnId="{904C2EE4-D201-4135-8159-3230947F670D}">
      <dgm:prSet/>
      <dgm:spPr/>
      <dgm:t>
        <a:bodyPr/>
        <a:lstStyle/>
        <a:p>
          <a:endParaRPr lang="en-US"/>
        </a:p>
      </dgm:t>
    </dgm:pt>
    <dgm:pt modelId="{7D672D1A-A5A0-49B4-9A95-2A6F3F7456B8}">
      <dgm:prSet/>
      <dgm:spPr/>
      <dgm:t>
        <a:bodyPr/>
        <a:lstStyle/>
        <a:p>
          <a:r>
            <a:rPr lang="en-US" dirty="0"/>
            <a:t>The real power of AI emerges when we build systems around the model.</a:t>
          </a:r>
        </a:p>
      </dgm:t>
    </dgm:pt>
    <dgm:pt modelId="{F084391A-0DDE-434D-8CF8-41BE0B1A2B21}" type="parTrans" cxnId="{7E9F9076-337A-4170-83A9-4EBE2FBB4708}">
      <dgm:prSet/>
      <dgm:spPr/>
      <dgm:t>
        <a:bodyPr/>
        <a:lstStyle/>
        <a:p>
          <a:endParaRPr lang="en-US"/>
        </a:p>
      </dgm:t>
    </dgm:pt>
    <dgm:pt modelId="{EDE34150-7709-432D-B023-060EB28F2549}" type="sibTrans" cxnId="{7E9F9076-337A-4170-83A9-4EBE2FBB4708}">
      <dgm:prSet/>
      <dgm:spPr/>
      <dgm:t>
        <a:bodyPr/>
        <a:lstStyle/>
        <a:p>
          <a:endParaRPr lang="en-US"/>
        </a:p>
      </dgm:t>
    </dgm:pt>
    <dgm:pt modelId="{0692F36A-9A43-4FD1-B459-CE74A59F389C}">
      <dgm:prSet/>
      <dgm:spPr/>
      <dgm:t>
        <a:bodyPr/>
        <a:lstStyle/>
        <a:p>
          <a:r>
            <a:rPr lang="en-US" dirty="0"/>
            <a:t>Example workflow: User query is sent to a language model (transformer/</a:t>
          </a:r>
          <a:r>
            <a:rPr lang="en-US" dirty="0" err="1"/>
            <a:t>Nnet</a:t>
          </a:r>
          <a:r>
            <a:rPr lang="en-US" dirty="0"/>
            <a:t> model).</a:t>
          </a:r>
        </a:p>
      </dgm:t>
    </dgm:pt>
    <dgm:pt modelId="{89CA54FC-D7A5-4EEA-9E1A-AE562A194F9F}" type="parTrans" cxnId="{86F41412-6211-4276-B0F3-20BEEA554CBA}">
      <dgm:prSet/>
      <dgm:spPr/>
      <dgm:t>
        <a:bodyPr/>
        <a:lstStyle/>
        <a:p>
          <a:endParaRPr lang="en-US"/>
        </a:p>
      </dgm:t>
    </dgm:pt>
    <dgm:pt modelId="{8D6D4D7E-3B2A-4CA9-A22A-CBABCE5C7CD5}" type="sibTrans" cxnId="{86F41412-6211-4276-B0F3-20BEEA554CBA}">
      <dgm:prSet/>
      <dgm:spPr/>
      <dgm:t>
        <a:bodyPr/>
        <a:lstStyle/>
        <a:p>
          <a:endParaRPr lang="en-US"/>
        </a:p>
      </dgm:t>
    </dgm:pt>
    <dgm:pt modelId="{2F49065F-4E69-4B95-B328-AC50EC200D22}">
      <dgm:prSet/>
      <dgm:spPr/>
      <dgm:t>
        <a:bodyPr/>
        <a:lstStyle/>
        <a:p>
          <a:r>
            <a:rPr lang="en-US"/>
            <a:t>The model generates a search query.</a:t>
          </a:r>
        </a:p>
      </dgm:t>
    </dgm:pt>
    <dgm:pt modelId="{F2DD4D94-307F-4A26-8311-D193F3EBA392}" type="parTrans" cxnId="{698AA9E0-73AF-4065-85EE-C0DA3521B61D}">
      <dgm:prSet/>
      <dgm:spPr/>
      <dgm:t>
        <a:bodyPr/>
        <a:lstStyle/>
        <a:p>
          <a:endParaRPr lang="en-US"/>
        </a:p>
      </dgm:t>
    </dgm:pt>
    <dgm:pt modelId="{4511386A-6595-42A1-BE0B-161D402AAF76}" type="sibTrans" cxnId="{698AA9E0-73AF-4065-85EE-C0DA3521B61D}">
      <dgm:prSet/>
      <dgm:spPr/>
      <dgm:t>
        <a:bodyPr/>
        <a:lstStyle/>
        <a:p>
          <a:endParaRPr lang="en-US"/>
        </a:p>
      </dgm:t>
    </dgm:pt>
    <dgm:pt modelId="{DE63AD6C-275F-45AE-9A7D-626BF6C36774}">
      <dgm:prSet/>
      <dgm:spPr/>
      <dgm:t>
        <a:bodyPr/>
        <a:lstStyle/>
        <a:p>
          <a:r>
            <a:rPr lang="en-US"/>
            <a:t>The query accesses a database containing vacation information.</a:t>
          </a:r>
        </a:p>
      </dgm:t>
    </dgm:pt>
    <dgm:pt modelId="{A6CF35C2-DA52-4EFD-8AF1-7A904FAAE907}" type="parTrans" cxnId="{0250BC1C-1A51-4BA3-A61B-57F4B1703E3E}">
      <dgm:prSet/>
      <dgm:spPr/>
      <dgm:t>
        <a:bodyPr/>
        <a:lstStyle/>
        <a:p>
          <a:endParaRPr lang="en-US"/>
        </a:p>
      </dgm:t>
    </dgm:pt>
    <dgm:pt modelId="{CD79318D-3BCB-4FFF-A342-F1DA5E2922B2}" type="sibTrans" cxnId="{0250BC1C-1A51-4BA3-A61B-57F4B1703E3E}">
      <dgm:prSet/>
      <dgm:spPr/>
      <dgm:t>
        <a:bodyPr/>
        <a:lstStyle/>
        <a:p>
          <a:endParaRPr lang="en-US"/>
        </a:p>
      </dgm:t>
    </dgm:pt>
    <dgm:pt modelId="{F713D632-2E67-4194-A1E8-615065BA90F9}">
      <dgm:prSet/>
      <dgm:spPr/>
      <dgm:t>
        <a:bodyPr/>
        <a:lstStyle/>
        <a:p>
          <a:r>
            <a:rPr lang="en-US"/>
            <a:t>The database returns the relevant data.The model converts this data into a natural language response.</a:t>
          </a:r>
        </a:p>
      </dgm:t>
    </dgm:pt>
    <dgm:pt modelId="{9528662B-EDCD-4907-9245-6FEA7C4DFAC5}" type="parTrans" cxnId="{F1B2A35E-321F-4E3B-8327-D25AC3A080FD}">
      <dgm:prSet/>
      <dgm:spPr/>
      <dgm:t>
        <a:bodyPr/>
        <a:lstStyle/>
        <a:p>
          <a:endParaRPr lang="en-US"/>
        </a:p>
      </dgm:t>
    </dgm:pt>
    <dgm:pt modelId="{7AB5AF9C-71C3-464A-8812-4DE2C6ACB931}" type="sibTrans" cxnId="{F1B2A35E-321F-4E3B-8327-D25AC3A080FD}">
      <dgm:prSet/>
      <dgm:spPr/>
      <dgm:t>
        <a:bodyPr/>
        <a:lstStyle/>
        <a:p>
          <a:endParaRPr lang="en-US"/>
        </a:p>
      </dgm:t>
    </dgm:pt>
    <dgm:pt modelId="{B0032070-E37E-4287-9C75-DC2424B433E1}">
      <dgm:prSet/>
      <dgm:spPr/>
      <dgm:t>
        <a:bodyPr/>
        <a:lstStyle/>
        <a:p>
          <a:r>
            <a:rPr lang="en-US"/>
            <a:t>Example output:“You have 10 vacation days remaining.”</a:t>
          </a:r>
        </a:p>
      </dgm:t>
    </dgm:pt>
    <dgm:pt modelId="{3276924B-AD9B-4A61-908C-19136FB95267}" type="parTrans" cxnId="{9B68DABA-6096-4F5F-B72B-7D1AB2241D3D}">
      <dgm:prSet/>
      <dgm:spPr/>
      <dgm:t>
        <a:bodyPr/>
        <a:lstStyle/>
        <a:p>
          <a:endParaRPr lang="en-US"/>
        </a:p>
      </dgm:t>
    </dgm:pt>
    <dgm:pt modelId="{3A233166-AB94-431F-AB34-AF2C9F2110B5}" type="sibTrans" cxnId="{9B68DABA-6096-4F5F-B72B-7D1AB2241D3D}">
      <dgm:prSet/>
      <dgm:spPr/>
      <dgm:t>
        <a:bodyPr/>
        <a:lstStyle/>
        <a:p>
          <a:endParaRPr lang="en-US"/>
        </a:p>
      </dgm:t>
    </dgm:pt>
    <dgm:pt modelId="{2CE2A8E9-A6DC-4A32-A71B-55C85C58DF9F}">
      <dgm:prSet/>
      <dgm:spPr/>
      <dgm:t>
        <a:bodyPr/>
        <a:lstStyle/>
        <a:p>
          <a:r>
            <a:rPr lang="en-US"/>
            <a:t>This response is accurate because the system accesses real data sources.</a:t>
          </a:r>
        </a:p>
      </dgm:t>
    </dgm:pt>
    <dgm:pt modelId="{437B96C7-F683-4D2C-9E1D-E3F886E312FC}" type="parTrans" cxnId="{32D9132F-F2EB-471F-9165-1AF176F0AEA0}">
      <dgm:prSet/>
      <dgm:spPr/>
      <dgm:t>
        <a:bodyPr/>
        <a:lstStyle/>
        <a:p>
          <a:endParaRPr lang="en-US"/>
        </a:p>
      </dgm:t>
    </dgm:pt>
    <dgm:pt modelId="{7633B776-4AC7-4EE5-8F2F-41F611BEB999}" type="sibTrans" cxnId="{32D9132F-F2EB-471F-9165-1AF176F0AEA0}">
      <dgm:prSet/>
      <dgm:spPr/>
      <dgm:t>
        <a:bodyPr/>
        <a:lstStyle/>
        <a:p>
          <a:endParaRPr lang="en-US"/>
        </a:p>
      </dgm:t>
    </dgm:pt>
    <dgm:pt modelId="{1AC20A14-E4EB-4D47-9F2B-8EB73D26DC6B}">
      <dgm:prSet/>
      <dgm:spPr/>
      <dgm:t>
        <a:bodyPr/>
        <a:lstStyle/>
        <a:p>
          <a:r>
            <a:rPr lang="en-US" dirty="0"/>
            <a:t>Characteristics of Compound AI Systems</a:t>
          </a:r>
        </a:p>
        <a:p>
          <a:r>
            <a:rPr lang="en-US" dirty="0"/>
            <a:t>Based on system design principles.</a:t>
          </a:r>
        </a:p>
      </dgm:t>
    </dgm:pt>
    <dgm:pt modelId="{A134C76D-022E-48E4-BB8A-39E3F535AB82}" type="parTrans" cxnId="{AE0B0CCD-1674-404E-A0A5-7A79D929EBAB}">
      <dgm:prSet/>
      <dgm:spPr/>
      <dgm:t>
        <a:bodyPr/>
        <a:lstStyle/>
        <a:p>
          <a:endParaRPr lang="en-US"/>
        </a:p>
      </dgm:t>
    </dgm:pt>
    <dgm:pt modelId="{9D4A0600-BE35-419E-B383-B2449D877A9B}" type="sibTrans" cxnId="{AE0B0CCD-1674-404E-A0A5-7A79D929EBAB}">
      <dgm:prSet/>
      <dgm:spPr/>
      <dgm:t>
        <a:bodyPr/>
        <a:lstStyle/>
        <a:p>
          <a:endParaRPr lang="en-US"/>
        </a:p>
      </dgm:t>
    </dgm:pt>
    <dgm:pt modelId="{CBFEFD5A-50F2-4148-94C2-7C8A7674C070}">
      <dgm:prSet/>
      <dgm:spPr/>
      <dgm:t>
        <a:bodyPr/>
        <a:lstStyle/>
        <a:p>
          <a:r>
            <a:rPr lang="en-US" dirty="0"/>
            <a:t>Modular architecture with multiple </a:t>
          </a:r>
          <a:r>
            <a:rPr lang="en-US" dirty="0" err="1"/>
            <a:t>components:AI</a:t>
          </a:r>
          <a:r>
            <a:rPr lang="en-US" dirty="0"/>
            <a:t> models (LLMs, tuned models, image models)</a:t>
          </a:r>
        </a:p>
      </dgm:t>
    </dgm:pt>
    <dgm:pt modelId="{7C835156-B25F-44FA-B7D6-E1AA0BD90806}" type="parTrans" cxnId="{9A37A7B6-1E2C-4BB8-A2EB-434439E31F4D}">
      <dgm:prSet/>
      <dgm:spPr/>
      <dgm:t>
        <a:bodyPr/>
        <a:lstStyle/>
        <a:p>
          <a:endParaRPr lang="en-US"/>
        </a:p>
      </dgm:t>
    </dgm:pt>
    <dgm:pt modelId="{2B080E3B-9965-4062-A7B2-EF2453CDFF2B}" type="sibTrans" cxnId="{9A37A7B6-1E2C-4BB8-A2EB-434439E31F4D}">
      <dgm:prSet/>
      <dgm:spPr/>
      <dgm:t>
        <a:bodyPr/>
        <a:lstStyle/>
        <a:p>
          <a:endParaRPr lang="en-US"/>
        </a:p>
      </dgm:t>
    </dgm:pt>
    <dgm:pt modelId="{9BD02163-EF48-4B5B-AE76-EC2E9D509172}">
      <dgm:prSet/>
      <dgm:spPr/>
      <dgm:t>
        <a:bodyPr/>
        <a:lstStyle/>
        <a:p>
          <a:r>
            <a:rPr lang="en-US" dirty="0"/>
            <a:t>Databases and search systems,</a:t>
          </a:r>
        </a:p>
        <a:p>
          <a:r>
            <a:rPr lang="en-US" dirty="0"/>
            <a:t>Verification modules,</a:t>
          </a:r>
        </a:p>
        <a:p>
          <a:r>
            <a:rPr lang="en-US" dirty="0"/>
            <a:t>Programs that break down complex queries</a:t>
          </a:r>
        </a:p>
        <a:p>
          <a:endParaRPr lang="en-US" dirty="0"/>
        </a:p>
      </dgm:t>
    </dgm:pt>
    <dgm:pt modelId="{058C81FD-F6F9-402E-93BB-6596689A664B}" type="parTrans" cxnId="{258E0145-DB19-4307-B5FA-F97E66171003}">
      <dgm:prSet/>
      <dgm:spPr/>
      <dgm:t>
        <a:bodyPr/>
        <a:lstStyle/>
        <a:p>
          <a:endParaRPr lang="en-US"/>
        </a:p>
      </dgm:t>
    </dgm:pt>
    <dgm:pt modelId="{5AA38CD9-1BE8-4258-A83C-83B15E03D29E}" type="sibTrans" cxnId="{258E0145-DB19-4307-B5FA-F97E66171003}">
      <dgm:prSet/>
      <dgm:spPr/>
      <dgm:t>
        <a:bodyPr/>
        <a:lstStyle/>
        <a:p>
          <a:endParaRPr lang="en-US"/>
        </a:p>
      </dgm:t>
    </dgm:pt>
    <dgm:pt modelId="{3FB51117-5F2F-41B8-9F58-258F5CD109E8}">
      <dgm:prSet/>
      <dgm:spPr/>
      <dgm:t>
        <a:bodyPr/>
        <a:lstStyle/>
        <a:p>
          <a:r>
            <a:rPr lang="en-US" dirty="0"/>
            <a:t>External tools and APIs</a:t>
          </a:r>
        </a:p>
        <a:p>
          <a:r>
            <a:rPr lang="en-US" dirty="0"/>
            <a:t>Developers can combine the right components to solve specific problems efficiently.</a:t>
          </a:r>
        </a:p>
      </dgm:t>
    </dgm:pt>
    <dgm:pt modelId="{D6321D34-F555-495F-B2E0-3EFDEE1F7E53}" type="sibTrans" cxnId="{AE73F0F5-AC6E-4036-83BC-3D2FFA225C24}">
      <dgm:prSet/>
      <dgm:spPr/>
      <dgm:t>
        <a:bodyPr/>
        <a:lstStyle/>
        <a:p>
          <a:endParaRPr lang="en-US"/>
        </a:p>
      </dgm:t>
    </dgm:pt>
    <dgm:pt modelId="{08BA9804-256E-4AEA-853D-CE29C0231C90}" type="parTrans" cxnId="{AE73F0F5-AC6E-4036-83BC-3D2FFA225C24}">
      <dgm:prSet/>
      <dgm:spPr/>
      <dgm:t>
        <a:bodyPr/>
        <a:lstStyle/>
        <a:p>
          <a:endParaRPr lang="en-US"/>
        </a:p>
      </dgm:t>
    </dgm:pt>
    <dgm:pt modelId="{0F2FD7C0-D105-46AF-981C-4D376DBEDB6D}">
      <dgm:prSet/>
      <dgm:spPr/>
      <dgm:t>
        <a:bodyPr/>
        <a:lstStyle/>
        <a:p>
          <a:r>
            <a:rPr lang="en-US" dirty="0"/>
            <a:t>Advantages of the System :  Approach, Easier to adapt and update, Faster than retraining or fine-tuning models.</a:t>
          </a:r>
        </a:p>
        <a:p>
          <a:r>
            <a:rPr lang="en-US" dirty="0"/>
            <a:t>More reliable for real-world applications</a:t>
          </a:r>
        </a:p>
      </dgm:t>
    </dgm:pt>
    <dgm:pt modelId="{C4C33AF7-6FA7-45DE-BE34-4FD240164BCA}" type="parTrans" cxnId="{03EEA0C5-61AC-4B25-848A-071AE15DD97C}">
      <dgm:prSet/>
      <dgm:spPr/>
      <dgm:t>
        <a:bodyPr/>
        <a:lstStyle/>
        <a:p>
          <a:endParaRPr lang="en-US"/>
        </a:p>
      </dgm:t>
    </dgm:pt>
    <dgm:pt modelId="{2E0C72B5-E8D3-4E3E-BB28-BC4F0956F8DB}" type="sibTrans" cxnId="{03EEA0C5-61AC-4B25-848A-071AE15DD97C}">
      <dgm:prSet/>
      <dgm:spPr/>
      <dgm:t>
        <a:bodyPr/>
        <a:lstStyle/>
        <a:p>
          <a:endParaRPr lang="en-US"/>
        </a:p>
      </dgm:t>
    </dgm:pt>
    <dgm:pt modelId="{4C672A69-0F11-40C7-8C0F-E33010306322}">
      <dgm:prSet/>
      <dgm:spPr/>
      <dgm:t>
        <a:bodyPr/>
        <a:lstStyle/>
        <a:p>
          <a:r>
            <a:rPr lang="en-US" dirty="0"/>
            <a:t>Example: Retrieval-Augmented Generation (RAG)</a:t>
          </a:r>
        </a:p>
        <a:p>
          <a:r>
            <a:rPr lang="en-US" dirty="0"/>
            <a:t>A common type of compound AI system. Combines : A language model A knowledge database, A retrieval mechanism</a:t>
          </a:r>
        </a:p>
      </dgm:t>
    </dgm:pt>
    <dgm:pt modelId="{41F0CF35-287E-43AB-845A-5A0ABEEF8DED}" type="parTrans" cxnId="{EA40DAD4-61FF-477F-B7DA-08C76C6BD230}">
      <dgm:prSet/>
      <dgm:spPr/>
      <dgm:t>
        <a:bodyPr/>
        <a:lstStyle/>
        <a:p>
          <a:endParaRPr lang="en-US"/>
        </a:p>
      </dgm:t>
    </dgm:pt>
    <dgm:pt modelId="{875F5F76-BD45-4EDA-8DF4-687FCA7CFA77}" type="sibTrans" cxnId="{EA40DAD4-61FF-477F-B7DA-08C76C6BD230}">
      <dgm:prSet/>
      <dgm:spPr/>
      <dgm:t>
        <a:bodyPr/>
        <a:lstStyle/>
        <a:p>
          <a:endParaRPr lang="en-US"/>
        </a:p>
      </dgm:t>
    </dgm:pt>
    <dgm:pt modelId="{F3FF0677-E8A7-4075-8DB7-5F7C6FB79D48}">
      <dgm:prSet/>
      <dgm:spPr/>
      <dgm:t>
        <a:bodyPr/>
        <a:lstStyle/>
        <a:p>
          <a:r>
            <a:rPr lang="en-US" dirty="0"/>
            <a:t>Control Logic in AI Systems :  Systems often follow a fixed workflow or path when answering queries.</a:t>
          </a:r>
        </a:p>
      </dgm:t>
    </dgm:pt>
    <dgm:pt modelId="{2B4CFE9D-EE06-4B2B-A53C-58FF32F8AC00}" type="parTrans" cxnId="{E1768B96-AFCC-47AC-B0C1-494905E62A6B}">
      <dgm:prSet/>
      <dgm:spPr/>
      <dgm:t>
        <a:bodyPr/>
        <a:lstStyle/>
        <a:p>
          <a:endParaRPr lang="en-US"/>
        </a:p>
      </dgm:t>
    </dgm:pt>
    <dgm:pt modelId="{C9ED593B-A539-49F5-9E20-BC8B6A9DA255}" type="sibTrans" cxnId="{E1768B96-AFCC-47AC-B0C1-494905E62A6B}">
      <dgm:prSet/>
      <dgm:spPr/>
      <dgm:t>
        <a:bodyPr/>
        <a:lstStyle/>
        <a:p>
          <a:endParaRPr lang="en-US"/>
        </a:p>
      </dgm:t>
    </dgm:pt>
    <dgm:pt modelId="{3A149EA1-780C-486E-80B0-D96C333D8E47}">
      <dgm:prSet/>
      <dgm:spPr/>
      <dgm:t>
        <a:bodyPr/>
        <a:lstStyle/>
        <a:p>
          <a:r>
            <a:rPr lang="en-US" dirty="0"/>
            <a:t>Example limitation : If a system is designed to search only the vacation database, A question like “What’s the weather today?” will fail.</a:t>
          </a:r>
        </a:p>
      </dgm:t>
    </dgm:pt>
    <dgm:pt modelId="{DF8FF822-68E5-4E9F-9915-7AF97BEC4439}" type="parTrans" cxnId="{AEA01037-F2F6-45E5-A20B-241A2B255DD9}">
      <dgm:prSet/>
      <dgm:spPr/>
      <dgm:t>
        <a:bodyPr/>
        <a:lstStyle/>
        <a:p>
          <a:endParaRPr lang="en-US"/>
        </a:p>
      </dgm:t>
    </dgm:pt>
    <dgm:pt modelId="{2975C304-E2D6-46B9-862F-BE18FB9786C8}" type="sibTrans" cxnId="{AEA01037-F2F6-45E5-A20B-241A2B255DD9}">
      <dgm:prSet/>
      <dgm:spPr/>
      <dgm:t>
        <a:bodyPr/>
        <a:lstStyle/>
        <a:p>
          <a:endParaRPr lang="en-US"/>
        </a:p>
      </dgm:t>
    </dgm:pt>
    <dgm:pt modelId="{D4B5A49A-980C-4857-8264-6058F75D54BD}">
      <dgm:prSet/>
      <dgm:spPr/>
      <dgm:t>
        <a:bodyPr/>
        <a:lstStyle/>
        <a:p>
          <a:r>
            <a:rPr lang="en-US" dirty="0"/>
            <a:t>This predefined workflow is called the control logic of the program.</a:t>
          </a:r>
        </a:p>
      </dgm:t>
    </dgm:pt>
    <dgm:pt modelId="{43059A06-BD07-4224-8016-F880ACCD8738}" type="parTrans" cxnId="{41AC5AE8-2BB4-4227-B4CC-DD059D0D84AD}">
      <dgm:prSet/>
      <dgm:spPr/>
      <dgm:t>
        <a:bodyPr/>
        <a:lstStyle/>
        <a:p>
          <a:endParaRPr lang="en-US"/>
        </a:p>
      </dgm:t>
    </dgm:pt>
    <dgm:pt modelId="{4D658FC5-A4B8-4D52-ABA2-A3893880FB5B}" type="sibTrans" cxnId="{41AC5AE8-2BB4-4227-B4CC-DD059D0D84AD}">
      <dgm:prSet/>
      <dgm:spPr/>
      <dgm:t>
        <a:bodyPr/>
        <a:lstStyle/>
        <a:p>
          <a:endParaRPr lang="en-US"/>
        </a:p>
      </dgm:t>
    </dgm:pt>
    <dgm:pt modelId="{1A89B9C6-56AD-4566-B449-993646E26E5C}">
      <dgm:prSet/>
      <dgm:spPr/>
      <dgm:t>
        <a:bodyPr/>
        <a:lstStyle/>
        <a:p>
          <a:r>
            <a:rPr lang="en-US" dirty="0"/>
            <a:t>Allow for maximum privacy, no internet reliance, and zero subscription costs</a:t>
          </a:r>
        </a:p>
      </dgm:t>
    </dgm:pt>
    <dgm:pt modelId="{36FACC62-B2F4-4D27-9119-00B399F51841}" type="parTrans" cxnId="{66EE6338-F03B-4895-A2AB-B51A563C39A0}">
      <dgm:prSet/>
      <dgm:spPr/>
      <dgm:t>
        <a:bodyPr/>
        <a:lstStyle/>
        <a:p>
          <a:endParaRPr lang="en-US"/>
        </a:p>
      </dgm:t>
    </dgm:pt>
    <dgm:pt modelId="{3E09F6F4-B283-46CA-85A2-A8EBC556D481}" type="sibTrans" cxnId="{66EE6338-F03B-4895-A2AB-B51A563C39A0}">
      <dgm:prSet/>
      <dgm:spPr/>
      <dgm:t>
        <a:bodyPr/>
        <a:lstStyle/>
        <a:p>
          <a:endParaRPr lang="en-US"/>
        </a:p>
      </dgm:t>
    </dgm:pt>
    <dgm:pt modelId="{1411D3DF-2E25-4C25-8437-2ED9F8C4453A}" type="pres">
      <dgm:prSet presAssocID="{615D7AC1-BFDF-4B68-B778-C47C4A86351F}" presName="diagram" presStyleCnt="0">
        <dgm:presLayoutVars>
          <dgm:dir/>
          <dgm:resizeHandles val="exact"/>
        </dgm:presLayoutVars>
      </dgm:prSet>
      <dgm:spPr/>
    </dgm:pt>
    <dgm:pt modelId="{CCABAEC1-1399-404C-A2AE-867F1775C324}" type="pres">
      <dgm:prSet presAssocID="{A1F714A8-8255-4E3D-8AA7-E0DC2F2CB055}" presName="node" presStyleLbl="node1" presStyleIdx="0" presStyleCnt="30">
        <dgm:presLayoutVars>
          <dgm:bulletEnabled val="1"/>
        </dgm:presLayoutVars>
      </dgm:prSet>
      <dgm:spPr/>
    </dgm:pt>
    <dgm:pt modelId="{4B5E3E14-F5B8-47A1-B215-91BAC5D3C8BF}" type="pres">
      <dgm:prSet presAssocID="{BCA5489D-79F3-456A-91F7-A966E996EFD6}" presName="sibTrans" presStyleLbl="sibTrans2D1" presStyleIdx="0" presStyleCnt="29"/>
      <dgm:spPr/>
    </dgm:pt>
    <dgm:pt modelId="{AE82BBD2-288F-4EBA-8B4C-C840F6F2379E}" type="pres">
      <dgm:prSet presAssocID="{BCA5489D-79F3-456A-91F7-A966E996EFD6}" presName="connectorText" presStyleLbl="sibTrans2D1" presStyleIdx="0" presStyleCnt="29"/>
      <dgm:spPr/>
    </dgm:pt>
    <dgm:pt modelId="{CC5DF34E-20CD-47B7-845B-F36B55502ED1}" type="pres">
      <dgm:prSet presAssocID="{5EC5D486-05FF-46E5-B3D3-E039C5AD7329}" presName="node" presStyleLbl="node1" presStyleIdx="1" presStyleCnt="30" custLinFactNeighborX="-4691" custLinFactNeighborY="1770">
        <dgm:presLayoutVars>
          <dgm:bulletEnabled val="1"/>
        </dgm:presLayoutVars>
      </dgm:prSet>
      <dgm:spPr/>
    </dgm:pt>
    <dgm:pt modelId="{2D5921F6-8C36-46C1-9FA2-F402F08EB14C}" type="pres">
      <dgm:prSet presAssocID="{108A8458-EE0B-494F-A630-C805949E1D6D}" presName="sibTrans" presStyleLbl="sibTrans2D1" presStyleIdx="1" presStyleCnt="29"/>
      <dgm:spPr/>
    </dgm:pt>
    <dgm:pt modelId="{98122527-14D8-4E27-A14C-6E06BE73FFD9}" type="pres">
      <dgm:prSet presAssocID="{108A8458-EE0B-494F-A630-C805949E1D6D}" presName="connectorText" presStyleLbl="sibTrans2D1" presStyleIdx="1" presStyleCnt="29"/>
      <dgm:spPr/>
    </dgm:pt>
    <dgm:pt modelId="{072082BD-7985-49A2-A282-456A14319F45}" type="pres">
      <dgm:prSet presAssocID="{86FFA80C-B387-4A96-8C44-C0E8658A7450}" presName="node" presStyleLbl="node1" presStyleIdx="2" presStyleCnt="30">
        <dgm:presLayoutVars>
          <dgm:bulletEnabled val="1"/>
        </dgm:presLayoutVars>
      </dgm:prSet>
      <dgm:spPr/>
    </dgm:pt>
    <dgm:pt modelId="{D129EA3F-5B17-46B0-9049-774106A50B1F}" type="pres">
      <dgm:prSet presAssocID="{0EEDF06B-43E4-488B-A7C6-3A820CF5F3E0}" presName="sibTrans" presStyleLbl="sibTrans2D1" presStyleIdx="2" presStyleCnt="29"/>
      <dgm:spPr/>
    </dgm:pt>
    <dgm:pt modelId="{F1AE55F0-B07D-4790-9A63-E54853229E50}" type="pres">
      <dgm:prSet presAssocID="{0EEDF06B-43E4-488B-A7C6-3A820CF5F3E0}" presName="connectorText" presStyleLbl="sibTrans2D1" presStyleIdx="2" presStyleCnt="29"/>
      <dgm:spPr/>
    </dgm:pt>
    <dgm:pt modelId="{800D83AC-0F6F-4ABE-BE68-64251D6F62F0}" type="pres">
      <dgm:prSet presAssocID="{1A89B9C6-56AD-4566-B449-993646E26E5C}" presName="node" presStyleLbl="node1" presStyleIdx="3" presStyleCnt="30">
        <dgm:presLayoutVars>
          <dgm:bulletEnabled val="1"/>
        </dgm:presLayoutVars>
      </dgm:prSet>
      <dgm:spPr/>
    </dgm:pt>
    <dgm:pt modelId="{F9C41F45-7BDF-440E-90ED-D5472A88AE4E}" type="pres">
      <dgm:prSet presAssocID="{3E09F6F4-B283-46CA-85A2-A8EBC556D481}" presName="sibTrans" presStyleLbl="sibTrans2D1" presStyleIdx="3" presStyleCnt="29"/>
      <dgm:spPr/>
    </dgm:pt>
    <dgm:pt modelId="{665F7F26-62E6-4749-B294-B666A1474F3D}" type="pres">
      <dgm:prSet presAssocID="{3E09F6F4-B283-46CA-85A2-A8EBC556D481}" presName="connectorText" presStyleLbl="sibTrans2D1" presStyleIdx="3" presStyleCnt="29"/>
      <dgm:spPr/>
    </dgm:pt>
    <dgm:pt modelId="{A490A1B6-27A4-4DC6-A02D-BFCE44569F32}" type="pres">
      <dgm:prSet presAssocID="{EE58C7C8-6412-4CAA-BCE1-2FCD6847CBC7}" presName="node" presStyleLbl="node1" presStyleIdx="4" presStyleCnt="30">
        <dgm:presLayoutVars>
          <dgm:bulletEnabled val="1"/>
        </dgm:presLayoutVars>
      </dgm:prSet>
      <dgm:spPr/>
    </dgm:pt>
    <dgm:pt modelId="{DB21B80A-D2B2-4F5A-A04E-A3CF910AA050}" type="pres">
      <dgm:prSet presAssocID="{A7580F48-95ED-4237-B562-060FF0351E1D}" presName="sibTrans" presStyleLbl="sibTrans2D1" presStyleIdx="4" presStyleCnt="29"/>
      <dgm:spPr/>
    </dgm:pt>
    <dgm:pt modelId="{E7234551-90EF-4A96-A331-2496EE69A057}" type="pres">
      <dgm:prSet presAssocID="{A7580F48-95ED-4237-B562-060FF0351E1D}" presName="connectorText" presStyleLbl="sibTrans2D1" presStyleIdx="4" presStyleCnt="29"/>
      <dgm:spPr/>
    </dgm:pt>
    <dgm:pt modelId="{4F83A9C4-F200-44AC-9A59-09CA8D09D197}" type="pres">
      <dgm:prSet presAssocID="{453C90D7-6121-422A-8879-7287C17DE5FA}" presName="node" presStyleLbl="node1" presStyleIdx="5" presStyleCnt="30">
        <dgm:presLayoutVars>
          <dgm:bulletEnabled val="1"/>
        </dgm:presLayoutVars>
      </dgm:prSet>
      <dgm:spPr/>
    </dgm:pt>
    <dgm:pt modelId="{5CC63624-394C-4C48-BFA6-33859DCB0CBF}" type="pres">
      <dgm:prSet presAssocID="{8FDF2A5D-D556-424F-949A-3A61FC9F3FC7}" presName="sibTrans" presStyleLbl="sibTrans2D1" presStyleIdx="5" presStyleCnt="29"/>
      <dgm:spPr/>
    </dgm:pt>
    <dgm:pt modelId="{089AFC1C-1E0F-45C6-A126-4272E1FDB49E}" type="pres">
      <dgm:prSet presAssocID="{8FDF2A5D-D556-424F-949A-3A61FC9F3FC7}" presName="connectorText" presStyleLbl="sibTrans2D1" presStyleIdx="5" presStyleCnt="29"/>
      <dgm:spPr/>
    </dgm:pt>
    <dgm:pt modelId="{8FD8AF5D-2DC4-4F7B-B003-2D2063F59F9A}" type="pres">
      <dgm:prSet presAssocID="{4A9C9A25-B415-421A-89AF-A7EE4BF0D1F6}" presName="node" presStyleLbl="node1" presStyleIdx="6" presStyleCnt="30">
        <dgm:presLayoutVars>
          <dgm:bulletEnabled val="1"/>
        </dgm:presLayoutVars>
      </dgm:prSet>
      <dgm:spPr/>
    </dgm:pt>
    <dgm:pt modelId="{81E49D4C-5654-46CA-8A29-CC0EF051D01B}" type="pres">
      <dgm:prSet presAssocID="{F890848C-CA71-405E-A510-10590B1FF9BB}" presName="sibTrans" presStyleLbl="sibTrans2D1" presStyleIdx="6" presStyleCnt="29"/>
      <dgm:spPr/>
    </dgm:pt>
    <dgm:pt modelId="{95524382-51D0-4815-A5BC-98A0C409D56D}" type="pres">
      <dgm:prSet presAssocID="{F890848C-CA71-405E-A510-10590B1FF9BB}" presName="connectorText" presStyleLbl="sibTrans2D1" presStyleIdx="6" presStyleCnt="29"/>
      <dgm:spPr/>
    </dgm:pt>
    <dgm:pt modelId="{46A95FB9-F049-4B2B-A0B6-A39D0CD47D26}" type="pres">
      <dgm:prSet presAssocID="{742B8AB2-7F52-404B-A70E-901917B4184D}" presName="node" presStyleLbl="node1" presStyleIdx="7" presStyleCnt="30">
        <dgm:presLayoutVars>
          <dgm:bulletEnabled val="1"/>
        </dgm:presLayoutVars>
      </dgm:prSet>
      <dgm:spPr/>
    </dgm:pt>
    <dgm:pt modelId="{AFE8973D-5CEF-4A09-BFDA-04D26F2E1AEB}" type="pres">
      <dgm:prSet presAssocID="{2DE61FF4-2249-49D3-8412-E56EC68D0D41}" presName="sibTrans" presStyleLbl="sibTrans2D1" presStyleIdx="7" presStyleCnt="29"/>
      <dgm:spPr/>
    </dgm:pt>
    <dgm:pt modelId="{DC98A06A-6F01-4427-A11B-8165743231D3}" type="pres">
      <dgm:prSet presAssocID="{2DE61FF4-2249-49D3-8412-E56EC68D0D41}" presName="connectorText" presStyleLbl="sibTrans2D1" presStyleIdx="7" presStyleCnt="29"/>
      <dgm:spPr/>
    </dgm:pt>
    <dgm:pt modelId="{B3E82608-3A74-4E82-A14C-3C456B5CAE09}" type="pres">
      <dgm:prSet presAssocID="{3B8DC188-9D29-4190-A4F5-525391AD00EA}" presName="node" presStyleLbl="node1" presStyleIdx="8" presStyleCnt="30">
        <dgm:presLayoutVars>
          <dgm:bulletEnabled val="1"/>
        </dgm:presLayoutVars>
      </dgm:prSet>
      <dgm:spPr/>
    </dgm:pt>
    <dgm:pt modelId="{0B33D1F0-A7E6-4303-8FA0-19BEB3E50EAB}" type="pres">
      <dgm:prSet presAssocID="{D4D143B2-3009-470E-A10C-DB7581D52701}" presName="sibTrans" presStyleLbl="sibTrans2D1" presStyleIdx="8" presStyleCnt="29"/>
      <dgm:spPr/>
    </dgm:pt>
    <dgm:pt modelId="{3F9F350A-160F-40B5-9891-484BA707738B}" type="pres">
      <dgm:prSet presAssocID="{D4D143B2-3009-470E-A10C-DB7581D52701}" presName="connectorText" presStyleLbl="sibTrans2D1" presStyleIdx="8" presStyleCnt="29"/>
      <dgm:spPr/>
    </dgm:pt>
    <dgm:pt modelId="{2E739ED9-40EB-4BA3-9C9E-54A7A3AFA18C}" type="pres">
      <dgm:prSet presAssocID="{A312255D-A7AB-4BFE-98C3-60DC36935BD3}" presName="node" presStyleLbl="node1" presStyleIdx="9" presStyleCnt="30">
        <dgm:presLayoutVars>
          <dgm:bulletEnabled val="1"/>
        </dgm:presLayoutVars>
      </dgm:prSet>
      <dgm:spPr/>
    </dgm:pt>
    <dgm:pt modelId="{8C4A67BD-0AB1-4610-AFA9-AB302750CA33}" type="pres">
      <dgm:prSet presAssocID="{BD2BF3F1-C66B-4978-A386-42A71DD379F2}" presName="sibTrans" presStyleLbl="sibTrans2D1" presStyleIdx="9" presStyleCnt="29"/>
      <dgm:spPr/>
    </dgm:pt>
    <dgm:pt modelId="{200C7A71-4A04-4EFC-8404-476E0F8C7D13}" type="pres">
      <dgm:prSet presAssocID="{BD2BF3F1-C66B-4978-A386-42A71DD379F2}" presName="connectorText" presStyleLbl="sibTrans2D1" presStyleIdx="9" presStyleCnt="29"/>
      <dgm:spPr/>
    </dgm:pt>
    <dgm:pt modelId="{F38D58E7-9578-4B4C-AEE0-219A77E04FD4}" type="pres">
      <dgm:prSet presAssocID="{AB5C1665-1FEB-4A50-919C-6A253100CFAC}" presName="node" presStyleLbl="node1" presStyleIdx="10" presStyleCnt="30">
        <dgm:presLayoutVars>
          <dgm:bulletEnabled val="1"/>
        </dgm:presLayoutVars>
      </dgm:prSet>
      <dgm:spPr/>
    </dgm:pt>
    <dgm:pt modelId="{6737B527-4DC6-41E3-904A-ABE3C27C371B}" type="pres">
      <dgm:prSet presAssocID="{CA560745-F901-44B6-84D2-438AC85E06FA}" presName="sibTrans" presStyleLbl="sibTrans2D1" presStyleIdx="10" presStyleCnt="29"/>
      <dgm:spPr/>
    </dgm:pt>
    <dgm:pt modelId="{0BF04E96-B0CB-4EBE-9628-DB5753DE5C3B}" type="pres">
      <dgm:prSet presAssocID="{CA560745-F901-44B6-84D2-438AC85E06FA}" presName="connectorText" presStyleLbl="sibTrans2D1" presStyleIdx="10" presStyleCnt="29"/>
      <dgm:spPr/>
    </dgm:pt>
    <dgm:pt modelId="{4363CDB4-8DB7-453F-A93B-9F71E6D53AF0}" type="pres">
      <dgm:prSet presAssocID="{85DE6084-7922-4211-A0CC-6D288A259124}" presName="node" presStyleLbl="node1" presStyleIdx="11" presStyleCnt="30">
        <dgm:presLayoutVars>
          <dgm:bulletEnabled val="1"/>
        </dgm:presLayoutVars>
      </dgm:prSet>
      <dgm:spPr/>
    </dgm:pt>
    <dgm:pt modelId="{3E32A16E-9A57-4785-9F7C-A8EAE8C8CC28}" type="pres">
      <dgm:prSet presAssocID="{D3465060-D549-4B19-AA37-9B21ABC15C79}" presName="sibTrans" presStyleLbl="sibTrans2D1" presStyleIdx="11" presStyleCnt="29"/>
      <dgm:spPr/>
    </dgm:pt>
    <dgm:pt modelId="{2675B786-910D-46FE-B3ED-6F4BEB5EA6D2}" type="pres">
      <dgm:prSet presAssocID="{D3465060-D549-4B19-AA37-9B21ABC15C79}" presName="connectorText" presStyleLbl="sibTrans2D1" presStyleIdx="11" presStyleCnt="29"/>
      <dgm:spPr/>
    </dgm:pt>
    <dgm:pt modelId="{577C5F0B-9DEF-40DC-BD85-44683A662F4B}" type="pres">
      <dgm:prSet presAssocID="{0F145F31-46AF-494F-9677-AE914FCF397C}" presName="node" presStyleLbl="node1" presStyleIdx="12" presStyleCnt="30">
        <dgm:presLayoutVars>
          <dgm:bulletEnabled val="1"/>
        </dgm:presLayoutVars>
      </dgm:prSet>
      <dgm:spPr/>
    </dgm:pt>
    <dgm:pt modelId="{91AE4411-0827-4F18-8C4F-5823A053391F}" type="pres">
      <dgm:prSet presAssocID="{497017F9-7345-43C0-8E6B-361FBCE2F503}" presName="sibTrans" presStyleLbl="sibTrans2D1" presStyleIdx="12" presStyleCnt="29"/>
      <dgm:spPr/>
    </dgm:pt>
    <dgm:pt modelId="{A76676E4-182C-4850-8DEA-4D12E1782F68}" type="pres">
      <dgm:prSet presAssocID="{497017F9-7345-43C0-8E6B-361FBCE2F503}" presName="connectorText" presStyleLbl="sibTrans2D1" presStyleIdx="12" presStyleCnt="29"/>
      <dgm:spPr/>
    </dgm:pt>
    <dgm:pt modelId="{A5EE0C48-0BED-4C87-B357-BD48A599DC47}" type="pres">
      <dgm:prSet presAssocID="{735B5D2E-893F-49A2-A043-6711715BBC62}" presName="node" presStyleLbl="node1" presStyleIdx="13" presStyleCnt="30">
        <dgm:presLayoutVars>
          <dgm:bulletEnabled val="1"/>
        </dgm:presLayoutVars>
      </dgm:prSet>
      <dgm:spPr/>
    </dgm:pt>
    <dgm:pt modelId="{3E9BF3F9-1524-4291-9392-502A66C24FD7}" type="pres">
      <dgm:prSet presAssocID="{F05618C8-D9D8-4202-960E-CB3A819FE43A}" presName="sibTrans" presStyleLbl="sibTrans2D1" presStyleIdx="13" presStyleCnt="29"/>
      <dgm:spPr/>
    </dgm:pt>
    <dgm:pt modelId="{BD2D8AD3-0105-4301-89F9-14C6D56F1779}" type="pres">
      <dgm:prSet presAssocID="{F05618C8-D9D8-4202-960E-CB3A819FE43A}" presName="connectorText" presStyleLbl="sibTrans2D1" presStyleIdx="13" presStyleCnt="29"/>
      <dgm:spPr/>
    </dgm:pt>
    <dgm:pt modelId="{A12E6E5A-669F-4739-8C97-CA3C3D28F196}" type="pres">
      <dgm:prSet presAssocID="{7D672D1A-A5A0-49B4-9A95-2A6F3F7456B8}" presName="node" presStyleLbl="node1" presStyleIdx="14" presStyleCnt="30">
        <dgm:presLayoutVars>
          <dgm:bulletEnabled val="1"/>
        </dgm:presLayoutVars>
      </dgm:prSet>
      <dgm:spPr/>
    </dgm:pt>
    <dgm:pt modelId="{221028C7-B8FF-4470-8734-7F77A83CF54F}" type="pres">
      <dgm:prSet presAssocID="{EDE34150-7709-432D-B023-060EB28F2549}" presName="sibTrans" presStyleLbl="sibTrans2D1" presStyleIdx="14" presStyleCnt="29"/>
      <dgm:spPr/>
    </dgm:pt>
    <dgm:pt modelId="{877F8811-7094-46F1-942D-81C70DA7B892}" type="pres">
      <dgm:prSet presAssocID="{EDE34150-7709-432D-B023-060EB28F2549}" presName="connectorText" presStyleLbl="sibTrans2D1" presStyleIdx="14" presStyleCnt="29"/>
      <dgm:spPr/>
    </dgm:pt>
    <dgm:pt modelId="{6221D1F8-C31A-4A9B-9262-A87F20060D26}" type="pres">
      <dgm:prSet presAssocID="{0692F36A-9A43-4FD1-B459-CE74A59F389C}" presName="node" presStyleLbl="node1" presStyleIdx="15" presStyleCnt="30">
        <dgm:presLayoutVars>
          <dgm:bulletEnabled val="1"/>
        </dgm:presLayoutVars>
      </dgm:prSet>
      <dgm:spPr/>
    </dgm:pt>
    <dgm:pt modelId="{FB32020B-EFEE-406B-A861-A4E5318076F2}" type="pres">
      <dgm:prSet presAssocID="{8D6D4D7E-3B2A-4CA9-A22A-CBABCE5C7CD5}" presName="sibTrans" presStyleLbl="sibTrans2D1" presStyleIdx="15" presStyleCnt="29"/>
      <dgm:spPr/>
    </dgm:pt>
    <dgm:pt modelId="{D5FC3384-D603-4F2C-82DD-C102A3D80A23}" type="pres">
      <dgm:prSet presAssocID="{8D6D4D7E-3B2A-4CA9-A22A-CBABCE5C7CD5}" presName="connectorText" presStyleLbl="sibTrans2D1" presStyleIdx="15" presStyleCnt="29"/>
      <dgm:spPr/>
    </dgm:pt>
    <dgm:pt modelId="{F5532D6D-AFE2-4FBF-B811-AC3608176530}" type="pres">
      <dgm:prSet presAssocID="{2F49065F-4E69-4B95-B328-AC50EC200D22}" presName="node" presStyleLbl="node1" presStyleIdx="16" presStyleCnt="30">
        <dgm:presLayoutVars>
          <dgm:bulletEnabled val="1"/>
        </dgm:presLayoutVars>
      </dgm:prSet>
      <dgm:spPr/>
    </dgm:pt>
    <dgm:pt modelId="{C0BFA30F-422F-43B7-B7B1-314CE523CBE5}" type="pres">
      <dgm:prSet presAssocID="{4511386A-6595-42A1-BE0B-161D402AAF76}" presName="sibTrans" presStyleLbl="sibTrans2D1" presStyleIdx="16" presStyleCnt="29"/>
      <dgm:spPr/>
    </dgm:pt>
    <dgm:pt modelId="{A26BEE13-A901-4DD7-B426-FF9C0B08D8C7}" type="pres">
      <dgm:prSet presAssocID="{4511386A-6595-42A1-BE0B-161D402AAF76}" presName="connectorText" presStyleLbl="sibTrans2D1" presStyleIdx="16" presStyleCnt="29"/>
      <dgm:spPr/>
    </dgm:pt>
    <dgm:pt modelId="{4392318D-4109-40A5-9384-D24FD97457B1}" type="pres">
      <dgm:prSet presAssocID="{DE63AD6C-275F-45AE-9A7D-626BF6C36774}" presName="node" presStyleLbl="node1" presStyleIdx="17" presStyleCnt="30">
        <dgm:presLayoutVars>
          <dgm:bulletEnabled val="1"/>
        </dgm:presLayoutVars>
      </dgm:prSet>
      <dgm:spPr/>
    </dgm:pt>
    <dgm:pt modelId="{29589992-9CD4-42F1-B71A-BD961736999B}" type="pres">
      <dgm:prSet presAssocID="{CD79318D-3BCB-4FFF-A342-F1DA5E2922B2}" presName="sibTrans" presStyleLbl="sibTrans2D1" presStyleIdx="17" presStyleCnt="29"/>
      <dgm:spPr/>
    </dgm:pt>
    <dgm:pt modelId="{EA4EB4DD-1925-48A9-8C90-70410B5AACC1}" type="pres">
      <dgm:prSet presAssocID="{CD79318D-3BCB-4FFF-A342-F1DA5E2922B2}" presName="connectorText" presStyleLbl="sibTrans2D1" presStyleIdx="17" presStyleCnt="29"/>
      <dgm:spPr/>
    </dgm:pt>
    <dgm:pt modelId="{B8F0CD0C-2725-4183-8DA3-54A6EA33438A}" type="pres">
      <dgm:prSet presAssocID="{F713D632-2E67-4194-A1E8-615065BA90F9}" presName="node" presStyleLbl="node1" presStyleIdx="18" presStyleCnt="30">
        <dgm:presLayoutVars>
          <dgm:bulletEnabled val="1"/>
        </dgm:presLayoutVars>
      </dgm:prSet>
      <dgm:spPr/>
    </dgm:pt>
    <dgm:pt modelId="{9E97C9E9-1E4B-4DE7-A55F-A2CF02442E8D}" type="pres">
      <dgm:prSet presAssocID="{7AB5AF9C-71C3-464A-8812-4DE2C6ACB931}" presName="sibTrans" presStyleLbl="sibTrans2D1" presStyleIdx="18" presStyleCnt="29"/>
      <dgm:spPr/>
    </dgm:pt>
    <dgm:pt modelId="{169791DB-BD0A-4FE3-8CF1-F9ADB736B8E9}" type="pres">
      <dgm:prSet presAssocID="{7AB5AF9C-71C3-464A-8812-4DE2C6ACB931}" presName="connectorText" presStyleLbl="sibTrans2D1" presStyleIdx="18" presStyleCnt="29"/>
      <dgm:spPr/>
    </dgm:pt>
    <dgm:pt modelId="{976CC6E0-7FA5-4728-9878-56252C2BFFD9}" type="pres">
      <dgm:prSet presAssocID="{B0032070-E37E-4287-9C75-DC2424B433E1}" presName="node" presStyleLbl="node1" presStyleIdx="19" presStyleCnt="30">
        <dgm:presLayoutVars>
          <dgm:bulletEnabled val="1"/>
        </dgm:presLayoutVars>
      </dgm:prSet>
      <dgm:spPr/>
    </dgm:pt>
    <dgm:pt modelId="{A7E0F943-9DC9-448E-9F86-495CC8E90B4D}" type="pres">
      <dgm:prSet presAssocID="{3A233166-AB94-431F-AB34-AF2C9F2110B5}" presName="sibTrans" presStyleLbl="sibTrans2D1" presStyleIdx="19" presStyleCnt="29"/>
      <dgm:spPr/>
    </dgm:pt>
    <dgm:pt modelId="{60E3AACD-6E51-4EE7-B185-26451E298D36}" type="pres">
      <dgm:prSet presAssocID="{3A233166-AB94-431F-AB34-AF2C9F2110B5}" presName="connectorText" presStyleLbl="sibTrans2D1" presStyleIdx="19" presStyleCnt="29"/>
      <dgm:spPr/>
    </dgm:pt>
    <dgm:pt modelId="{FA4FB7EA-5244-4E24-ACE7-2D5EE3922DFD}" type="pres">
      <dgm:prSet presAssocID="{2CE2A8E9-A6DC-4A32-A71B-55C85C58DF9F}" presName="node" presStyleLbl="node1" presStyleIdx="20" presStyleCnt="30">
        <dgm:presLayoutVars>
          <dgm:bulletEnabled val="1"/>
        </dgm:presLayoutVars>
      </dgm:prSet>
      <dgm:spPr/>
    </dgm:pt>
    <dgm:pt modelId="{6DA03AF1-990B-46CD-ADAC-919014D542E4}" type="pres">
      <dgm:prSet presAssocID="{7633B776-4AC7-4EE5-8F2F-41F611BEB999}" presName="sibTrans" presStyleLbl="sibTrans2D1" presStyleIdx="20" presStyleCnt="29"/>
      <dgm:spPr/>
    </dgm:pt>
    <dgm:pt modelId="{C09CAAD8-AD12-47DB-9DE1-95126A971BA7}" type="pres">
      <dgm:prSet presAssocID="{7633B776-4AC7-4EE5-8F2F-41F611BEB999}" presName="connectorText" presStyleLbl="sibTrans2D1" presStyleIdx="20" presStyleCnt="29"/>
      <dgm:spPr/>
    </dgm:pt>
    <dgm:pt modelId="{C772CF39-7546-4B8C-A865-54EC96460DB7}" type="pres">
      <dgm:prSet presAssocID="{1AC20A14-E4EB-4D47-9F2B-8EB73D26DC6B}" presName="node" presStyleLbl="node1" presStyleIdx="21" presStyleCnt="30">
        <dgm:presLayoutVars>
          <dgm:bulletEnabled val="1"/>
        </dgm:presLayoutVars>
      </dgm:prSet>
      <dgm:spPr/>
    </dgm:pt>
    <dgm:pt modelId="{D1377400-0961-4AA3-B603-D13422B9283F}" type="pres">
      <dgm:prSet presAssocID="{9D4A0600-BE35-419E-B383-B2449D877A9B}" presName="sibTrans" presStyleLbl="sibTrans2D1" presStyleIdx="21" presStyleCnt="29"/>
      <dgm:spPr/>
    </dgm:pt>
    <dgm:pt modelId="{404767C2-EF19-4629-8371-652BC7CC28EE}" type="pres">
      <dgm:prSet presAssocID="{9D4A0600-BE35-419E-B383-B2449D877A9B}" presName="connectorText" presStyleLbl="sibTrans2D1" presStyleIdx="21" presStyleCnt="29"/>
      <dgm:spPr/>
    </dgm:pt>
    <dgm:pt modelId="{664519D8-18A5-40CD-AB07-FB89FE8438F6}" type="pres">
      <dgm:prSet presAssocID="{CBFEFD5A-50F2-4148-94C2-7C8A7674C070}" presName="node" presStyleLbl="node1" presStyleIdx="22" presStyleCnt="30">
        <dgm:presLayoutVars>
          <dgm:bulletEnabled val="1"/>
        </dgm:presLayoutVars>
      </dgm:prSet>
      <dgm:spPr/>
    </dgm:pt>
    <dgm:pt modelId="{DB2EB31C-0CA4-4DD4-9E44-BE06D8B2D339}" type="pres">
      <dgm:prSet presAssocID="{2B080E3B-9965-4062-A7B2-EF2453CDFF2B}" presName="sibTrans" presStyleLbl="sibTrans2D1" presStyleIdx="22" presStyleCnt="29"/>
      <dgm:spPr/>
    </dgm:pt>
    <dgm:pt modelId="{97358F04-810D-4B57-ACCA-BD985BEE2BCD}" type="pres">
      <dgm:prSet presAssocID="{2B080E3B-9965-4062-A7B2-EF2453CDFF2B}" presName="connectorText" presStyleLbl="sibTrans2D1" presStyleIdx="22" presStyleCnt="29"/>
      <dgm:spPr/>
    </dgm:pt>
    <dgm:pt modelId="{F59D2FF5-4744-48DB-A3AE-7662F7A2BE07}" type="pres">
      <dgm:prSet presAssocID="{9BD02163-EF48-4B5B-AE76-EC2E9D509172}" presName="node" presStyleLbl="node1" presStyleIdx="23" presStyleCnt="30" custLinFactNeighborX="-313" custLinFactNeighborY="-1563">
        <dgm:presLayoutVars>
          <dgm:bulletEnabled val="1"/>
        </dgm:presLayoutVars>
      </dgm:prSet>
      <dgm:spPr/>
    </dgm:pt>
    <dgm:pt modelId="{1C871536-945A-4A9F-A2AD-00FEBF905A38}" type="pres">
      <dgm:prSet presAssocID="{5AA38CD9-1BE8-4258-A83C-83B15E03D29E}" presName="sibTrans" presStyleLbl="sibTrans2D1" presStyleIdx="23" presStyleCnt="29"/>
      <dgm:spPr/>
    </dgm:pt>
    <dgm:pt modelId="{8487A958-8416-4183-A063-A1059C0DBF57}" type="pres">
      <dgm:prSet presAssocID="{5AA38CD9-1BE8-4258-A83C-83B15E03D29E}" presName="connectorText" presStyleLbl="sibTrans2D1" presStyleIdx="23" presStyleCnt="29"/>
      <dgm:spPr/>
    </dgm:pt>
    <dgm:pt modelId="{57C29749-B510-409C-B913-3799953FFD6F}" type="pres">
      <dgm:prSet presAssocID="{3FB51117-5F2F-41B8-9F58-258F5CD109E8}" presName="node" presStyleLbl="node1" presStyleIdx="24" presStyleCnt="30">
        <dgm:presLayoutVars>
          <dgm:bulletEnabled val="1"/>
        </dgm:presLayoutVars>
      </dgm:prSet>
      <dgm:spPr/>
    </dgm:pt>
    <dgm:pt modelId="{19056330-A457-4D8B-BF14-496EDC54A4EB}" type="pres">
      <dgm:prSet presAssocID="{D6321D34-F555-495F-B2E0-3EFDEE1F7E53}" presName="sibTrans" presStyleLbl="sibTrans2D1" presStyleIdx="24" presStyleCnt="29"/>
      <dgm:spPr/>
    </dgm:pt>
    <dgm:pt modelId="{572475CB-25A4-485F-80DE-DBAB3A72999A}" type="pres">
      <dgm:prSet presAssocID="{D6321D34-F555-495F-B2E0-3EFDEE1F7E53}" presName="connectorText" presStyleLbl="sibTrans2D1" presStyleIdx="24" presStyleCnt="29"/>
      <dgm:spPr/>
    </dgm:pt>
    <dgm:pt modelId="{45A77859-F4C8-4C70-8472-060602506782}" type="pres">
      <dgm:prSet presAssocID="{0F2FD7C0-D105-46AF-981C-4D376DBEDB6D}" presName="node" presStyleLbl="node1" presStyleIdx="25" presStyleCnt="30">
        <dgm:presLayoutVars>
          <dgm:bulletEnabled val="1"/>
        </dgm:presLayoutVars>
      </dgm:prSet>
      <dgm:spPr/>
    </dgm:pt>
    <dgm:pt modelId="{88980132-BB17-42D9-8EF0-E65277747692}" type="pres">
      <dgm:prSet presAssocID="{2E0C72B5-E8D3-4E3E-BB28-BC4F0956F8DB}" presName="sibTrans" presStyleLbl="sibTrans2D1" presStyleIdx="25" presStyleCnt="29"/>
      <dgm:spPr/>
    </dgm:pt>
    <dgm:pt modelId="{C39252FB-BF63-463C-B8F6-1D7FBFE9037C}" type="pres">
      <dgm:prSet presAssocID="{2E0C72B5-E8D3-4E3E-BB28-BC4F0956F8DB}" presName="connectorText" presStyleLbl="sibTrans2D1" presStyleIdx="25" presStyleCnt="29"/>
      <dgm:spPr/>
    </dgm:pt>
    <dgm:pt modelId="{8BD2E896-F802-4681-9E82-FE9F2CB78E5A}" type="pres">
      <dgm:prSet presAssocID="{4C672A69-0F11-40C7-8C0F-E33010306322}" presName="node" presStyleLbl="node1" presStyleIdx="26" presStyleCnt="30">
        <dgm:presLayoutVars>
          <dgm:bulletEnabled val="1"/>
        </dgm:presLayoutVars>
      </dgm:prSet>
      <dgm:spPr/>
    </dgm:pt>
    <dgm:pt modelId="{ED704B1C-E762-4EB8-BB4F-4FD8C4EEDA69}" type="pres">
      <dgm:prSet presAssocID="{875F5F76-BD45-4EDA-8DF4-687FCA7CFA77}" presName="sibTrans" presStyleLbl="sibTrans2D1" presStyleIdx="26" presStyleCnt="29"/>
      <dgm:spPr/>
    </dgm:pt>
    <dgm:pt modelId="{7F3171B9-FC2B-4F9A-BB51-9314341B70E5}" type="pres">
      <dgm:prSet presAssocID="{875F5F76-BD45-4EDA-8DF4-687FCA7CFA77}" presName="connectorText" presStyleLbl="sibTrans2D1" presStyleIdx="26" presStyleCnt="29"/>
      <dgm:spPr/>
    </dgm:pt>
    <dgm:pt modelId="{A9C18906-9847-40E8-B0A6-1227E588C5ED}" type="pres">
      <dgm:prSet presAssocID="{F3FF0677-E8A7-4075-8DB7-5F7C6FB79D48}" presName="node" presStyleLbl="node1" presStyleIdx="27" presStyleCnt="30">
        <dgm:presLayoutVars>
          <dgm:bulletEnabled val="1"/>
        </dgm:presLayoutVars>
      </dgm:prSet>
      <dgm:spPr/>
    </dgm:pt>
    <dgm:pt modelId="{1E3FDD6D-6FEA-48BA-A488-D2CB373EE568}" type="pres">
      <dgm:prSet presAssocID="{C9ED593B-A539-49F5-9E20-BC8B6A9DA255}" presName="sibTrans" presStyleLbl="sibTrans2D1" presStyleIdx="27" presStyleCnt="29"/>
      <dgm:spPr/>
    </dgm:pt>
    <dgm:pt modelId="{6469AB9D-775C-4893-AEFE-105909BA6006}" type="pres">
      <dgm:prSet presAssocID="{C9ED593B-A539-49F5-9E20-BC8B6A9DA255}" presName="connectorText" presStyleLbl="sibTrans2D1" presStyleIdx="27" presStyleCnt="29"/>
      <dgm:spPr/>
    </dgm:pt>
    <dgm:pt modelId="{65A4FC41-E1D4-46D7-9278-479FA47B5B95}" type="pres">
      <dgm:prSet presAssocID="{3A149EA1-780C-486E-80B0-D96C333D8E47}" presName="node" presStyleLbl="node1" presStyleIdx="28" presStyleCnt="30">
        <dgm:presLayoutVars>
          <dgm:bulletEnabled val="1"/>
        </dgm:presLayoutVars>
      </dgm:prSet>
      <dgm:spPr/>
    </dgm:pt>
    <dgm:pt modelId="{147CA277-4CAC-4B63-A15A-5BFDC0B11B37}" type="pres">
      <dgm:prSet presAssocID="{2975C304-E2D6-46B9-862F-BE18FB9786C8}" presName="sibTrans" presStyleLbl="sibTrans2D1" presStyleIdx="28" presStyleCnt="29"/>
      <dgm:spPr/>
    </dgm:pt>
    <dgm:pt modelId="{5CBD1244-820E-4CEF-AE55-A4FAE8287331}" type="pres">
      <dgm:prSet presAssocID="{2975C304-E2D6-46B9-862F-BE18FB9786C8}" presName="connectorText" presStyleLbl="sibTrans2D1" presStyleIdx="28" presStyleCnt="29"/>
      <dgm:spPr/>
    </dgm:pt>
    <dgm:pt modelId="{9FA6750E-E632-45BC-918F-067FC9A942DD}" type="pres">
      <dgm:prSet presAssocID="{D4B5A49A-980C-4857-8264-6058F75D54BD}" presName="node" presStyleLbl="node1" presStyleIdx="29" presStyleCnt="30">
        <dgm:presLayoutVars>
          <dgm:bulletEnabled val="1"/>
        </dgm:presLayoutVars>
      </dgm:prSet>
      <dgm:spPr/>
    </dgm:pt>
  </dgm:ptLst>
  <dgm:cxnLst>
    <dgm:cxn modelId="{6B7D5A00-73F1-43D9-B8A1-2E5525D21DDB}" type="presOf" srcId="{5AA38CD9-1BE8-4258-A83C-83B15E03D29E}" destId="{8487A958-8416-4183-A063-A1059C0DBF57}" srcOrd="1" destOrd="0" presId="urn:microsoft.com/office/officeart/2005/8/layout/process5"/>
    <dgm:cxn modelId="{E8952607-2098-4B49-BE0C-9FD4C34A9C6E}" type="presOf" srcId="{0692F36A-9A43-4FD1-B459-CE74A59F389C}" destId="{6221D1F8-C31A-4A9B-9262-A87F20060D26}" srcOrd="0" destOrd="0" presId="urn:microsoft.com/office/officeart/2005/8/layout/process5"/>
    <dgm:cxn modelId="{912CDB07-24EE-4E6A-A737-A121D850B7A4}" type="presOf" srcId="{BD2BF3F1-C66B-4978-A386-42A71DD379F2}" destId="{200C7A71-4A04-4EFC-8404-476E0F8C7D13}" srcOrd="1" destOrd="0" presId="urn:microsoft.com/office/officeart/2005/8/layout/process5"/>
    <dgm:cxn modelId="{B5204408-22FC-496B-9604-335E7064A2C4}" type="presOf" srcId="{5AA38CD9-1BE8-4258-A83C-83B15E03D29E}" destId="{1C871536-945A-4A9F-A2AD-00FEBF905A38}" srcOrd="0" destOrd="0" presId="urn:microsoft.com/office/officeart/2005/8/layout/process5"/>
    <dgm:cxn modelId="{EA9BB00A-E4C5-43A5-A120-303FD864EF75}" type="presOf" srcId="{7D672D1A-A5A0-49B4-9A95-2A6F3F7456B8}" destId="{A12E6E5A-669F-4739-8C97-CA3C3D28F196}" srcOrd="0" destOrd="0" presId="urn:microsoft.com/office/officeart/2005/8/layout/process5"/>
    <dgm:cxn modelId="{2E66000B-F1FE-490C-8CD6-D3B09416F1C3}" type="presOf" srcId="{2975C304-E2D6-46B9-862F-BE18FB9786C8}" destId="{5CBD1244-820E-4CEF-AE55-A4FAE8287331}" srcOrd="1" destOrd="0" presId="urn:microsoft.com/office/officeart/2005/8/layout/process5"/>
    <dgm:cxn modelId="{2646690D-0C6B-4E8D-8D3E-26BBD89862D7}" type="presOf" srcId="{D6321D34-F555-495F-B2E0-3EFDEE1F7E53}" destId="{572475CB-25A4-485F-80DE-DBAB3A72999A}" srcOrd="1" destOrd="0" presId="urn:microsoft.com/office/officeart/2005/8/layout/process5"/>
    <dgm:cxn modelId="{B2A6DA0F-6580-4758-822E-2F85A83466E1}" srcId="{615D7AC1-BFDF-4B68-B778-C47C4A86351F}" destId="{4A9C9A25-B415-421A-89AF-A7EE4BF0D1F6}" srcOrd="6" destOrd="0" parTransId="{1A790DCF-8721-4C63-8CDE-6AED9C6906A7}" sibTransId="{F890848C-CA71-405E-A510-10590B1FF9BB}"/>
    <dgm:cxn modelId="{C1A1CF10-845B-4484-9823-500D22DDAF6D}" type="presOf" srcId="{4511386A-6595-42A1-BE0B-161D402AAF76}" destId="{A26BEE13-A901-4DD7-B426-FF9C0B08D8C7}" srcOrd="1" destOrd="0" presId="urn:microsoft.com/office/officeart/2005/8/layout/process5"/>
    <dgm:cxn modelId="{C0767211-8C52-42FB-B1EE-57BC54E4CFAB}" type="presOf" srcId="{2B080E3B-9965-4062-A7B2-EF2453CDFF2B}" destId="{DB2EB31C-0CA4-4DD4-9E44-BE06D8B2D339}" srcOrd="0" destOrd="0" presId="urn:microsoft.com/office/officeart/2005/8/layout/process5"/>
    <dgm:cxn modelId="{86F41412-6211-4276-B0F3-20BEEA554CBA}" srcId="{615D7AC1-BFDF-4B68-B778-C47C4A86351F}" destId="{0692F36A-9A43-4FD1-B459-CE74A59F389C}" srcOrd="15" destOrd="0" parTransId="{89CA54FC-D7A5-4EEA-9E1A-AE562A194F9F}" sibTransId="{8D6D4D7E-3B2A-4CA9-A22A-CBABCE5C7CD5}"/>
    <dgm:cxn modelId="{0A544D13-03DF-455C-A02D-5D8B073F3566}" type="presOf" srcId="{875F5F76-BD45-4EDA-8DF4-687FCA7CFA77}" destId="{7F3171B9-FC2B-4F9A-BB51-9314341B70E5}" srcOrd="1" destOrd="0" presId="urn:microsoft.com/office/officeart/2005/8/layout/process5"/>
    <dgm:cxn modelId="{2A2B1614-4F1C-4343-AA49-743EA9CF0E09}" type="presOf" srcId="{2B080E3B-9965-4062-A7B2-EF2453CDFF2B}" destId="{97358F04-810D-4B57-ACCA-BD985BEE2BCD}" srcOrd="1" destOrd="0" presId="urn:microsoft.com/office/officeart/2005/8/layout/process5"/>
    <dgm:cxn modelId="{7DDE2315-B775-4FB1-B231-1231E5B4B991}" type="presOf" srcId="{AB5C1665-1FEB-4A50-919C-6A253100CFAC}" destId="{F38D58E7-9578-4B4C-AEE0-219A77E04FD4}" srcOrd="0" destOrd="0" presId="urn:microsoft.com/office/officeart/2005/8/layout/process5"/>
    <dgm:cxn modelId="{686A4D1B-04C8-443F-821B-1EE7F55C0E9A}" srcId="{615D7AC1-BFDF-4B68-B778-C47C4A86351F}" destId="{0F145F31-46AF-494F-9677-AE914FCF397C}" srcOrd="12" destOrd="0" parTransId="{1D5C8B6C-E29F-4933-ABCA-E27BC885CDCA}" sibTransId="{497017F9-7345-43C0-8E6B-361FBCE2F503}"/>
    <dgm:cxn modelId="{DB8B821C-1A69-4488-BAD4-0DF7513B3747}" type="presOf" srcId="{7AB5AF9C-71C3-464A-8812-4DE2C6ACB931}" destId="{9E97C9E9-1E4B-4DE7-A55F-A2CF02442E8D}" srcOrd="0" destOrd="0" presId="urn:microsoft.com/office/officeart/2005/8/layout/process5"/>
    <dgm:cxn modelId="{0250BC1C-1A51-4BA3-A61B-57F4B1703E3E}" srcId="{615D7AC1-BFDF-4B68-B778-C47C4A86351F}" destId="{DE63AD6C-275F-45AE-9A7D-626BF6C36774}" srcOrd="17" destOrd="0" parTransId="{A6CF35C2-DA52-4EFD-8AF1-7A904FAAE907}" sibTransId="{CD79318D-3BCB-4FFF-A342-F1DA5E2922B2}"/>
    <dgm:cxn modelId="{5A880220-30AC-4BD9-9100-43F68232CC03}" type="presOf" srcId="{8FDF2A5D-D556-424F-949A-3A61FC9F3FC7}" destId="{089AFC1C-1E0F-45C6-A126-4272E1FDB49E}" srcOrd="1" destOrd="0" presId="urn:microsoft.com/office/officeart/2005/8/layout/process5"/>
    <dgm:cxn modelId="{FEA76626-183D-422E-9DFF-FCE8DE3C623C}" type="presOf" srcId="{A1F714A8-8255-4E3D-8AA7-E0DC2F2CB055}" destId="{CCABAEC1-1399-404C-A2AE-867F1775C324}" srcOrd="0" destOrd="0" presId="urn:microsoft.com/office/officeart/2005/8/layout/process5"/>
    <dgm:cxn modelId="{B78F4E28-BEB4-4CC6-901B-4B157D1F5E9E}" type="presOf" srcId="{2975C304-E2D6-46B9-862F-BE18FB9786C8}" destId="{147CA277-4CAC-4B63-A15A-5BFDC0B11B37}" srcOrd="0" destOrd="0" presId="urn:microsoft.com/office/officeart/2005/8/layout/process5"/>
    <dgm:cxn modelId="{5483672A-5BF0-41E0-AC85-73FB39E8BE10}" type="presOf" srcId="{2CE2A8E9-A6DC-4A32-A71B-55C85C58DF9F}" destId="{FA4FB7EA-5244-4E24-ACE7-2D5EE3922DFD}" srcOrd="0" destOrd="0" presId="urn:microsoft.com/office/officeart/2005/8/layout/process5"/>
    <dgm:cxn modelId="{32D9132F-F2EB-471F-9165-1AF176F0AEA0}" srcId="{615D7AC1-BFDF-4B68-B778-C47C4A86351F}" destId="{2CE2A8E9-A6DC-4A32-A71B-55C85C58DF9F}" srcOrd="20" destOrd="0" parTransId="{437B96C7-F683-4D2C-9E1D-E3F886E312FC}" sibTransId="{7633B776-4AC7-4EE5-8F2F-41F611BEB999}"/>
    <dgm:cxn modelId="{8F0FCD30-684C-4710-8C46-3AEF1EF5B156}" type="presOf" srcId="{F3FF0677-E8A7-4075-8DB7-5F7C6FB79D48}" destId="{A9C18906-9847-40E8-B0A6-1227E588C5ED}" srcOrd="0" destOrd="0" presId="urn:microsoft.com/office/officeart/2005/8/layout/process5"/>
    <dgm:cxn modelId="{8F4DB134-AA69-44A6-84C5-19F86F6599CD}" type="presOf" srcId="{7633B776-4AC7-4EE5-8F2F-41F611BEB999}" destId="{6DA03AF1-990B-46CD-ADAC-919014D542E4}" srcOrd="0" destOrd="0" presId="urn:microsoft.com/office/officeart/2005/8/layout/process5"/>
    <dgm:cxn modelId="{0039E534-70BD-4CF1-8C2A-BF79F6209207}" type="presOf" srcId="{CD79318D-3BCB-4FFF-A342-F1DA5E2922B2}" destId="{EA4EB4DD-1925-48A9-8C90-70410B5AACC1}" srcOrd="1" destOrd="0" presId="urn:microsoft.com/office/officeart/2005/8/layout/process5"/>
    <dgm:cxn modelId="{FC1C5536-691A-4A27-8203-C1152B6B3FED}" type="presOf" srcId="{CBFEFD5A-50F2-4148-94C2-7C8A7674C070}" destId="{664519D8-18A5-40CD-AB07-FB89FE8438F6}" srcOrd="0" destOrd="0" presId="urn:microsoft.com/office/officeart/2005/8/layout/process5"/>
    <dgm:cxn modelId="{AEA01037-F2F6-45E5-A20B-241A2B255DD9}" srcId="{615D7AC1-BFDF-4B68-B778-C47C4A86351F}" destId="{3A149EA1-780C-486E-80B0-D96C333D8E47}" srcOrd="28" destOrd="0" parTransId="{DF8FF822-68E5-4E9F-9915-7AF97BEC4439}" sibTransId="{2975C304-E2D6-46B9-862F-BE18FB9786C8}"/>
    <dgm:cxn modelId="{66EE6338-F03B-4895-A2AB-B51A563C39A0}" srcId="{615D7AC1-BFDF-4B68-B778-C47C4A86351F}" destId="{1A89B9C6-56AD-4566-B449-993646E26E5C}" srcOrd="3" destOrd="0" parTransId="{36FACC62-B2F4-4D27-9119-00B399F51841}" sibTransId="{3E09F6F4-B283-46CA-85A2-A8EBC556D481}"/>
    <dgm:cxn modelId="{AA25533C-20A4-4816-90C2-36DEBCE76D5B}" type="presOf" srcId="{EDE34150-7709-432D-B023-060EB28F2549}" destId="{877F8811-7094-46F1-942D-81C70DA7B892}" srcOrd="1" destOrd="0" presId="urn:microsoft.com/office/officeart/2005/8/layout/process5"/>
    <dgm:cxn modelId="{631D0B3F-85E9-46E8-A70D-5A9426FD922F}" type="presOf" srcId="{497017F9-7345-43C0-8E6B-361FBCE2F503}" destId="{91AE4411-0827-4F18-8C4F-5823A053391F}" srcOrd="0" destOrd="0" presId="urn:microsoft.com/office/officeart/2005/8/layout/process5"/>
    <dgm:cxn modelId="{9B2EC83F-AC3B-48FC-AEA1-447544CE7DCD}" type="presOf" srcId="{3A149EA1-780C-486E-80B0-D96C333D8E47}" destId="{65A4FC41-E1D4-46D7-9278-479FA47B5B95}" srcOrd="0" destOrd="0" presId="urn:microsoft.com/office/officeart/2005/8/layout/process5"/>
    <dgm:cxn modelId="{CA4D1A5C-9954-4881-82EF-0EB596C5C6E0}" type="presOf" srcId="{CA560745-F901-44B6-84D2-438AC85E06FA}" destId="{0BF04E96-B0CB-4EBE-9628-DB5753DE5C3B}" srcOrd="1" destOrd="0" presId="urn:microsoft.com/office/officeart/2005/8/layout/process5"/>
    <dgm:cxn modelId="{F1B2A35E-321F-4E3B-8327-D25AC3A080FD}" srcId="{615D7AC1-BFDF-4B68-B778-C47C4A86351F}" destId="{F713D632-2E67-4194-A1E8-615065BA90F9}" srcOrd="18" destOrd="0" parTransId="{9528662B-EDCD-4907-9245-6FEA7C4DFAC5}" sibTransId="{7AB5AF9C-71C3-464A-8812-4DE2C6ACB931}"/>
    <dgm:cxn modelId="{08C3B85E-5CDF-4AD6-9A4A-63E3A13EF924}" srcId="{615D7AC1-BFDF-4B68-B778-C47C4A86351F}" destId="{5EC5D486-05FF-46E5-B3D3-E039C5AD7329}" srcOrd="1" destOrd="0" parTransId="{EF83BC6A-0D53-40E2-BA0D-D82CB7C096FB}" sibTransId="{108A8458-EE0B-494F-A630-C805949E1D6D}"/>
    <dgm:cxn modelId="{64FC2360-CC89-4028-A719-B8E1D3222CE1}" type="presOf" srcId="{3FB51117-5F2F-41B8-9F58-258F5CD109E8}" destId="{57C29749-B510-409C-B913-3799953FFD6F}" srcOrd="0" destOrd="0" presId="urn:microsoft.com/office/officeart/2005/8/layout/process5"/>
    <dgm:cxn modelId="{0307AB41-4CFC-49D8-A289-DE5299886502}" type="presOf" srcId="{2E0C72B5-E8D3-4E3E-BB28-BC4F0956F8DB}" destId="{88980132-BB17-42D9-8EF0-E65277747692}" srcOrd="0" destOrd="0" presId="urn:microsoft.com/office/officeart/2005/8/layout/process5"/>
    <dgm:cxn modelId="{8D4B0844-4492-430A-9839-C57FB8A6C66A}" type="presOf" srcId="{C9ED593B-A539-49F5-9E20-BC8B6A9DA255}" destId="{6469AB9D-775C-4893-AEFE-105909BA6006}" srcOrd="1" destOrd="0" presId="urn:microsoft.com/office/officeart/2005/8/layout/process5"/>
    <dgm:cxn modelId="{61586144-92C7-40C5-82EA-79E6496D7C15}" type="presOf" srcId="{EDE34150-7709-432D-B023-060EB28F2549}" destId="{221028C7-B8FF-4470-8734-7F77A83CF54F}" srcOrd="0" destOrd="0" presId="urn:microsoft.com/office/officeart/2005/8/layout/process5"/>
    <dgm:cxn modelId="{258E0145-DB19-4307-B5FA-F97E66171003}" srcId="{615D7AC1-BFDF-4B68-B778-C47C4A86351F}" destId="{9BD02163-EF48-4B5B-AE76-EC2E9D509172}" srcOrd="23" destOrd="0" parTransId="{058C81FD-F6F9-402E-93BB-6596689A664B}" sibTransId="{5AA38CD9-1BE8-4258-A83C-83B15E03D29E}"/>
    <dgm:cxn modelId="{20791347-90CB-4135-BE28-BB3A98F68BB8}" type="presOf" srcId="{0F2FD7C0-D105-46AF-981C-4D376DBEDB6D}" destId="{45A77859-F4C8-4C70-8472-060602506782}" srcOrd="0" destOrd="0" presId="urn:microsoft.com/office/officeart/2005/8/layout/process5"/>
    <dgm:cxn modelId="{0FEC7968-2599-4667-97E8-65549CD37BD5}" type="presOf" srcId="{2F49065F-4E69-4B95-B328-AC50EC200D22}" destId="{F5532D6D-AFE2-4FBF-B811-AC3608176530}" srcOrd="0" destOrd="0" presId="urn:microsoft.com/office/officeart/2005/8/layout/process5"/>
    <dgm:cxn modelId="{65F2D468-6DC5-411B-8731-4F5583A3E9FD}" type="presOf" srcId="{F890848C-CA71-405E-A510-10590B1FF9BB}" destId="{95524382-51D0-4815-A5BC-98A0C409D56D}" srcOrd="1" destOrd="0" presId="urn:microsoft.com/office/officeart/2005/8/layout/process5"/>
    <dgm:cxn modelId="{E01A8749-AFD0-4018-BD1F-512CABC1212B}" type="presOf" srcId="{D3465060-D549-4B19-AA37-9B21ABC15C79}" destId="{3E32A16E-9A57-4785-9F7C-A8EAE8C8CC28}" srcOrd="0" destOrd="0" presId="urn:microsoft.com/office/officeart/2005/8/layout/process5"/>
    <dgm:cxn modelId="{2B7CC66A-F027-43EE-9AFE-F2E37532ACA9}" type="presOf" srcId="{0EEDF06B-43E4-488B-A7C6-3A820CF5F3E0}" destId="{F1AE55F0-B07D-4790-9A63-E54853229E50}" srcOrd="1" destOrd="0" presId="urn:microsoft.com/office/officeart/2005/8/layout/process5"/>
    <dgm:cxn modelId="{DD97044E-5C35-4505-9705-070154497881}" srcId="{615D7AC1-BFDF-4B68-B778-C47C4A86351F}" destId="{AB5C1665-1FEB-4A50-919C-6A253100CFAC}" srcOrd="10" destOrd="0" parTransId="{F8B32AB1-0A6E-42C6-97F2-36D6B7CD6275}" sibTransId="{CA560745-F901-44B6-84D2-438AC85E06FA}"/>
    <dgm:cxn modelId="{6F0A8571-DCBA-4A59-AF55-B8D2009C8E15}" type="presOf" srcId="{F713D632-2E67-4194-A1E8-615065BA90F9}" destId="{B8F0CD0C-2725-4183-8DA3-54A6EA33438A}" srcOrd="0" destOrd="0" presId="urn:microsoft.com/office/officeart/2005/8/layout/process5"/>
    <dgm:cxn modelId="{4A3BEA74-0109-47FF-BE4C-20154FD9F9F1}" type="presOf" srcId="{A7580F48-95ED-4237-B562-060FF0351E1D}" destId="{E7234551-90EF-4A96-A331-2496EE69A057}" srcOrd="1" destOrd="0" presId="urn:microsoft.com/office/officeart/2005/8/layout/process5"/>
    <dgm:cxn modelId="{7E9F9076-337A-4170-83A9-4EBE2FBB4708}" srcId="{615D7AC1-BFDF-4B68-B778-C47C4A86351F}" destId="{7D672D1A-A5A0-49B4-9A95-2A6F3F7456B8}" srcOrd="14" destOrd="0" parTransId="{F084391A-0DDE-434D-8CF8-41BE0B1A2B21}" sibTransId="{EDE34150-7709-432D-B023-060EB28F2549}"/>
    <dgm:cxn modelId="{1AAEA456-61B3-4404-B6EC-05255A3AA57C}" type="presOf" srcId="{0EEDF06B-43E4-488B-A7C6-3A820CF5F3E0}" destId="{D129EA3F-5B17-46B0-9049-774106A50B1F}" srcOrd="0" destOrd="0" presId="urn:microsoft.com/office/officeart/2005/8/layout/process5"/>
    <dgm:cxn modelId="{067D2157-0DF3-4009-AB69-3C8E8CEE6165}" type="presOf" srcId="{875F5F76-BD45-4EDA-8DF4-687FCA7CFA77}" destId="{ED704B1C-E762-4EB8-BB4F-4FD8C4EEDA69}" srcOrd="0" destOrd="0" presId="urn:microsoft.com/office/officeart/2005/8/layout/process5"/>
    <dgm:cxn modelId="{5B17F277-00F6-4D71-AC59-FBDBB0DD0690}" type="presOf" srcId="{735B5D2E-893F-49A2-A043-6711715BBC62}" destId="{A5EE0C48-0BED-4C87-B357-BD48A599DC47}" srcOrd="0" destOrd="0" presId="urn:microsoft.com/office/officeart/2005/8/layout/process5"/>
    <dgm:cxn modelId="{A551B07D-95D4-4ACA-963B-1205630FB06D}" srcId="{615D7AC1-BFDF-4B68-B778-C47C4A86351F}" destId="{A312255D-A7AB-4BFE-98C3-60DC36935BD3}" srcOrd="9" destOrd="0" parTransId="{0FAD3856-8354-44A0-B05D-368A30D8CA50}" sibTransId="{BD2BF3F1-C66B-4978-A386-42A71DD379F2}"/>
    <dgm:cxn modelId="{CF05447E-27FE-4C4B-BFC4-5EEC4637D8AC}" type="presOf" srcId="{F890848C-CA71-405E-A510-10590B1FF9BB}" destId="{81E49D4C-5654-46CA-8A29-CC0EF051D01B}" srcOrd="0" destOrd="0" presId="urn:microsoft.com/office/officeart/2005/8/layout/process5"/>
    <dgm:cxn modelId="{F8774482-097E-41D1-B5D6-43E69A760489}" type="presOf" srcId="{9D4A0600-BE35-419E-B383-B2449D877A9B}" destId="{404767C2-EF19-4629-8371-652BC7CC28EE}" srcOrd="1" destOrd="0" presId="urn:microsoft.com/office/officeart/2005/8/layout/process5"/>
    <dgm:cxn modelId="{BA4C7A83-5D1B-4781-8EC5-65FCC7EA6BFF}" type="presOf" srcId="{2DE61FF4-2249-49D3-8412-E56EC68D0D41}" destId="{AFE8973D-5CEF-4A09-BFDA-04D26F2E1AEB}" srcOrd="0" destOrd="0" presId="urn:microsoft.com/office/officeart/2005/8/layout/process5"/>
    <dgm:cxn modelId="{5C6FA384-06EA-4D6E-90A4-2647A1A4E995}" type="presOf" srcId="{2E0C72B5-E8D3-4E3E-BB28-BC4F0956F8DB}" destId="{C39252FB-BF63-463C-B8F6-1D7FBFE9037C}" srcOrd="1" destOrd="0" presId="urn:microsoft.com/office/officeart/2005/8/layout/process5"/>
    <dgm:cxn modelId="{19C77D85-F059-4908-BBB9-A4018F9A7B81}" type="presOf" srcId="{1A89B9C6-56AD-4566-B449-993646E26E5C}" destId="{800D83AC-0F6F-4ABE-BE68-64251D6F62F0}" srcOrd="0" destOrd="0" presId="urn:microsoft.com/office/officeart/2005/8/layout/process5"/>
    <dgm:cxn modelId="{C0DFB188-2F9C-47FD-A42B-A08B78AFBD40}" type="presOf" srcId="{7AB5AF9C-71C3-464A-8812-4DE2C6ACB931}" destId="{169791DB-BD0A-4FE3-8CF1-F9ADB736B8E9}" srcOrd="1" destOrd="0" presId="urn:microsoft.com/office/officeart/2005/8/layout/process5"/>
    <dgm:cxn modelId="{46421E8E-DC4D-4872-B84F-697BF7ACF336}" type="presOf" srcId="{A312255D-A7AB-4BFE-98C3-60DC36935BD3}" destId="{2E739ED9-40EB-4BA3-9C9E-54A7A3AFA18C}" srcOrd="0" destOrd="0" presId="urn:microsoft.com/office/officeart/2005/8/layout/process5"/>
    <dgm:cxn modelId="{B6A1E48E-4A7A-4D78-B9DB-502AE0530D11}" type="presOf" srcId="{4511386A-6595-42A1-BE0B-161D402AAF76}" destId="{C0BFA30F-422F-43B7-B7B1-314CE523CBE5}" srcOrd="0" destOrd="0" presId="urn:microsoft.com/office/officeart/2005/8/layout/process5"/>
    <dgm:cxn modelId="{7DD63790-5792-4036-B9E2-8BB8F500E0E4}" type="presOf" srcId="{3E09F6F4-B283-46CA-85A2-A8EBC556D481}" destId="{F9C41F45-7BDF-440E-90ED-D5472A88AE4E}" srcOrd="0" destOrd="0" presId="urn:microsoft.com/office/officeart/2005/8/layout/process5"/>
    <dgm:cxn modelId="{D79C2693-06B3-49AA-BDEF-EFF655DC8D59}" type="presOf" srcId="{D4D143B2-3009-470E-A10C-DB7581D52701}" destId="{3F9F350A-160F-40B5-9891-484BA707738B}" srcOrd="1" destOrd="0" presId="urn:microsoft.com/office/officeart/2005/8/layout/process5"/>
    <dgm:cxn modelId="{E5E72296-4031-4DFD-A66E-3F5510C9B281}" type="presOf" srcId="{D6321D34-F555-495F-B2E0-3EFDEE1F7E53}" destId="{19056330-A457-4D8B-BF14-496EDC54A4EB}" srcOrd="0" destOrd="0" presId="urn:microsoft.com/office/officeart/2005/8/layout/process5"/>
    <dgm:cxn modelId="{E1768B96-AFCC-47AC-B0C1-494905E62A6B}" srcId="{615D7AC1-BFDF-4B68-B778-C47C4A86351F}" destId="{F3FF0677-E8A7-4075-8DB7-5F7C6FB79D48}" srcOrd="27" destOrd="0" parTransId="{2B4CFE9D-EE06-4B2B-A53C-58FF32F8AC00}" sibTransId="{C9ED593B-A539-49F5-9E20-BC8B6A9DA255}"/>
    <dgm:cxn modelId="{60A0D596-A1B1-4D80-A786-6767A43588E1}" srcId="{615D7AC1-BFDF-4B68-B778-C47C4A86351F}" destId="{86FFA80C-B387-4A96-8C44-C0E8658A7450}" srcOrd="2" destOrd="0" parTransId="{97337899-42AE-47C5-97D6-170361ECDFFB}" sibTransId="{0EEDF06B-43E4-488B-A7C6-3A820CF5F3E0}"/>
    <dgm:cxn modelId="{DD989F9A-28B4-42FB-99E1-63BA1B1E9984}" srcId="{615D7AC1-BFDF-4B68-B778-C47C4A86351F}" destId="{742B8AB2-7F52-404B-A70E-901917B4184D}" srcOrd="7" destOrd="0" parTransId="{B199D029-F672-4A93-8F49-3D1C0ACFDAC0}" sibTransId="{2DE61FF4-2249-49D3-8412-E56EC68D0D41}"/>
    <dgm:cxn modelId="{5C3462A0-29E8-412E-9417-94F491186A84}" type="presOf" srcId="{497017F9-7345-43C0-8E6B-361FBCE2F503}" destId="{A76676E4-182C-4850-8DEA-4D12E1782F68}" srcOrd="1" destOrd="0" presId="urn:microsoft.com/office/officeart/2005/8/layout/process5"/>
    <dgm:cxn modelId="{78A92BA1-4A71-43B7-AB62-369725A8C3ED}" type="presOf" srcId="{CD79318D-3BCB-4FFF-A342-F1DA5E2922B2}" destId="{29589992-9CD4-42F1-B71A-BD961736999B}" srcOrd="0" destOrd="0" presId="urn:microsoft.com/office/officeart/2005/8/layout/process5"/>
    <dgm:cxn modelId="{63F84EA5-2794-46C8-8EE9-A4BEBB6009BE}" srcId="{615D7AC1-BFDF-4B68-B778-C47C4A86351F}" destId="{453C90D7-6121-422A-8879-7287C17DE5FA}" srcOrd="5" destOrd="0" parTransId="{152D56CB-3C19-458B-B5F4-23D3577E1729}" sibTransId="{8FDF2A5D-D556-424F-949A-3A61FC9F3FC7}"/>
    <dgm:cxn modelId="{0962BBA6-54C2-439D-9547-7988C4C3D294}" type="presOf" srcId="{3E09F6F4-B283-46CA-85A2-A8EBC556D481}" destId="{665F7F26-62E6-4749-B294-B666A1474F3D}" srcOrd="1" destOrd="0" presId="urn:microsoft.com/office/officeart/2005/8/layout/process5"/>
    <dgm:cxn modelId="{AFACBDA7-AB6F-4D3B-96C2-754D110D9D36}" type="presOf" srcId="{8D6D4D7E-3B2A-4CA9-A22A-CBABCE5C7CD5}" destId="{D5FC3384-D603-4F2C-82DD-C102A3D80A23}" srcOrd="1" destOrd="0" presId="urn:microsoft.com/office/officeart/2005/8/layout/process5"/>
    <dgm:cxn modelId="{70DEDAAA-F67C-457F-9AC1-7858979800C4}" type="presOf" srcId="{9D4A0600-BE35-419E-B383-B2449D877A9B}" destId="{D1377400-0961-4AA3-B603-D13422B9283F}" srcOrd="0" destOrd="0" presId="urn:microsoft.com/office/officeart/2005/8/layout/process5"/>
    <dgm:cxn modelId="{3AD10DAB-20FF-4BB6-A501-BC86B8E3772A}" type="presOf" srcId="{BCA5489D-79F3-456A-91F7-A966E996EFD6}" destId="{4B5E3E14-F5B8-47A1-B215-91BAC5D3C8BF}" srcOrd="0" destOrd="0" presId="urn:microsoft.com/office/officeart/2005/8/layout/process5"/>
    <dgm:cxn modelId="{356CACAC-0BC0-4345-9DE1-DCE3CE637E16}" type="presOf" srcId="{A7580F48-95ED-4237-B562-060FF0351E1D}" destId="{DB21B80A-D2B2-4F5A-A04E-A3CF910AA050}" srcOrd="0" destOrd="0" presId="urn:microsoft.com/office/officeart/2005/8/layout/process5"/>
    <dgm:cxn modelId="{62F076B4-64D2-46A0-9B82-D58085A8FBA5}" type="presOf" srcId="{9BD02163-EF48-4B5B-AE76-EC2E9D509172}" destId="{F59D2FF5-4744-48DB-A3AE-7662F7A2BE07}" srcOrd="0" destOrd="0" presId="urn:microsoft.com/office/officeart/2005/8/layout/process5"/>
    <dgm:cxn modelId="{9A37A7B6-1E2C-4BB8-A2EB-434439E31F4D}" srcId="{615D7AC1-BFDF-4B68-B778-C47C4A86351F}" destId="{CBFEFD5A-50F2-4148-94C2-7C8A7674C070}" srcOrd="22" destOrd="0" parTransId="{7C835156-B25F-44FA-B7D6-E1AA0BD90806}" sibTransId="{2B080E3B-9965-4062-A7B2-EF2453CDFF2B}"/>
    <dgm:cxn modelId="{5A3E3BB7-62C9-49A2-96F4-E40300DA075F}" srcId="{615D7AC1-BFDF-4B68-B778-C47C4A86351F}" destId="{A1F714A8-8255-4E3D-8AA7-E0DC2F2CB055}" srcOrd="0" destOrd="0" parTransId="{5420BA7E-5813-450E-8F48-B14D3A11E8F2}" sibTransId="{BCA5489D-79F3-456A-91F7-A966E996EFD6}"/>
    <dgm:cxn modelId="{9B68DABA-6096-4F5F-B72B-7D1AB2241D3D}" srcId="{615D7AC1-BFDF-4B68-B778-C47C4A86351F}" destId="{B0032070-E37E-4287-9C75-DC2424B433E1}" srcOrd="19" destOrd="0" parTransId="{3276924B-AD9B-4A61-908C-19136FB95267}" sibTransId="{3A233166-AB94-431F-AB34-AF2C9F2110B5}"/>
    <dgm:cxn modelId="{74C5A9BB-C3BF-4A65-9C57-4B04DEB2EE90}" type="presOf" srcId="{85DE6084-7922-4211-A0CC-6D288A259124}" destId="{4363CDB4-8DB7-453F-A93B-9F71E6D53AF0}" srcOrd="0" destOrd="0" presId="urn:microsoft.com/office/officeart/2005/8/layout/process5"/>
    <dgm:cxn modelId="{D99EBBBC-8339-4117-AEEE-BDF08F3DDF5E}" type="presOf" srcId="{3A233166-AB94-431F-AB34-AF2C9F2110B5}" destId="{60E3AACD-6E51-4EE7-B185-26451E298D36}" srcOrd="1" destOrd="0" presId="urn:microsoft.com/office/officeart/2005/8/layout/process5"/>
    <dgm:cxn modelId="{DAB17EBD-D248-45A8-90E7-43F227EAD662}" type="presOf" srcId="{5EC5D486-05FF-46E5-B3D3-E039C5AD7329}" destId="{CC5DF34E-20CD-47B7-845B-F36B55502ED1}" srcOrd="0" destOrd="0" presId="urn:microsoft.com/office/officeart/2005/8/layout/process5"/>
    <dgm:cxn modelId="{C65045BF-3CEE-4CFB-9CEF-6768428F6C52}" type="presOf" srcId="{B0032070-E37E-4287-9C75-DC2424B433E1}" destId="{976CC6E0-7FA5-4728-9878-56252C2BFFD9}" srcOrd="0" destOrd="0" presId="urn:microsoft.com/office/officeart/2005/8/layout/process5"/>
    <dgm:cxn modelId="{B20FABBF-C6DE-46B8-8EB0-22DF7F793658}" type="presOf" srcId="{8FDF2A5D-D556-424F-949A-3A61FC9F3FC7}" destId="{5CC63624-394C-4C48-BFA6-33859DCB0CBF}" srcOrd="0" destOrd="0" presId="urn:microsoft.com/office/officeart/2005/8/layout/process5"/>
    <dgm:cxn modelId="{0FCB2BC1-A64B-4FAA-9F21-E3C894B7055B}" type="presOf" srcId="{742B8AB2-7F52-404B-A70E-901917B4184D}" destId="{46A95FB9-F049-4B2B-A0B6-A39D0CD47D26}" srcOrd="0" destOrd="0" presId="urn:microsoft.com/office/officeart/2005/8/layout/process5"/>
    <dgm:cxn modelId="{03EEA0C5-61AC-4B25-848A-071AE15DD97C}" srcId="{615D7AC1-BFDF-4B68-B778-C47C4A86351F}" destId="{0F2FD7C0-D105-46AF-981C-4D376DBEDB6D}" srcOrd="25" destOrd="0" parTransId="{C4C33AF7-6FA7-45DE-BE34-4FD240164BCA}" sibTransId="{2E0C72B5-E8D3-4E3E-BB28-BC4F0956F8DB}"/>
    <dgm:cxn modelId="{285E42C6-517D-43E6-ADF0-B2F2030AE25D}" type="presOf" srcId="{8D6D4D7E-3B2A-4CA9-A22A-CBABCE5C7CD5}" destId="{FB32020B-EFEE-406B-A861-A4E5318076F2}" srcOrd="0" destOrd="0" presId="urn:microsoft.com/office/officeart/2005/8/layout/process5"/>
    <dgm:cxn modelId="{B3E4E1C7-5A1D-4992-92F8-08C107EF0979}" type="presOf" srcId="{7633B776-4AC7-4EE5-8F2F-41F611BEB999}" destId="{C09CAAD8-AD12-47DB-9DE1-95126A971BA7}" srcOrd="1" destOrd="0" presId="urn:microsoft.com/office/officeart/2005/8/layout/process5"/>
    <dgm:cxn modelId="{8EC19EC9-CE09-4637-B1E0-73C3699CFC4F}" type="presOf" srcId="{BD2BF3F1-C66B-4978-A386-42A71DD379F2}" destId="{8C4A67BD-0AB1-4610-AFA9-AB302750CA33}" srcOrd="0" destOrd="0" presId="urn:microsoft.com/office/officeart/2005/8/layout/process5"/>
    <dgm:cxn modelId="{E54218CB-320B-46C4-8533-3896ADE6C15E}" type="presOf" srcId="{4A9C9A25-B415-421A-89AF-A7EE4BF0D1F6}" destId="{8FD8AF5D-2DC4-4F7B-B003-2D2063F59F9A}" srcOrd="0" destOrd="0" presId="urn:microsoft.com/office/officeart/2005/8/layout/process5"/>
    <dgm:cxn modelId="{493324CB-1FB6-49BC-AB20-455F25B8BECD}" type="presOf" srcId="{D4B5A49A-980C-4857-8264-6058F75D54BD}" destId="{9FA6750E-E632-45BC-918F-067FC9A942DD}" srcOrd="0" destOrd="0" presId="urn:microsoft.com/office/officeart/2005/8/layout/process5"/>
    <dgm:cxn modelId="{AE0B0CCD-1674-404E-A0A5-7A79D929EBAB}" srcId="{615D7AC1-BFDF-4B68-B778-C47C4A86351F}" destId="{1AC20A14-E4EB-4D47-9F2B-8EB73D26DC6B}" srcOrd="21" destOrd="0" parTransId="{A134C76D-022E-48E4-BB8A-39E3F535AB82}" sibTransId="{9D4A0600-BE35-419E-B383-B2449D877A9B}"/>
    <dgm:cxn modelId="{DEF2ABCD-481B-4B7E-92D9-8A132DFE22D6}" type="presOf" srcId="{86FFA80C-B387-4A96-8C44-C0E8658A7450}" destId="{072082BD-7985-49A2-A282-456A14319F45}" srcOrd="0" destOrd="0" presId="urn:microsoft.com/office/officeart/2005/8/layout/process5"/>
    <dgm:cxn modelId="{376A7BD0-AD87-4539-9C41-1E1A02E7F135}" type="presOf" srcId="{3B8DC188-9D29-4190-A4F5-525391AD00EA}" destId="{B3E82608-3A74-4E82-A14C-3C456B5CAE09}" srcOrd="0" destOrd="0" presId="urn:microsoft.com/office/officeart/2005/8/layout/process5"/>
    <dgm:cxn modelId="{EA40DAD4-61FF-477F-B7DA-08C76C6BD230}" srcId="{615D7AC1-BFDF-4B68-B778-C47C4A86351F}" destId="{4C672A69-0F11-40C7-8C0F-E33010306322}" srcOrd="26" destOrd="0" parTransId="{41F0CF35-287E-43AB-845A-5A0ABEEF8DED}" sibTransId="{875F5F76-BD45-4EDA-8DF4-687FCA7CFA77}"/>
    <dgm:cxn modelId="{8C9F9CD5-394D-4606-B6A9-AFD48C369C67}" type="presOf" srcId="{F05618C8-D9D8-4202-960E-CB3A819FE43A}" destId="{3E9BF3F9-1524-4291-9392-502A66C24FD7}" srcOrd="0" destOrd="0" presId="urn:microsoft.com/office/officeart/2005/8/layout/process5"/>
    <dgm:cxn modelId="{08DFABD5-4E5D-40C0-BF3A-031CB40C0FAD}" type="presOf" srcId="{D4D143B2-3009-470E-A10C-DB7581D52701}" destId="{0B33D1F0-A7E6-4303-8FA0-19BEB3E50EAB}" srcOrd="0" destOrd="0" presId="urn:microsoft.com/office/officeart/2005/8/layout/process5"/>
    <dgm:cxn modelId="{642185D7-E307-4370-A8BD-0EB5FFF11544}" type="presOf" srcId="{1AC20A14-E4EB-4D47-9F2B-8EB73D26DC6B}" destId="{C772CF39-7546-4B8C-A865-54EC96460DB7}" srcOrd="0" destOrd="0" presId="urn:microsoft.com/office/officeart/2005/8/layout/process5"/>
    <dgm:cxn modelId="{E51395D7-536B-4CA1-9817-29D7D590071C}" srcId="{615D7AC1-BFDF-4B68-B778-C47C4A86351F}" destId="{EE58C7C8-6412-4CAA-BCE1-2FCD6847CBC7}" srcOrd="4" destOrd="0" parTransId="{5FC2F77C-A5C9-4B73-BD1B-2F90641A92E4}" sibTransId="{A7580F48-95ED-4237-B562-060FF0351E1D}"/>
    <dgm:cxn modelId="{F3E92AD8-830A-4CAD-A067-DA87C2017690}" type="presOf" srcId="{BCA5489D-79F3-456A-91F7-A966E996EFD6}" destId="{AE82BBD2-288F-4EBA-8B4C-C840F6F2379E}" srcOrd="1" destOrd="0" presId="urn:microsoft.com/office/officeart/2005/8/layout/process5"/>
    <dgm:cxn modelId="{CCFCE3DB-17BA-439E-B3AD-85B2C5F81BA7}" type="presOf" srcId="{C9ED593B-A539-49F5-9E20-BC8B6A9DA255}" destId="{1E3FDD6D-6FEA-48BA-A488-D2CB373EE568}" srcOrd="0" destOrd="0" presId="urn:microsoft.com/office/officeart/2005/8/layout/process5"/>
    <dgm:cxn modelId="{5995F6DC-4097-4C44-BA6F-31B4AAB30AA4}" srcId="{615D7AC1-BFDF-4B68-B778-C47C4A86351F}" destId="{85DE6084-7922-4211-A0CC-6D288A259124}" srcOrd="11" destOrd="0" parTransId="{6B200E13-69EA-47D3-9C39-25E9B2C7AFB7}" sibTransId="{D3465060-D549-4B19-AA37-9B21ABC15C79}"/>
    <dgm:cxn modelId="{698AA9E0-73AF-4065-85EE-C0DA3521B61D}" srcId="{615D7AC1-BFDF-4B68-B778-C47C4A86351F}" destId="{2F49065F-4E69-4B95-B328-AC50EC200D22}" srcOrd="16" destOrd="0" parTransId="{F2DD4D94-307F-4A26-8311-D193F3EBA392}" sibTransId="{4511386A-6595-42A1-BE0B-161D402AAF76}"/>
    <dgm:cxn modelId="{CB407DE1-7402-4857-9E6F-255F92E18DBB}" type="presOf" srcId="{4C672A69-0F11-40C7-8C0F-E33010306322}" destId="{8BD2E896-F802-4681-9E82-FE9F2CB78E5A}" srcOrd="0" destOrd="0" presId="urn:microsoft.com/office/officeart/2005/8/layout/process5"/>
    <dgm:cxn modelId="{904C2EE4-D201-4135-8159-3230947F670D}" srcId="{615D7AC1-BFDF-4B68-B778-C47C4A86351F}" destId="{735B5D2E-893F-49A2-A043-6711715BBC62}" srcOrd="13" destOrd="0" parTransId="{623C29D3-6E32-41E4-8392-591D9F9D65BF}" sibTransId="{F05618C8-D9D8-4202-960E-CB3A819FE43A}"/>
    <dgm:cxn modelId="{FA56FAE4-E2E4-44A6-ADC3-776299E164FA}" type="presOf" srcId="{453C90D7-6121-422A-8879-7287C17DE5FA}" destId="{4F83A9C4-F200-44AC-9A59-09CA8D09D197}" srcOrd="0" destOrd="0" presId="urn:microsoft.com/office/officeart/2005/8/layout/process5"/>
    <dgm:cxn modelId="{6FE770E6-80F1-47C5-8AA0-2895051A0886}" type="presOf" srcId="{D3465060-D549-4B19-AA37-9B21ABC15C79}" destId="{2675B786-910D-46FE-B3ED-6F4BEB5EA6D2}" srcOrd="1" destOrd="0" presId="urn:microsoft.com/office/officeart/2005/8/layout/process5"/>
    <dgm:cxn modelId="{41AC5AE8-2BB4-4227-B4CC-DD059D0D84AD}" srcId="{615D7AC1-BFDF-4B68-B778-C47C4A86351F}" destId="{D4B5A49A-980C-4857-8264-6058F75D54BD}" srcOrd="29" destOrd="0" parTransId="{43059A06-BD07-4224-8016-F880ACCD8738}" sibTransId="{4D658FC5-A4B8-4D52-ABA2-A3893880FB5B}"/>
    <dgm:cxn modelId="{8D4908ED-72FF-4170-9FD4-B4172A954694}" type="presOf" srcId="{CA560745-F901-44B6-84D2-438AC85E06FA}" destId="{6737B527-4DC6-41E3-904A-ABE3C27C371B}" srcOrd="0" destOrd="0" presId="urn:microsoft.com/office/officeart/2005/8/layout/process5"/>
    <dgm:cxn modelId="{FAA7ACEE-E343-4F54-A060-97714965F278}" type="presOf" srcId="{108A8458-EE0B-494F-A630-C805949E1D6D}" destId="{98122527-14D8-4E27-A14C-6E06BE73FFD9}" srcOrd="1" destOrd="0" presId="urn:microsoft.com/office/officeart/2005/8/layout/process5"/>
    <dgm:cxn modelId="{4750ADF0-AD45-4831-A785-CEEBAC95D21A}" srcId="{615D7AC1-BFDF-4B68-B778-C47C4A86351F}" destId="{3B8DC188-9D29-4190-A4F5-525391AD00EA}" srcOrd="8" destOrd="0" parTransId="{ADF921E0-6C01-452F-B676-7F29DB7FCA53}" sibTransId="{D4D143B2-3009-470E-A10C-DB7581D52701}"/>
    <dgm:cxn modelId="{8924CDF0-A64A-4A97-B4F9-3D357C765DC3}" type="presOf" srcId="{2DE61FF4-2249-49D3-8412-E56EC68D0D41}" destId="{DC98A06A-6F01-4427-A11B-8165743231D3}" srcOrd="1" destOrd="0" presId="urn:microsoft.com/office/officeart/2005/8/layout/process5"/>
    <dgm:cxn modelId="{77F089F3-DF1F-4D5F-964B-411D3BBD11EF}" type="presOf" srcId="{F05618C8-D9D8-4202-960E-CB3A819FE43A}" destId="{BD2D8AD3-0105-4301-89F9-14C6D56F1779}" srcOrd="1" destOrd="0" presId="urn:microsoft.com/office/officeart/2005/8/layout/process5"/>
    <dgm:cxn modelId="{475E60F4-26D3-4614-B8D3-DC5281BE168C}" type="presOf" srcId="{615D7AC1-BFDF-4B68-B778-C47C4A86351F}" destId="{1411D3DF-2E25-4C25-8437-2ED9F8C4453A}" srcOrd="0" destOrd="0" presId="urn:microsoft.com/office/officeart/2005/8/layout/process5"/>
    <dgm:cxn modelId="{AE73F0F5-AC6E-4036-83BC-3D2FFA225C24}" srcId="{615D7AC1-BFDF-4B68-B778-C47C4A86351F}" destId="{3FB51117-5F2F-41B8-9F58-258F5CD109E8}" srcOrd="24" destOrd="0" parTransId="{08BA9804-256E-4AEA-853D-CE29C0231C90}" sibTransId="{D6321D34-F555-495F-B2E0-3EFDEE1F7E53}"/>
    <dgm:cxn modelId="{4E0DE8F7-7A2B-493B-854F-68B3818284B5}" type="presOf" srcId="{0F145F31-46AF-494F-9677-AE914FCF397C}" destId="{577C5F0B-9DEF-40DC-BD85-44683A662F4B}" srcOrd="0" destOrd="0" presId="urn:microsoft.com/office/officeart/2005/8/layout/process5"/>
    <dgm:cxn modelId="{35F13BF9-D64D-41C4-A4D3-C2E003B0C35B}" type="presOf" srcId="{3A233166-AB94-431F-AB34-AF2C9F2110B5}" destId="{A7E0F943-9DC9-448E-9F86-495CC8E90B4D}" srcOrd="0" destOrd="0" presId="urn:microsoft.com/office/officeart/2005/8/layout/process5"/>
    <dgm:cxn modelId="{F2D88BFA-2140-4B82-BB87-22B9D653774B}" type="presOf" srcId="{EE58C7C8-6412-4CAA-BCE1-2FCD6847CBC7}" destId="{A490A1B6-27A4-4DC6-A02D-BFCE44569F32}" srcOrd="0" destOrd="0" presId="urn:microsoft.com/office/officeart/2005/8/layout/process5"/>
    <dgm:cxn modelId="{1A4D11FB-9004-4F19-8C9A-22EF33DE1384}" type="presOf" srcId="{108A8458-EE0B-494F-A630-C805949E1D6D}" destId="{2D5921F6-8C36-46C1-9FA2-F402F08EB14C}" srcOrd="0" destOrd="0" presId="urn:microsoft.com/office/officeart/2005/8/layout/process5"/>
    <dgm:cxn modelId="{6808DFFF-FCDC-4487-9711-C32067626F4C}" type="presOf" srcId="{DE63AD6C-275F-45AE-9A7D-626BF6C36774}" destId="{4392318D-4109-40A5-9384-D24FD97457B1}" srcOrd="0" destOrd="0" presId="urn:microsoft.com/office/officeart/2005/8/layout/process5"/>
    <dgm:cxn modelId="{1FD7E13F-AE3E-43EB-9FA8-E0A93D0F7F4E}" type="presParOf" srcId="{1411D3DF-2E25-4C25-8437-2ED9F8C4453A}" destId="{CCABAEC1-1399-404C-A2AE-867F1775C324}" srcOrd="0" destOrd="0" presId="urn:microsoft.com/office/officeart/2005/8/layout/process5"/>
    <dgm:cxn modelId="{ABEA870A-07BE-4DD5-8051-871C16E977DE}" type="presParOf" srcId="{1411D3DF-2E25-4C25-8437-2ED9F8C4453A}" destId="{4B5E3E14-F5B8-47A1-B215-91BAC5D3C8BF}" srcOrd="1" destOrd="0" presId="urn:microsoft.com/office/officeart/2005/8/layout/process5"/>
    <dgm:cxn modelId="{D24C8C93-7061-4C1A-AD33-4EE7C7F07F31}" type="presParOf" srcId="{4B5E3E14-F5B8-47A1-B215-91BAC5D3C8BF}" destId="{AE82BBD2-288F-4EBA-8B4C-C840F6F2379E}" srcOrd="0" destOrd="0" presId="urn:microsoft.com/office/officeart/2005/8/layout/process5"/>
    <dgm:cxn modelId="{13B49CBD-F3FA-43FD-AE05-D91B28E6CAFE}" type="presParOf" srcId="{1411D3DF-2E25-4C25-8437-2ED9F8C4453A}" destId="{CC5DF34E-20CD-47B7-845B-F36B55502ED1}" srcOrd="2" destOrd="0" presId="urn:microsoft.com/office/officeart/2005/8/layout/process5"/>
    <dgm:cxn modelId="{AE2AB00A-1B69-4AA2-A087-E04FE259C424}" type="presParOf" srcId="{1411D3DF-2E25-4C25-8437-2ED9F8C4453A}" destId="{2D5921F6-8C36-46C1-9FA2-F402F08EB14C}" srcOrd="3" destOrd="0" presId="urn:microsoft.com/office/officeart/2005/8/layout/process5"/>
    <dgm:cxn modelId="{F7F464D6-4197-4D45-9567-7B8575414EEF}" type="presParOf" srcId="{2D5921F6-8C36-46C1-9FA2-F402F08EB14C}" destId="{98122527-14D8-4E27-A14C-6E06BE73FFD9}" srcOrd="0" destOrd="0" presId="urn:microsoft.com/office/officeart/2005/8/layout/process5"/>
    <dgm:cxn modelId="{BBD6D313-596F-4202-8B38-28CB7968EC54}" type="presParOf" srcId="{1411D3DF-2E25-4C25-8437-2ED9F8C4453A}" destId="{072082BD-7985-49A2-A282-456A14319F45}" srcOrd="4" destOrd="0" presId="urn:microsoft.com/office/officeart/2005/8/layout/process5"/>
    <dgm:cxn modelId="{07EDC309-8C78-401C-8FFC-E3B95C9F23BA}" type="presParOf" srcId="{1411D3DF-2E25-4C25-8437-2ED9F8C4453A}" destId="{D129EA3F-5B17-46B0-9049-774106A50B1F}" srcOrd="5" destOrd="0" presId="urn:microsoft.com/office/officeart/2005/8/layout/process5"/>
    <dgm:cxn modelId="{0C10B3D9-5352-445F-B307-2E5B7A45050B}" type="presParOf" srcId="{D129EA3F-5B17-46B0-9049-774106A50B1F}" destId="{F1AE55F0-B07D-4790-9A63-E54853229E50}" srcOrd="0" destOrd="0" presId="urn:microsoft.com/office/officeart/2005/8/layout/process5"/>
    <dgm:cxn modelId="{9B41C148-3481-4B6A-9FC4-C0F336B797B7}" type="presParOf" srcId="{1411D3DF-2E25-4C25-8437-2ED9F8C4453A}" destId="{800D83AC-0F6F-4ABE-BE68-64251D6F62F0}" srcOrd="6" destOrd="0" presId="urn:microsoft.com/office/officeart/2005/8/layout/process5"/>
    <dgm:cxn modelId="{3594A625-BC44-4112-A240-AC66DFDBA836}" type="presParOf" srcId="{1411D3DF-2E25-4C25-8437-2ED9F8C4453A}" destId="{F9C41F45-7BDF-440E-90ED-D5472A88AE4E}" srcOrd="7" destOrd="0" presId="urn:microsoft.com/office/officeart/2005/8/layout/process5"/>
    <dgm:cxn modelId="{6FEC7016-F7DB-4C1B-A165-021A2C484E38}" type="presParOf" srcId="{F9C41F45-7BDF-440E-90ED-D5472A88AE4E}" destId="{665F7F26-62E6-4749-B294-B666A1474F3D}" srcOrd="0" destOrd="0" presId="urn:microsoft.com/office/officeart/2005/8/layout/process5"/>
    <dgm:cxn modelId="{099BD426-1C5F-42C2-B81D-AAFF052C3F90}" type="presParOf" srcId="{1411D3DF-2E25-4C25-8437-2ED9F8C4453A}" destId="{A490A1B6-27A4-4DC6-A02D-BFCE44569F32}" srcOrd="8" destOrd="0" presId="urn:microsoft.com/office/officeart/2005/8/layout/process5"/>
    <dgm:cxn modelId="{4CD0923C-7E07-462E-AE19-C581EDC19C88}" type="presParOf" srcId="{1411D3DF-2E25-4C25-8437-2ED9F8C4453A}" destId="{DB21B80A-D2B2-4F5A-A04E-A3CF910AA050}" srcOrd="9" destOrd="0" presId="urn:microsoft.com/office/officeart/2005/8/layout/process5"/>
    <dgm:cxn modelId="{F3F5F8A9-1716-4DBA-8070-EBD965A29495}" type="presParOf" srcId="{DB21B80A-D2B2-4F5A-A04E-A3CF910AA050}" destId="{E7234551-90EF-4A96-A331-2496EE69A057}" srcOrd="0" destOrd="0" presId="urn:microsoft.com/office/officeart/2005/8/layout/process5"/>
    <dgm:cxn modelId="{F0C2AE6B-E1B9-41BB-B917-7DC2CEF336FA}" type="presParOf" srcId="{1411D3DF-2E25-4C25-8437-2ED9F8C4453A}" destId="{4F83A9C4-F200-44AC-9A59-09CA8D09D197}" srcOrd="10" destOrd="0" presId="urn:microsoft.com/office/officeart/2005/8/layout/process5"/>
    <dgm:cxn modelId="{3B2D51FF-FF78-45EE-BC0B-382954D49B3D}" type="presParOf" srcId="{1411D3DF-2E25-4C25-8437-2ED9F8C4453A}" destId="{5CC63624-394C-4C48-BFA6-33859DCB0CBF}" srcOrd="11" destOrd="0" presId="urn:microsoft.com/office/officeart/2005/8/layout/process5"/>
    <dgm:cxn modelId="{1DEC030C-E095-44ED-8990-E1A81A5B0D99}" type="presParOf" srcId="{5CC63624-394C-4C48-BFA6-33859DCB0CBF}" destId="{089AFC1C-1E0F-45C6-A126-4272E1FDB49E}" srcOrd="0" destOrd="0" presId="urn:microsoft.com/office/officeart/2005/8/layout/process5"/>
    <dgm:cxn modelId="{CAF34D84-67B3-40C5-9CE0-22ED5AC1C84D}" type="presParOf" srcId="{1411D3DF-2E25-4C25-8437-2ED9F8C4453A}" destId="{8FD8AF5D-2DC4-4F7B-B003-2D2063F59F9A}" srcOrd="12" destOrd="0" presId="urn:microsoft.com/office/officeart/2005/8/layout/process5"/>
    <dgm:cxn modelId="{7CC61E97-ACC6-4C8F-B684-C30283D6D6BD}" type="presParOf" srcId="{1411D3DF-2E25-4C25-8437-2ED9F8C4453A}" destId="{81E49D4C-5654-46CA-8A29-CC0EF051D01B}" srcOrd="13" destOrd="0" presId="urn:microsoft.com/office/officeart/2005/8/layout/process5"/>
    <dgm:cxn modelId="{E50AA06A-559C-4ED7-8A72-0FAB08130A8C}" type="presParOf" srcId="{81E49D4C-5654-46CA-8A29-CC0EF051D01B}" destId="{95524382-51D0-4815-A5BC-98A0C409D56D}" srcOrd="0" destOrd="0" presId="urn:microsoft.com/office/officeart/2005/8/layout/process5"/>
    <dgm:cxn modelId="{085DC8DB-EC77-400A-A3BF-B4EF72144570}" type="presParOf" srcId="{1411D3DF-2E25-4C25-8437-2ED9F8C4453A}" destId="{46A95FB9-F049-4B2B-A0B6-A39D0CD47D26}" srcOrd="14" destOrd="0" presId="urn:microsoft.com/office/officeart/2005/8/layout/process5"/>
    <dgm:cxn modelId="{1ED7E503-D0BC-4B05-AF4F-45CEF8670BB1}" type="presParOf" srcId="{1411D3DF-2E25-4C25-8437-2ED9F8C4453A}" destId="{AFE8973D-5CEF-4A09-BFDA-04D26F2E1AEB}" srcOrd="15" destOrd="0" presId="urn:microsoft.com/office/officeart/2005/8/layout/process5"/>
    <dgm:cxn modelId="{2583E963-761A-4980-9D96-6CB1607DB6F7}" type="presParOf" srcId="{AFE8973D-5CEF-4A09-BFDA-04D26F2E1AEB}" destId="{DC98A06A-6F01-4427-A11B-8165743231D3}" srcOrd="0" destOrd="0" presId="urn:microsoft.com/office/officeart/2005/8/layout/process5"/>
    <dgm:cxn modelId="{6750A7A8-5377-402B-8541-DBA5F9ADB13B}" type="presParOf" srcId="{1411D3DF-2E25-4C25-8437-2ED9F8C4453A}" destId="{B3E82608-3A74-4E82-A14C-3C456B5CAE09}" srcOrd="16" destOrd="0" presId="urn:microsoft.com/office/officeart/2005/8/layout/process5"/>
    <dgm:cxn modelId="{2AC7D37D-F077-467B-81EA-30A518841E51}" type="presParOf" srcId="{1411D3DF-2E25-4C25-8437-2ED9F8C4453A}" destId="{0B33D1F0-A7E6-4303-8FA0-19BEB3E50EAB}" srcOrd="17" destOrd="0" presId="urn:microsoft.com/office/officeart/2005/8/layout/process5"/>
    <dgm:cxn modelId="{15680F64-2CDB-4596-A4E8-34C2BC19AD12}" type="presParOf" srcId="{0B33D1F0-A7E6-4303-8FA0-19BEB3E50EAB}" destId="{3F9F350A-160F-40B5-9891-484BA707738B}" srcOrd="0" destOrd="0" presId="urn:microsoft.com/office/officeart/2005/8/layout/process5"/>
    <dgm:cxn modelId="{6ADF545F-79C2-48DC-B99D-F0933F8E6DBB}" type="presParOf" srcId="{1411D3DF-2E25-4C25-8437-2ED9F8C4453A}" destId="{2E739ED9-40EB-4BA3-9C9E-54A7A3AFA18C}" srcOrd="18" destOrd="0" presId="urn:microsoft.com/office/officeart/2005/8/layout/process5"/>
    <dgm:cxn modelId="{C7B4B958-A038-4699-9514-024358A55C95}" type="presParOf" srcId="{1411D3DF-2E25-4C25-8437-2ED9F8C4453A}" destId="{8C4A67BD-0AB1-4610-AFA9-AB302750CA33}" srcOrd="19" destOrd="0" presId="urn:microsoft.com/office/officeart/2005/8/layout/process5"/>
    <dgm:cxn modelId="{DE1D8DAF-6031-436E-A555-38729F8339C1}" type="presParOf" srcId="{8C4A67BD-0AB1-4610-AFA9-AB302750CA33}" destId="{200C7A71-4A04-4EFC-8404-476E0F8C7D13}" srcOrd="0" destOrd="0" presId="urn:microsoft.com/office/officeart/2005/8/layout/process5"/>
    <dgm:cxn modelId="{22F0225A-4860-4279-974B-10BC0848AE8B}" type="presParOf" srcId="{1411D3DF-2E25-4C25-8437-2ED9F8C4453A}" destId="{F38D58E7-9578-4B4C-AEE0-219A77E04FD4}" srcOrd="20" destOrd="0" presId="urn:microsoft.com/office/officeart/2005/8/layout/process5"/>
    <dgm:cxn modelId="{05563EA0-28C0-4292-8E2C-D6CCBAE3AF94}" type="presParOf" srcId="{1411D3DF-2E25-4C25-8437-2ED9F8C4453A}" destId="{6737B527-4DC6-41E3-904A-ABE3C27C371B}" srcOrd="21" destOrd="0" presId="urn:microsoft.com/office/officeart/2005/8/layout/process5"/>
    <dgm:cxn modelId="{AA6389BF-08F9-4C1F-8A6E-6F72EDF2CD41}" type="presParOf" srcId="{6737B527-4DC6-41E3-904A-ABE3C27C371B}" destId="{0BF04E96-B0CB-4EBE-9628-DB5753DE5C3B}" srcOrd="0" destOrd="0" presId="urn:microsoft.com/office/officeart/2005/8/layout/process5"/>
    <dgm:cxn modelId="{16501517-F963-424C-AE21-7439D1438B2A}" type="presParOf" srcId="{1411D3DF-2E25-4C25-8437-2ED9F8C4453A}" destId="{4363CDB4-8DB7-453F-A93B-9F71E6D53AF0}" srcOrd="22" destOrd="0" presId="urn:microsoft.com/office/officeart/2005/8/layout/process5"/>
    <dgm:cxn modelId="{66972A7F-C47E-40B4-B935-E493F93A0C47}" type="presParOf" srcId="{1411D3DF-2E25-4C25-8437-2ED9F8C4453A}" destId="{3E32A16E-9A57-4785-9F7C-A8EAE8C8CC28}" srcOrd="23" destOrd="0" presId="urn:microsoft.com/office/officeart/2005/8/layout/process5"/>
    <dgm:cxn modelId="{FEA9B91A-AAFC-4D75-9632-0F6BEE8FD844}" type="presParOf" srcId="{3E32A16E-9A57-4785-9F7C-A8EAE8C8CC28}" destId="{2675B786-910D-46FE-B3ED-6F4BEB5EA6D2}" srcOrd="0" destOrd="0" presId="urn:microsoft.com/office/officeart/2005/8/layout/process5"/>
    <dgm:cxn modelId="{0B403FBE-D4D0-4271-ABF0-7787B1F3EAF9}" type="presParOf" srcId="{1411D3DF-2E25-4C25-8437-2ED9F8C4453A}" destId="{577C5F0B-9DEF-40DC-BD85-44683A662F4B}" srcOrd="24" destOrd="0" presId="urn:microsoft.com/office/officeart/2005/8/layout/process5"/>
    <dgm:cxn modelId="{C7D0F4E6-3140-4368-AACC-468E4B3D20DE}" type="presParOf" srcId="{1411D3DF-2E25-4C25-8437-2ED9F8C4453A}" destId="{91AE4411-0827-4F18-8C4F-5823A053391F}" srcOrd="25" destOrd="0" presId="urn:microsoft.com/office/officeart/2005/8/layout/process5"/>
    <dgm:cxn modelId="{5EADD6AD-6D2B-41B2-AAC7-3DD9CFE8A1BA}" type="presParOf" srcId="{91AE4411-0827-4F18-8C4F-5823A053391F}" destId="{A76676E4-182C-4850-8DEA-4D12E1782F68}" srcOrd="0" destOrd="0" presId="urn:microsoft.com/office/officeart/2005/8/layout/process5"/>
    <dgm:cxn modelId="{3508B280-E920-432A-B62A-21527C873D13}" type="presParOf" srcId="{1411D3DF-2E25-4C25-8437-2ED9F8C4453A}" destId="{A5EE0C48-0BED-4C87-B357-BD48A599DC47}" srcOrd="26" destOrd="0" presId="urn:microsoft.com/office/officeart/2005/8/layout/process5"/>
    <dgm:cxn modelId="{978CF3DB-063E-4AD2-9080-10841546DDB2}" type="presParOf" srcId="{1411D3DF-2E25-4C25-8437-2ED9F8C4453A}" destId="{3E9BF3F9-1524-4291-9392-502A66C24FD7}" srcOrd="27" destOrd="0" presId="urn:microsoft.com/office/officeart/2005/8/layout/process5"/>
    <dgm:cxn modelId="{C3A47F61-A552-4E38-8711-DAA59902F36D}" type="presParOf" srcId="{3E9BF3F9-1524-4291-9392-502A66C24FD7}" destId="{BD2D8AD3-0105-4301-89F9-14C6D56F1779}" srcOrd="0" destOrd="0" presId="urn:microsoft.com/office/officeart/2005/8/layout/process5"/>
    <dgm:cxn modelId="{8E931AA2-2B1F-4BAA-940D-E5F43AFB9300}" type="presParOf" srcId="{1411D3DF-2E25-4C25-8437-2ED9F8C4453A}" destId="{A12E6E5A-669F-4739-8C97-CA3C3D28F196}" srcOrd="28" destOrd="0" presId="urn:microsoft.com/office/officeart/2005/8/layout/process5"/>
    <dgm:cxn modelId="{2208ED78-372A-4D8B-950B-2EDFDD8AA0F5}" type="presParOf" srcId="{1411D3DF-2E25-4C25-8437-2ED9F8C4453A}" destId="{221028C7-B8FF-4470-8734-7F77A83CF54F}" srcOrd="29" destOrd="0" presId="urn:microsoft.com/office/officeart/2005/8/layout/process5"/>
    <dgm:cxn modelId="{8E647564-735D-4245-A445-C1765357F0EC}" type="presParOf" srcId="{221028C7-B8FF-4470-8734-7F77A83CF54F}" destId="{877F8811-7094-46F1-942D-81C70DA7B892}" srcOrd="0" destOrd="0" presId="urn:microsoft.com/office/officeart/2005/8/layout/process5"/>
    <dgm:cxn modelId="{47E6EF4A-822E-41BF-9BB8-E35E21751828}" type="presParOf" srcId="{1411D3DF-2E25-4C25-8437-2ED9F8C4453A}" destId="{6221D1F8-C31A-4A9B-9262-A87F20060D26}" srcOrd="30" destOrd="0" presId="urn:microsoft.com/office/officeart/2005/8/layout/process5"/>
    <dgm:cxn modelId="{FD1B0318-A2C1-4A96-B676-D7E1D3DC1D2E}" type="presParOf" srcId="{1411D3DF-2E25-4C25-8437-2ED9F8C4453A}" destId="{FB32020B-EFEE-406B-A861-A4E5318076F2}" srcOrd="31" destOrd="0" presId="urn:microsoft.com/office/officeart/2005/8/layout/process5"/>
    <dgm:cxn modelId="{F2132ACA-2785-457D-B601-FC8C2CB89235}" type="presParOf" srcId="{FB32020B-EFEE-406B-A861-A4E5318076F2}" destId="{D5FC3384-D603-4F2C-82DD-C102A3D80A23}" srcOrd="0" destOrd="0" presId="urn:microsoft.com/office/officeart/2005/8/layout/process5"/>
    <dgm:cxn modelId="{90803454-D778-48CD-A92B-A8ABCEB4DDD1}" type="presParOf" srcId="{1411D3DF-2E25-4C25-8437-2ED9F8C4453A}" destId="{F5532D6D-AFE2-4FBF-B811-AC3608176530}" srcOrd="32" destOrd="0" presId="urn:microsoft.com/office/officeart/2005/8/layout/process5"/>
    <dgm:cxn modelId="{4DA3FDE3-5658-4F80-A404-B2115CA4A55C}" type="presParOf" srcId="{1411D3DF-2E25-4C25-8437-2ED9F8C4453A}" destId="{C0BFA30F-422F-43B7-B7B1-314CE523CBE5}" srcOrd="33" destOrd="0" presId="urn:microsoft.com/office/officeart/2005/8/layout/process5"/>
    <dgm:cxn modelId="{D2EC9484-2F6F-4DD5-871C-54160CFB28B0}" type="presParOf" srcId="{C0BFA30F-422F-43B7-B7B1-314CE523CBE5}" destId="{A26BEE13-A901-4DD7-B426-FF9C0B08D8C7}" srcOrd="0" destOrd="0" presId="urn:microsoft.com/office/officeart/2005/8/layout/process5"/>
    <dgm:cxn modelId="{F2F48AA9-2A8B-4E35-842B-6580FBAB7B57}" type="presParOf" srcId="{1411D3DF-2E25-4C25-8437-2ED9F8C4453A}" destId="{4392318D-4109-40A5-9384-D24FD97457B1}" srcOrd="34" destOrd="0" presId="urn:microsoft.com/office/officeart/2005/8/layout/process5"/>
    <dgm:cxn modelId="{180903BD-17DC-4C31-934B-DB19C9478FAF}" type="presParOf" srcId="{1411D3DF-2E25-4C25-8437-2ED9F8C4453A}" destId="{29589992-9CD4-42F1-B71A-BD961736999B}" srcOrd="35" destOrd="0" presId="urn:microsoft.com/office/officeart/2005/8/layout/process5"/>
    <dgm:cxn modelId="{826E7157-7D4B-43FC-9AC6-265BE5293293}" type="presParOf" srcId="{29589992-9CD4-42F1-B71A-BD961736999B}" destId="{EA4EB4DD-1925-48A9-8C90-70410B5AACC1}" srcOrd="0" destOrd="0" presId="urn:microsoft.com/office/officeart/2005/8/layout/process5"/>
    <dgm:cxn modelId="{D45F227A-DE08-442F-B331-5FBBEF922251}" type="presParOf" srcId="{1411D3DF-2E25-4C25-8437-2ED9F8C4453A}" destId="{B8F0CD0C-2725-4183-8DA3-54A6EA33438A}" srcOrd="36" destOrd="0" presId="urn:microsoft.com/office/officeart/2005/8/layout/process5"/>
    <dgm:cxn modelId="{861CF682-58AE-4C14-A2E4-787A8CAEA0F2}" type="presParOf" srcId="{1411D3DF-2E25-4C25-8437-2ED9F8C4453A}" destId="{9E97C9E9-1E4B-4DE7-A55F-A2CF02442E8D}" srcOrd="37" destOrd="0" presId="urn:microsoft.com/office/officeart/2005/8/layout/process5"/>
    <dgm:cxn modelId="{99C66448-9903-4090-AED8-345DD13A20A7}" type="presParOf" srcId="{9E97C9E9-1E4B-4DE7-A55F-A2CF02442E8D}" destId="{169791DB-BD0A-4FE3-8CF1-F9ADB736B8E9}" srcOrd="0" destOrd="0" presId="urn:microsoft.com/office/officeart/2005/8/layout/process5"/>
    <dgm:cxn modelId="{2FD7C336-3066-456A-8687-90068E84D5D8}" type="presParOf" srcId="{1411D3DF-2E25-4C25-8437-2ED9F8C4453A}" destId="{976CC6E0-7FA5-4728-9878-56252C2BFFD9}" srcOrd="38" destOrd="0" presId="urn:microsoft.com/office/officeart/2005/8/layout/process5"/>
    <dgm:cxn modelId="{F22B0102-9A9D-4AE9-A8A3-B090B688EE0C}" type="presParOf" srcId="{1411D3DF-2E25-4C25-8437-2ED9F8C4453A}" destId="{A7E0F943-9DC9-448E-9F86-495CC8E90B4D}" srcOrd="39" destOrd="0" presId="urn:microsoft.com/office/officeart/2005/8/layout/process5"/>
    <dgm:cxn modelId="{A36EBF44-1A23-49E9-8397-4182389FE253}" type="presParOf" srcId="{A7E0F943-9DC9-448E-9F86-495CC8E90B4D}" destId="{60E3AACD-6E51-4EE7-B185-26451E298D36}" srcOrd="0" destOrd="0" presId="urn:microsoft.com/office/officeart/2005/8/layout/process5"/>
    <dgm:cxn modelId="{19C8B77F-6B21-4362-89B9-2CE01B0804F5}" type="presParOf" srcId="{1411D3DF-2E25-4C25-8437-2ED9F8C4453A}" destId="{FA4FB7EA-5244-4E24-ACE7-2D5EE3922DFD}" srcOrd="40" destOrd="0" presId="urn:microsoft.com/office/officeart/2005/8/layout/process5"/>
    <dgm:cxn modelId="{BBB0CC04-F316-4276-8F59-C2550BC94C74}" type="presParOf" srcId="{1411D3DF-2E25-4C25-8437-2ED9F8C4453A}" destId="{6DA03AF1-990B-46CD-ADAC-919014D542E4}" srcOrd="41" destOrd="0" presId="urn:microsoft.com/office/officeart/2005/8/layout/process5"/>
    <dgm:cxn modelId="{84F6FF56-83A5-4309-B898-0976AF79A4BD}" type="presParOf" srcId="{6DA03AF1-990B-46CD-ADAC-919014D542E4}" destId="{C09CAAD8-AD12-47DB-9DE1-95126A971BA7}" srcOrd="0" destOrd="0" presId="urn:microsoft.com/office/officeart/2005/8/layout/process5"/>
    <dgm:cxn modelId="{00BB2341-FB9F-4703-8277-D0C237A92CD7}" type="presParOf" srcId="{1411D3DF-2E25-4C25-8437-2ED9F8C4453A}" destId="{C772CF39-7546-4B8C-A865-54EC96460DB7}" srcOrd="42" destOrd="0" presId="urn:microsoft.com/office/officeart/2005/8/layout/process5"/>
    <dgm:cxn modelId="{EBF14875-C8AC-4475-BC59-AD770BB9D442}" type="presParOf" srcId="{1411D3DF-2E25-4C25-8437-2ED9F8C4453A}" destId="{D1377400-0961-4AA3-B603-D13422B9283F}" srcOrd="43" destOrd="0" presId="urn:microsoft.com/office/officeart/2005/8/layout/process5"/>
    <dgm:cxn modelId="{08416510-BB1E-4634-BBE9-A9DFBC147C14}" type="presParOf" srcId="{D1377400-0961-4AA3-B603-D13422B9283F}" destId="{404767C2-EF19-4629-8371-652BC7CC28EE}" srcOrd="0" destOrd="0" presId="urn:microsoft.com/office/officeart/2005/8/layout/process5"/>
    <dgm:cxn modelId="{19FAD32D-1524-4CE3-8A21-7F1D2E294BC6}" type="presParOf" srcId="{1411D3DF-2E25-4C25-8437-2ED9F8C4453A}" destId="{664519D8-18A5-40CD-AB07-FB89FE8438F6}" srcOrd="44" destOrd="0" presId="urn:microsoft.com/office/officeart/2005/8/layout/process5"/>
    <dgm:cxn modelId="{5CB37BBA-5326-4099-81DB-4D48190F6BA1}" type="presParOf" srcId="{1411D3DF-2E25-4C25-8437-2ED9F8C4453A}" destId="{DB2EB31C-0CA4-4DD4-9E44-BE06D8B2D339}" srcOrd="45" destOrd="0" presId="urn:microsoft.com/office/officeart/2005/8/layout/process5"/>
    <dgm:cxn modelId="{8A90515A-0D62-4C34-9769-8F1D8423E1E7}" type="presParOf" srcId="{DB2EB31C-0CA4-4DD4-9E44-BE06D8B2D339}" destId="{97358F04-810D-4B57-ACCA-BD985BEE2BCD}" srcOrd="0" destOrd="0" presId="urn:microsoft.com/office/officeart/2005/8/layout/process5"/>
    <dgm:cxn modelId="{B5EAC8CE-1B09-41D5-B579-1A55B232948E}" type="presParOf" srcId="{1411D3DF-2E25-4C25-8437-2ED9F8C4453A}" destId="{F59D2FF5-4744-48DB-A3AE-7662F7A2BE07}" srcOrd="46" destOrd="0" presId="urn:microsoft.com/office/officeart/2005/8/layout/process5"/>
    <dgm:cxn modelId="{DC9FCD41-F49E-477B-844D-6D6EFB48282E}" type="presParOf" srcId="{1411D3DF-2E25-4C25-8437-2ED9F8C4453A}" destId="{1C871536-945A-4A9F-A2AD-00FEBF905A38}" srcOrd="47" destOrd="0" presId="urn:microsoft.com/office/officeart/2005/8/layout/process5"/>
    <dgm:cxn modelId="{7B02E3F8-02D0-42BF-B137-4536D7885F12}" type="presParOf" srcId="{1C871536-945A-4A9F-A2AD-00FEBF905A38}" destId="{8487A958-8416-4183-A063-A1059C0DBF57}" srcOrd="0" destOrd="0" presId="urn:microsoft.com/office/officeart/2005/8/layout/process5"/>
    <dgm:cxn modelId="{9CBBD4AF-0E33-4735-A063-1763061668F2}" type="presParOf" srcId="{1411D3DF-2E25-4C25-8437-2ED9F8C4453A}" destId="{57C29749-B510-409C-B913-3799953FFD6F}" srcOrd="48" destOrd="0" presId="urn:microsoft.com/office/officeart/2005/8/layout/process5"/>
    <dgm:cxn modelId="{E66CD6EB-15D6-4E2C-9F55-19B2F6B3CCA9}" type="presParOf" srcId="{1411D3DF-2E25-4C25-8437-2ED9F8C4453A}" destId="{19056330-A457-4D8B-BF14-496EDC54A4EB}" srcOrd="49" destOrd="0" presId="urn:microsoft.com/office/officeart/2005/8/layout/process5"/>
    <dgm:cxn modelId="{360A5ED2-3178-47F0-BEB6-3123D10308B1}" type="presParOf" srcId="{19056330-A457-4D8B-BF14-496EDC54A4EB}" destId="{572475CB-25A4-485F-80DE-DBAB3A72999A}" srcOrd="0" destOrd="0" presId="urn:microsoft.com/office/officeart/2005/8/layout/process5"/>
    <dgm:cxn modelId="{A8B01E0D-BAEF-4989-AC5C-7825CE8BE1EA}" type="presParOf" srcId="{1411D3DF-2E25-4C25-8437-2ED9F8C4453A}" destId="{45A77859-F4C8-4C70-8472-060602506782}" srcOrd="50" destOrd="0" presId="urn:microsoft.com/office/officeart/2005/8/layout/process5"/>
    <dgm:cxn modelId="{54AA83B1-9539-4FD3-A396-ED1BA6D9D336}" type="presParOf" srcId="{1411D3DF-2E25-4C25-8437-2ED9F8C4453A}" destId="{88980132-BB17-42D9-8EF0-E65277747692}" srcOrd="51" destOrd="0" presId="urn:microsoft.com/office/officeart/2005/8/layout/process5"/>
    <dgm:cxn modelId="{0FF0D02E-A1FD-46DC-958F-7B901B1341C2}" type="presParOf" srcId="{88980132-BB17-42D9-8EF0-E65277747692}" destId="{C39252FB-BF63-463C-B8F6-1D7FBFE9037C}" srcOrd="0" destOrd="0" presId="urn:microsoft.com/office/officeart/2005/8/layout/process5"/>
    <dgm:cxn modelId="{75E36FB7-FAF5-4815-B068-BDDDC5DEEA7A}" type="presParOf" srcId="{1411D3DF-2E25-4C25-8437-2ED9F8C4453A}" destId="{8BD2E896-F802-4681-9E82-FE9F2CB78E5A}" srcOrd="52" destOrd="0" presId="urn:microsoft.com/office/officeart/2005/8/layout/process5"/>
    <dgm:cxn modelId="{3E78156C-182C-4ADE-BF31-D8D3D1396280}" type="presParOf" srcId="{1411D3DF-2E25-4C25-8437-2ED9F8C4453A}" destId="{ED704B1C-E762-4EB8-BB4F-4FD8C4EEDA69}" srcOrd="53" destOrd="0" presId="urn:microsoft.com/office/officeart/2005/8/layout/process5"/>
    <dgm:cxn modelId="{EDDF056C-89BC-4CA0-987C-AD0BCA9A0BCE}" type="presParOf" srcId="{ED704B1C-E762-4EB8-BB4F-4FD8C4EEDA69}" destId="{7F3171B9-FC2B-4F9A-BB51-9314341B70E5}" srcOrd="0" destOrd="0" presId="urn:microsoft.com/office/officeart/2005/8/layout/process5"/>
    <dgm:cxn modelId="{E6482C7B-EF1D-4585-B496-078035CF1261}" type="presParOf" srcId="{1411D3DF-2E25-4C25-8437-2ED9F8C4453A}" destId="{A9C18906-9847-40E8-B0A6-1227E588C5ED}" srcOrd="54" destOrd="0" presId="urn:microsoft.com/office/officeart/2005/8/layout/process5"/>
    <dgm:cxn modelId="{AA769247-08D8-4745-A397-78BED0CA71B6}" type="presParOf" srcId="{1411D3DF-2E25-4C25-8437-2ED9F8C4453A}" destId="{1E3FDD6D-6FEA-48BA-A488-D2CB373EE568}" srcOrd="55" destOrd="0" presId="urn:microsoft.com/office/officeart/2005/8/layout/process5"/>
    <dgm:cxn modelId="{E7F0F171-E63A-494F-8E28-4EF817BE4E34}" type="presParOf" srcId="{1E3FDD6D-6FEA-48BA-A488-D2CB373EE568}" destId="{6469AB9D-775C-4893-AEFE-105909BA6006}" srcOrd="0" destOrd="0" presId="urn:microsoft.com/office/officeart/2005/8/layout/process5"/>
    <dgm:cxn modelId="{BAFDC14D-00D9-4862-83A7-66EC3513B5FB}" type="presParOf" srcId="{1411D3DF-2E25-4C25-8437-2ED9F8C4453A}" destId="{65A4FC41-E1D4-46D7-9278-479FA47B5B95}" srcOrd="56" destOrd="0" presId="urn:microsoft.com/office/officeart/2005/8/layout/process5"/>
    <dgm:cxn modelId="{09F8B652-B589-4042-A418-13350B5B0D26}" type="presParOf" srcId="{1411D3DF-2E25-4C25-8437-2ED9F8C4453A}" destId="{147CA277-4CAC-4B63-A15A-5BFDC0B11B37}" srcOrd="57" destOrd="0" presId="urn:microsoft.com/office/officeart/2005/8/layout/process5"/>
    <dgm:cxn modelId="{5170FE51-E799-489B-989E-3387D6F3C091}" type="presParOf" srcId="{147CA277-4CAC-4B63-A15A-5BFDC0B11B37}" destId="{5CBD1244-820E-4CEF-AE55-A4FAE8287331}" srcOrd="0" destOrd="0" presId="urn:microsoft.com/office/officeart/2005/8/layout/process5"/>
    <dgm:cxn modelId="{F5ADA700-3BB8-48EF-A3BE-D2C2353F763A}" type="presParOf" srcId="{1411D3DF-2E25-4C25-8437-2ED9F8C4453A}" destId="{9FA6750E-E632-45BC-918F-067FC9A942DD}" srcOrd="5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D55A9E-A742-4EA2-881B-7D260751979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3D52CEA-88AC-43C7-8A0C-A258A1EF12E9}">
      <dgm:prSet custT="1"/>
      <dgm:spPr/>
      <dgm:t>
        <a:bodyPr/>
        <a:lstStyle/>
        <a:p>
          <a:r>
            <a:rPr lang="en-US" sz="800" dirty="0"/>
            <a:t>User question: “How many two-ounce sunscreen bottles should I bring for my Florida vacation?”</a:t>
          </a:r>
        </a:p>
      </dgm:t>
    </dgm:pt>
    <dgm:pt modelId="{83E09896-9B9A-426A-AEEB-0B6F1B04168A}" type="parTrans" cxnId="{8FA40934-0CD5-4F43-8904-8C4751F07072}">
      <dgm:prSet/>
      <dgm:spPr/>
      <dgm:t>
        <a:bodyPr/>
        <a:lstStyle/>
        <a:p>
          <a:endParaRPr lang="en-US"/>
        </a:p>
      </dgm:t>
    </dgm:pt>
    <dgm:pt modelId="{AE69424C-A087-4649-BBC8-66BA51FFCB20}" type="sibTrans" cxnId="{8FA40934-0CD5-4F43-8904-8C4751F07072}">
      <dgm:prSet/>
      <dgm:spPr/>
      <dgm:t>
        <a:bodyPr/>
        <a:lstStyle/>
        <a:p>
          <a:endParaRPr lang="en-US"/>
        </a:p>
      </dgm:t>
    </dgm:pt>
    <dgm:pt modelId="{ACF33482-8DD2-4669-97E6-DB84AF4EC160}">
      <dgm:prSet custT="1"/>
      <dgm:spPr/>
      <dgm:t>
        <a:bodyPr/>
        <a:lstStyle/>
        <a:p>
          <a:r>
            <a:rPr lang="en-US" sz="800" dirty="0"/>
            <a:t>This requires multiple steps:</a:t>
          </a:r>
        </a:p>
      </dgm:t>
    </dgm:pt>
    <dgm:pt modelId="{0E83B09F-7E47-4436-85AB-A01A8E4D7ED6}" type="parTrans" cxnId="{8C3A6412-E338-4B77-A107-B2EA37DA781F}">
      <dgm:prSet/>
      <dgm:spPr/>
      <dgm:t>
        <a:bodyPr/>
        <a:lstStyle/>
        <a:p>
          <a:endParaRPr lang="en-US"/>
        </a:p>
      </dgm:t>
    </dgm:pt>
    <dgm:pt modelId="{70FAE14B-8A00-4D49-B5C0-BDE5CF78133F}" type="sibTrans" cxnId="{8C3A6412-E338-4B77-A107-B2EA37DA781F}">
      <dgm:prSet/>
      <dgm:spPr/>
      <dgm:t>
        <a:bodyPr/>
        <a:lstStyle/>
        <a:p>
          <a:endParaRPr lang="en-US"/>
        </a:p>
      </dgm:t>
    </dgm:pt>
    <dgm:pt modelId="{F99485AF-E5BF-48B4-B867-815E228E009D}">
      <dgm:prSet custT="1"/>
      <dgm:spPr/>
      <dgm:t>
        <a:bodyPr/>
        <a:lstStyle/>
        <a:p>
          <a:r>
            <a:rPr lang="en-US" sz="700" dirty="0"/>
            <a:t>Determine number of vacation days.</a:t>
          </a:r>
        </a:p>
      </dgm:t>
    </dgm:pt>
    <dgm:pt modelId="{CA36A272-6E24-41B3-B9A2-5F2AEBEBDA34}" type="parTrans" cxnId="{756ACBC9-6A58-4137-BF59-1A811E1FD907}">
      <dgm:prSet/>
      <dgm:spPr/>
      <dgm:t>
        <a:bodyPr/>
        <a:lstStyle/>
        <a:p>
          <a:endParaRPr lang="en-US"/>
        </a:p>
      </dgm:t>
    </dgm:pt>
    <dgm:pt modelId="{E7028C4E-0C6F-4E15-AE7A-AA14B38ADC43}" type="sibTrans" cxnId="{756ACBC9-6A58-4137-BF59-1A811E1FD907}">
      <dgm:prSet/>
      <dgm:spPr/>
      <dgm:t>
        <a:bodyPr/>
        <a:lstStyle/>
        <a:p>
          <a:endParaRPr lang="en-US"/>
        </a:p>
      </dgm:t>
    </dgm:pt>
    <dgm:pt modelId="{75B07E0A-8B26-481B-90E0-BCC37F93EC7B}">
      <dgm:prSet custT="1"/>
      <dgm:spPr/>
      <dgm:t>
        <a:bodyPr/>
        <a:lstStyle/>
        <a:p>
          <a:r>
            <a:rPr lang="en-US" sz="700" dirty="0"/>
            <a:t>Estimate hours of sun exposure.</a:t>
          </a:r>
        </a:p>
      </dgm:t>
    </dgm:pt>
    <dgm:pt modelId="{E422C46D-0E28-43BD-BBB6-B2B7DA72C3BF}" type="parTrans" cxnId="{8E8F662E-06AD-4704-9CEF-6437CF58B5C0}">
      <dgm:prSet/>
      <dgm:spPr/>
      <dgm:t>
        <a:bodyPr/>
        <a:lstStyle/>
        <a:p>
          <a:endParaRPr lang="en-US"/>
        </a:p>
      </dgm:t>
    </dgm:pt>
    <dgm:pt modelId="{DA42A8C7-BC6A-41D2-9C69-3E3A5E42E23B}" type="sibTrans" cxnId="{8E8F662E-06AD-4704-9CEF-6437CF58B5C0}">
      <dgm:prSet/>
      <dgm:spPr/>
      <dgm:t>
        <a:bodyPr/>
        <a:lstStyle/>
        <a:p>
          <a:endParaRPr lang="en-US"/>
        </a:p>
      </dgm:t>
    </dgm:pt>
    <dgm:pt modelId="{0EDCECDB-7567-4274-99CD-2C99D861752E}">
      <dgm:prSet/>
      <dgm:spPr/>
      <dgm:t>
        <a:bodyPr/>
        <a:lstStyle/>
        <a:p>
          <a:r>
            <a:rPr lang="en-US" dirty="0"/>
            <a:t>Possible data sources:</a:t>
          </a:r>
        </a:p>
      </dgm:t>
    </dgm:pt>
    <dgm:pt modelId="{A95F8AB7-367B-4716-B0CF-FD5F18BCEE3A}" type="parTrans" cxnId="{518C8DCE-9127-4874-B492-3BC6AAD75087}">
      <dgm:prSet/>
      <dgm:spPr/>
      <dgm:t>
        <a:bodyPr/>
        <a:lstStyle/>
        <a:p>
          <a:endParaRPr lang="en-US"/>
        </a:p>
      </dgm:t>
    </dgm:pt>
    <dgm:pt modelId="{52154D9C-9B21-4A54-97AA-78DC286E9524}" type="sibTrans" cxnId="{518C8DCE-9127-4874-B492-3BC6AAD75087}">
      <dgm:prSet/>
      <dgm:spPr/>
      <dgm:t>
        <a:bodyPr/>
        <a:lstStyle/>
        <a:p>
          <a:endParaRPr lang="en-US"/>
        </a:p>
      </dgm:t>
    </dgm:pt>
    <dgm:pt modelId="{A6259536-F97B-4099-8C9E-B0967DC5F835}">
      <dgm:prSet custT="1"/>
      <dgm:spPr/>
      <dgm:t>
        <a:bodyPr/>
        <a:lstStyle/>
        <a:p>
          <a:r>
            <a:rPr lang="en-US" sz="800" dirty="0"/>
            <a:t>Personal vacation database, Weather forecasts, Public health recommendations, Calculator tools</a:t>
          </a:r>
        </a:p>
      </dgm:t>
    </dgm:pt>
    <dgm:pt modelId="{5BF3B06A-C990-48E3-8E76-D79386CC1C65}" type="parTrans" cxnId="{CB6FF68D-4273-434C-B821-DBE8023A6E65}">
      <dgm:prSet/>
      <dgm:spPr/>
      <dgm:t>
        <a:bodyPr/>
        <a:lstStyle/>
        <a:p>
          <a:endParaRPr lang="en-US"/>
        </a:p>
      </dgm:t>
    </dgm:pt>
    <dgm:pt modelId="{4838EF2C-FDF2-4C61-8FDD-A01295A47842}" type="sibTrans" cxnId="{CB6FF68D-4273-434C-B821-DBE8023A6E65}">
      <dgm:prSet/>
      <dgm:spPr/>
      <dgm:t>
        <a:bodyPr/>
        <a:lstStyle/>
        <a:p>
          <a:endParaRPr lang="en-US"/>
        </a:p>
      </dgm:t>
    </dgm:pt>
    <dgm:pt modelId="{0A8FA01C-7CD1-404B-9731-C85C8532D31B}">
      <dgm:prSet/>
      <dgm:spPr/>
      <dgm:t>
        <a:bodyPr/>
        <a:lstStyle/>
        <a:p>
          <a:r>
            <a:rPr lang="en-US" dirty="0"/>
            <a:t>Why Agents Are Powerful ?</a:t>
          </a:r>
        </a:p>
      </dgm:t>
    </dgm:pt>
    <dgm:pt modelId="{E84D2F43-4D91-4256-B74E-6C425587F78B}" type="parTrans" cxnId="{1C0FA65C-D850-47E0-B022-2E9588E28444}">
      <dgm:prSet/>
      <dgm:spPr/>
      <dgm:t>
        <a:bodyPr/>
        <a:lstStyle/>
        <a:p>
          <a:endParaRPr lang="en-US"/>
        </a:p>
      </dgm:t>
    </dgm:pt>
    <dgm:pt modelId="{1C1E3FBF-55BB-4B0E-B613-006D7B0337DF}" type="sibTrans" cxnId="{1C0FA65C-D850-47E0-B022-2E9588E28444}">
      <dgm:prSet/>
      <dgm:spPr/>
      <dgm:t>
        <a:bodyPr/>
        <a:lstStyle/>
        <a:p>
          <a:endParaRPr lang="en-US"/>
        </a:p>
      </dgm:t>
    </dgm:pt>
    <dgm:pt modelId="{A7080637-630F-46C1-9EF1-D3FE46D4C5A0}">
      <dgm:prSet/>
      <dgm:spPr/>
      <dgm:t>
        <a:bodyPr/>
        <a:lstStyle/>
        <a:p>
          <a:r>
            <a:rPr lang="en-US" dirty="0"/>
            <a:t>Agents can explore multiple solution paths.</a:t>
          </a:r>
        </a:p>
      </dgm:t>
    </dgm:pt>
    <dgm:pt modelId="{97DE035D-550D-43A3-8C08-2D3FA22F9FE6}" type="parTrans" cxnId="{45B9C361-1E86-4306-9C34-84729FD13FEC}">
      <dgm:prSet/>
      <dgm:spPr/>
      <dgm:t>
        <a:bodyPr/>
        <a:lstStyle/>
        <a:p>
          <a:endParaRPr lang="en-US"/>
        </a:p>
      </dgm:t>
    </dgm:pt>
    <dgm:pt modelId="{0311697B-8C3D-4CFF-8A21-A637DE27BBB5}" type="sibTrans" cxnId="{45B9C361-1E86-4306-9C34-84729FD13FEC}">
      <dgm:prSet/>
      <dgm:spPr/>
      <dgm:t>
        <a:bodyPr/>
        <a:lstStyle/>
        <a:p>
          <a:endParaRPr lang="en-US"/>
        </a:p>
      </dgm:t>
    </dgm:pt>
    <dgm:pt modelId="{366E4E37-D765-4DA6-9AB7-45DAC58493C3}">
      <dgm:prSet/>
      <dgm:spPr/>
      <dgm:t>
        <a:bodyPr/>
        <a:lstStyle/>
        <a:p>
          <a:r>
            <a:rPr lang="en-US" dirty="0"/>
            <a:t>Systems become more flexible and modular.</a:t>
          </a:r>
        </a:p>
      </dgm:t>
    </dgm:pt>
    <dgm:pt modelId="{2416E211-D47A-43C4-8561-E8DE65770721}" type="parTrans" cxnId="{47B0907D-62F5-4FB6-B6F4-4432C85E3D00}">
      <dgm:prSet/>
      <dgm:spPr/>
      <dgm:t>
        <a:bodyPr/>
        <a:lstStyle/>
        <a:p>
          <a:endParaRPr lang="en-US"/>
        </a:p>
      </dgm:t>
    </dgm:pt>
    <dgm:pt modelId="{510C45BC-6360-4F5D-9E1D-03E0D5499AE1}" type="sibTrans" cxnId="{47B0907D-62F5-4FB6-B6F4-4432C85E3D00}">
      <dgm:prSet/>
      <dgm:spPr/>
      <dgm:t>
        <a:bodyPr/>
        <a:lstStyle/>
        <a:p>
          <a:endParaRPr lang="en-US"/>
        </a:p>
      </dgm:t>
    </dgm:pt>
    <dgm:pt modelId="{BDFC46EE-A453-4531-BBA0-740E2560063C}">
      <dgm:prSet/>
      <dgm:spPr/>
      <dgm:t>
        <a:bodyPr/>
        <a:lstStyle/>
        <a:p>
          <a:r>
            <a:rPr lang="en-US" dirty="0"/>
            <a:t>They can solve more complex and open-ended tasks.</a:t>
          </a:r>
        </a:p>
      </dgm:t>
    </dgm:pt>
    <dgm:pt modelId="{D7F0FD5E-B635-4337-81BB-3D43FE900CC2}" type="parTrans" cxnId="{227E468C-2CE8-4954-B845-A9035D0A99B3}">
      <dgm:prSet/>
      <dgm:spPr/>
      <dgm:t>
        <a:bodyPr/>
        <a:lstStyle/>
        <a:p>
          <a:endParaRPr lang="en-US"/>
        </a:p>
      </dgm:t>
    </dgm:pt>
    <dgm:pt modelId="{118F7E98-19F3-4E2D-BAAD-839F2594E505}" type="sibTrans" cxnId="{227E468C-2CE8-4954-B845-A9035D0A99B3}">
      <dgm:prSet/>
      <dgm:spPr/>
      <dgm:t>
        <a:bodyPr/>
        <a:lstStyle/>
        <a:p>
          <a:endParaRPr lang="en-US"/>
        </a:p>
      </dgm:t>
    </dgm:pt>
    <dgm:pt modelId="{BF10E828-56B3-4B61-8E72-1EA8E905AFB1}">
      <dgm:prSet/>
      <dgm:spPr/>
      <dgm:t>
        <a:bodyPr/>
        <a:lstStyle/>
        <a:p>
          <a:r>
            <a:rPr lang="en-US" dirty="0"/>
            <a:t>Autonomy in AI Systems</a:t>
          </a:r>
        </a:p>
      </dgm:t>
    </dgm:pt>
    <dgm:pt modelId="{BCD62946-EE24-4257-906E-16611444B172}" type="parTrans" cxnId="{A002DC7A-8D14-4BF8-8D80-8C946C41F3CA}">
      <dgm:prSet/>
      <dgm:spPr/>
      <dgm:t>
        <a:bodyPr/>
        <a:lstStyle/>
        <a:p>
          <a:endParaRPr lang="en-US"/>
        </a:p>
      </dgm:t>
    </dgm:pt>
    <dgm:pt modelId="{9ADB3BA4-2D99-4005-ACE2-0A815FEF0B34}" type="sibTrans" cxnId="{A002DC7A-8D14-4BF8-8D80-8C946C41F3CA}">
      <dgm:prSet/>
      <dgm:spPr/>
      <dgm:t>
        <a:bodyPr/>
        <a:lstStyle/>
        <a:p>
          <a:endParaRPr lang="en-US"/>
        </a:p>
      </dgm:t>
    </dgm:pt>
    <dgm:pt modelId="{59000BF0-E6B8-41A5-8278-C20896AA4E2A}">
      <dgm:prSet/>
      <dgm:spPr/>
      <dgm:t>
        <a:bodyPr/>
        <a:lstStyle/>
        <a:p>
          <a:r>
            <a:rPr lang="en-US" dirty="0"/>
            <a:t>There is a spectrum of LLM autonomy:</a:t>
          </a:r>
        </a:p>
      </dgm:t>
    </dgm:pt>
    <dgm:pt modelId="{7D0A012F-7087-41FF-A77E-9B4E88AA2EF0}" type="parTrans" cxnId="{9AC4EDCE-8201-48E8-8680-EB97A8CB89BE}">
      <dgm:prSet/>
      <dgm:spPr/>
      <dgm:t>
        <a:bodyPr/>
        <a:lstStyle/>
        <a:p>
          <a:endParaRPr lang="en-US"/>
        </a:p>
      </dgm:t>
    </dgm:pt>
    <dgm:pt modelId="{1A92EA31-F96F-4FCD-A222-8B6E79622872}" type="sibTrans" cxnId="{9AC4EDCE-8201-48E8-8680-EB97A8CB89BE}">
      <dgm:prSet/>
      <dgm:spPr/>
      <dgm:t>
        <a:bodyPr/>
        <a:lstStyle/>
        <a:p>
          <a:endParaRPr lang="en-US"/>
        </a:p>
      </dgm:t>
    </dgm:pt>
    <dgm:pt modelId="{DF7DB18C-1636-48C9-9D84-FC3DE47A05D8}">
      <dgm:prSet/>
      <dgm:spPr/>
      <dgm:t>
        <a:bodyPr/>
        <a:lstStyle/>
        <a:p>
          <a:r>
            <a:rPr lang="en-US" dirty="0"/>
            <a:t>Low Autonomy (Programmatic Systems)</a:t>
          </a:r>
        </a:p>
      </dgm:t>
    </dgm:pt>
    <dgm:pt modelId="{FD131923-5396-48CD-A648-E87A7E6B6CAC}" type="parTrans" cxnId="{FAD88373-2645-4CE8-B145-FE0519AF853D}">
      <dgm:prSet/>
      <dgm:spPr/>
      <dgm:t>
        <a:bodyPr/>
        <a:lstStyle/>
        <a:p>
          <a:endParaRPr lang="en-US"/>
        </a:p>
      </dgm:t>
    </dgm:pt>
    <dgm:pt modelId="{EBABF4F0-204A-4774-A511-17565613EE6C}" type="sibTrans" cxnId="{FAD88373-2645-4CE8-B145-FE0519AF853D}">
      <dgm:prSet/>
      <dgm:spPr/>
      <dgm:t>
        <a:bodyPr/>
        <a:lstStyle/>
        <a:p>
          <a:endParaRPr lang="en-US"/>
        </a:p>
      </dgm:t>
    </dgm:pt>
    <dgm:pt modelId="{C1246278-1C4F-4BA7-89E5-81CFDE77A3A7}">
      <dgm:prSet/>
      <dgm:spPr/>
      <dgm:t>
        <a:bodyPr/>
        <a:lstStyle/>
        <a:p>
          <a:r>
            <a:rPr lang="en-US" dirty="0"/>
            <a:t>Fixed workflows</a:t>
          </a:r>
        </a:p>
      </dgm:t>
    </dgm:pt>
    <dgm:pt modelId="{FA717CF4-2013-4FB0-BF73-7F898C265103}" type="parTrans" cxnId="{D66310BA-8988-4243-A312-A02095A58523}">
      <dgm:prSet/>
      <dgm:spPr/>
      <dgm:t>
        <a:bodyPr/>
        <a:lstStyle/>
        <a:p>
          <a:endParaRPr lang="en-US"/>
        </a:p>
      </dgm:t>
    </dgm:pt>
    <dgm:pt modelId="{3CC85B4A-F205-473F-9492-FE0499A829D3}" type="sibTrans" cxnId="{D66310BA-8988-4243-A312-A02095A58523}">
      <dgm:prSet/>
      <dgm:spPr/>
      <dgm:t>
        <a:bodyPr/>
        <a:lstStyle/>
        <a:p>
          <a:endParaRPr lang="en-US"/>
        </a:p>
      </dgm:t>
    </dgm:pt>
    <dgm:pt modelId="{52258554-5237-473F-AB14-7C5D4F53B0B1}">
      <dgm:prSet/>
      <dgm:spPr/>
      <dgm:t>
        <a:bodyPr/>
        <a:lstStyle/>
        <a:p>
          <a:r>
            <a:rPr lang="en-US" dirty="0"/>
            <a:t>Efficient for simple and well-defined tasks</a:t>
          </a:r>
        </a:p>
      </dgm:t>
    </dgm:pt>
    <dgm:pt modelId="{D4098FE9-364E-4257-AAD1-A6C762A7AE84}" type="parTrans" cxnId="{CF41641E-2F08-4184-9DB5-D7AF429201E1}">
      <dgm:prSet/>
      <dgm:spPr/>
      <dgm:t>
        <a:bodyPr/>
        <a:lstStyle/>
        <a:p>
          <a:endParaRPr lang="en-US"/>
        </a:p>
      </dgm:t>
    </dgm:pt>
    <dgm:pt modelId="{031E5559-03D8-42EE-9B20-366491EBA16A}" type="sibTrans" cxnId="{CF41641E-2F08-4184-9DB5-D7AF429201E1}">
      <dgm:prSet/>
      <dgm:spPr/>
      <dgm:t>
        <a:bodyPr/>
        <a:lstStyle/>
        <a:p>
          <a:endParaRPr lang="en-US"/>
        </a:p>
      </dgm:t>
    </dgm:pt>
    <dgm:pt modelId="{12BCBD7B-1E10-4B8A-ADD7-64C0C9996A0C}">
      <dgm:prSet/>
      <dgm:spPr/>
      <dgm:t>
        <a:bodyPr/>
        <a:lstStyle/>
        <a:p>
          <a:r>
            <a:rPr lang="en-US" dirty="0"/>
            <a:t>High Autonomy (Agentic Systems)</a:t>
          </a:r>
        </a:p>
      </dgm:t>
    </dgm:pt>
    <dgm:pt modelId="{C17E89D5-7EBF-4F15-A828-C9D87142110A}" type="parTrans" cxnId="{3B8D9790-93A8-4CCD-A502-1D2D379E8D3B}">
      <dgm:prSet/>
      <dgm:spPr/>
      <dgm:t>
        <a:bodyPr/>
        <a:lstStyle/>
        <a:p>
          <a:endParaRPr lang="en-US"/>
        </a:p>
      </dgm:t>
    </dgm:pt>
    <dgm:pt modelId="{1EA01A77-134F-4173-9B46-7D44147EFD3B}" type="sibTrans" cxnId="{3B8D9790-93A8-4CCD-A502-1D2D379E8D3B}">
      <dgm:prSet/>
      <dgm:spPr/>
      <dgm:t>
        <a:bodyPr/>
        <a:lstStyle/>
        <a:p>
          <a:endParaRPr lang="en-US"/>
        </a:p>
      </dgm:t>
    </dgm:pt>
    <dgm:pt modelId="{69C6B68A-D058-49D6-B21C-78F41AE4A060}">
      <dgm:prSet/>
      <dgm:spPr/>
      <dgm:t>
        <a:bodyPr/>
        <a:lstStyle/>
        <a:p>
          <a:r>
            <a:rPr lang="en-US" dirty="0"/>
            <a:t>LLM decides how to solve problems</a:t>
          </a:r>
        </a:p>
      </dgm:t>
    </dgm:pt>
    <dgm:pt modelId="{FAC3EA24-8240-41AB-B199-261A5B20F5B4}" type="parTrans" cxnId="{C7A64C2C-0C6A-4E9E-9BA5-907BDF5BCCE3}">
      <dgm:prSet/>
      <dgm:spPr/>
      <dgm:t>
        <a:bodyPr/>
        <a:lstStyle/>
        <a:p>
          <a:endParaRPr lang="en-US"/>
        </a:p>
      </dgm:t>
    </dgm:pt>
    <dgm:pt modelId="{D934A6B2-FA5C-4A67-AD0F-3C5C816B0966}" type="sibTrans" cxnId="{C7A64C2C-0C6A-4E9E-9BA5-907BDF5BCCE3}">
      <dgm:prSet/>
      <dgm:spPr/>
      <dgm:t>
        <a:bodyPr/>
        <a:lstStyle/>
        <a:p>
          <a:endParaRPr lang="en-US"/>
        </a:p>
      </dgm:t>
    </dgm:pt>
    <dgm:pt modelId="{D58B6E74-87CE-41CF-9266-BAC4A63912B8}">
      <dgm:prSet/>
      <dgm:spPr/>
      <dgm:t>
        <a:bodyPr/>
        <a:lstStyle/>
        <a:p>
          <a:r>
            <a:rPr lang="en-US" dirty="0"/>
            <a:t>Better for complex or unpredictable tasks</a:t>
          </a:r>
        </a:p>
      </dgm:t>
    </dgm:pt>
    <dgm:pt modelId="{7BA18A0A-BDC8-44AD-927C-D0300FE3883D}" type="parTrans" cxnId="{3009C9C2-EFA4-4174-B4A1-611982D2DFE9}">
      <dgm:prSet/>
      <dgm:spPr/>
      <dgm:t>
        <a:bodyPr/>
        <a:lstStyle/>
        <a:p>
          <a:endParaRPr lang="en-US"/>
        </a:p>
      </dgm:t>
    </dgm:pt>
    <dgm:pt modelId="{ECEC1136-76C5-422B-9D92-8CDAD80F5299}" type="sibTrans" cxnId="{3009C9C2-EFA4-4174-B4A1-611982D2DFE9}">
      <dgm:prSet/>
      <dgm:spPr/>
      <dgm:t>
        <a:bodyPr/>
        <a:lstStyle/>
        <a:p>
          <a:endParaRPr lang="en-US"/>
        </a:p>
      </dgm:t>
    </dgm:pt>
    <dgm:pt modelId="{021AD2A1-DF8D-456C-A73F-49E401D22A0A}">
      <dgm:prSet/>
      <dgm:spPr/>
      <dgm:t>
        <a:bodyPr/>
        <a:lstStyle/>
        <a:p>
          <a:r>
            <a:rPr lang="en-US" dirty="0"/>
            <a:t>When to Use Each Approach</a:t>
          </a:r>
        </a:p>
      </dgm:t>
    </dgm:pt>
    <dgm:pt modelId="{02F781BA-E173-436B-8425-5FFC7B405A2C}" type="parTrans" cxnId="{155A9D8E-335D-4B11-9966-C8855E3290B2}">
      <dgm:prSet/>
      <dgm:spPr/>
      <dgm:t>
        <a:bodyPr/>
        <a:lstStyle/>
        <a:p>
          <a:endParaRPr lang="en-US"/>
        </a:p>
      </dgm:t>
    </dgm:pt>
    <dgm:pt modelId="{D61E9061-E439-4ABB-9ABF-D2CA288CE7D7}" type="sibTrans" cxnId="{155A9D8E-335D-4B11-9966-C8855E3290B2}">
      <dgm:prSet/>
      <dgm:spPr/>
      <dgm:t>
        <a:bodyPr/>
        <a:lstStyle/>
        <a:p>
          <a:endParaRPr lang="en-US"/>
        </a:p>
      </dgm:t>
    </dgm:pt>
    <dgm:pt modelId="{8DB807B1-78F4-455D-ADB2-0D17C611F1F2}">
      <dgm:prSet/>
      <dgm:spPr/>
      <dgm:t>
        <a:bodyPr/>
        <a:lstStyle/>
        <a:p>
          <a:r>
            <a:rPr lang="en-US" dirty="0"/>
            <a:t>Programmatic Systems</a:t>
          </a:r>
        </a:p>
      </dgm:t>
    </dgm:pt>
    <dgm:pt modelId="{F6035050-D1CA-4DAA-A061-330EC3F518C7}" type="parTrans" cxnId="{85195545-DC50-4CED-9E34-715DB011C018}">
      <dgm:prSet/>
      <dgm:spPr/>
      <dgm:t>
        <a:bodyPr/>
        <a:lstStyle/>
        <a:p>
          <a:endParaRPr lang="en-US"/>
        </a:p>
      </dgm:t>
    </dgm:pt>
    <dgm:pt modelId="{7D370BF2-B16D-4D17-A487-1B5592633783}" type="sibTrans" cxnId="{85195545-DC50-4CED-9E34-715DB011C018}">
      <dgm:prSet/>
      <dgm:spPr/>
      <dgm:t>
        <a:bodyPr/>
        <a:lstStyle/>
        <a:p>
          <a:endParaRPr lang="en-US"/>
        </a:p>
      </dgm:t>
    </dgm:pt>
    <dgm:pt modelId="{3CDF776F-3593-42FD-92DE-0FAE509BA7EB}">
      <dgm:prSet/>
      <dgm:spPr/>
      <dgm:t>
        <a:bodyPr/>
        <a:lstStyle/>
        <a:p>
          <a:r>
            <a:rPr lang="en-US" dirty="0"/>
            <a:t>Best for narrow tasks</a:t>
          </a:r>
        </a:p>
      </dgm:t>
    </dgm:pt>
    <dgm:pt modelId="{D0323823-331D-4901-A5BB-099FB8E4C613}" type="parTrans" cxnId="{89F0973F-EF5F-452B-8B51-BBFE386C25D1}">
      <dgm:prSet/>
      <dgm:spPr/>
      <dgm:t>
        <a:bodyPr/>
        <a:lstStyle/>
        <a:p>
          <a:endParaRPr lang="en-US"/>
        </a:p>
      </dgm:t>
    </dgm:pt>
    <dgm:pt modelId="{D1C81682-78E7-4EEB-BA5C-F309A4932BE3}" type="sibTrans" cxnId="{89F0973F-EF5F-452B-8B51-BBFE386C25D1}">
      <dgm:prSet/>
      <dgm:spPr/>
      <dgm:t>
        <a:bodyPr/>
        <a:lstStyle/>
        <a:p>
          <a:endParaRPr lang="en-US"/>
        </a:p>
      </dgm:t>
    </dgm:pt>
    <dgm:pt modelId="{26F146D8-63E9-4D9D-ADDA-7AEB2229A5DE}">
      <dgm:prSet/>
      <dgm:spPr/>
      <dgm:t>
        <a:bodyPr/>
        <a:lstStyle/>
        <a:p>
          <a:r>
            <a:rPr lang="en-US" dirty="0"/>
            <a:t>Example: vacation database queries</a:t>
          </a:r>
        </a:p>
      </dgm:t>
    </dgm:pt>
    <dgm:pt modelId="{3EB2E8C8-B807-444C-B4E9-FDE976E8BE85}" type="parTrans" cxnId="{F88C2135-93E5-4EEC-ABD0-8DB022F4346D}">
      <dgm:prSet/>
      <dgm:spPr/>
      <dgm:t>
        <a:bodyPr/>
        <a:lstStyle/>
        <a:p>
          <a:endParaRPr lang="en-US"/>
        </a:p>
      </dgm:t>
    </dgm:pt>
    <dgm:pt modelId="{682554D4-7C82-4209-BABE-F15E94D27CB4}" type="sibTrans" cxnId="{F88C2135-93E5-4EEC-ABD0-8DB022F4346D}">
      <dgm:prSet/>
      <dgm:spPr/>
      <dgm:t>
        <a:bodyPr/>
        <a:lstStyle/>
        <a:p>
          <a:endParaRPr lang="en-US"/>
        </a:p>
      </dgm:t>
    </dgm:pt>
    <dgm:pt modelId="{881995B9-A434-46FF-AE00-F909C0282AB7}">
      <dgm:prSet/>
      <dgm:spPr/>
      <dgm:t>
        <a:bodyPr/>
        <a:lstStyle/>
        <a:p>
          <a:r>
            <a:rPr lang="en-US"/>
            <a:t>Agentic Systems</a:t>
          </a:r>
        </a:p>
      </dgm:t>
    </dgm:pt>
    <dgm:pt modelId="{92652621-1F9B-439C-BEBA-766EED35CB6A}" type="parTrans" cxnId="{5B3822C2-F1C2-4F0C-B9BA-BE10A4454047}">
      <dgm:prSet/>
      <dgm:spPr/>
      <dgm:t>
        <a:bodyPr/>
        <a:lstStyle/>
        <a:p>
          <a:endParaRPr lang="en-US"/>
        </a:p>
      </dgm:t>
    </dgm:pt>
    <dgm:pt modelId="{CD9FD6EE-C970-4645-BF6E-274BCE002158}" type="sibTrans" cxnId="{5B3822C2-F1C2-4F0C-B9BA-BE10A4454047}">
      <dgm:prSet/>
      <dgm:spPr/>
      <dgm:t>
        <a:bodyPr/>
        <a:lstStyle/>
        <a:p>
          <a:endParaRPr lang="en-US"/>
        </a:p>
      </dgm:t>
    </dgm:pt>
    <dgm:pt modelId="{98B2C3AB-5BAF-4571-981A-296DB34C737B}">
      <dgm:prSet/>
      <dgm:spPr/>
      <dgm:t>
        <a:bodyPr/>
        <a:lstStyle/>
        <a:p>
          <a:r>
            <a:rPr lang="en-US"/>
            <a:t>Best for complex, open-ended tasks</a:t>
          </a:r>
        </a:p>
      </dgm:t>
    </dgm:pt>
    <dgm:pt modelId="{7F70300D-C1CA-4085-8C06-A6825F2C43F6}" type="parTrans" cxnId="{68F2E624-5DA3-41FC-A883-F51C99D6A2E7}">
      <dgm:prSet/>
      <dgm:spPr/>
      <dgm:t>
        <a:bodyPr/>
        <a:lstStyle/>
        <a:p>
          <a:endParaRPr lang="en-US"/>
        </a:p>
      </dgm:t>
    </dgm:pt>
    <dgm:pt modelId="{1DEC7C75-3353-46A4-8A6C-AB857BDD12CB}" type="sibTrans" cxnId="{68F2E624-5DA3-41FC-A883-F51C99D6A2E7}">
      <dgm:prSet/>
      <dgm:spPr/>
      <dgm:t>
        <a:bodyPr/>
        <a:lstStyle/>
        <a:p>
          <a:endParaRPr lang="en-US"/>
        </a:p>
      </dgm:t>
    </dgm:pt>
    <dgm:pt modelId="{8461C0CA-6961-4242-8B6F-430336505012}">
      <dgm:prSet/>
      <dgm:spPr/>
      <dgm:t>
        <a:bodyPr/>
        <a:lstStyle/>
        <a:p>
          <a:r>
            <a:rPr lang="en-US" dirty="0"/>
            <a:t>Example: automatically resolving GitHub issues</a:t>
          </a:r>
        </a:p>
      </dgm:t>
    </dgm:pt>
    <dgm:pt modelId="{5D7FAF6E-75E6-47BD-95E8-E360EB39FDA6}" type="parTrans" cxnId="{6C2ACCB3-D9F6-4DB0-B4CD-84648EC1CDEE}">
      <dgm:prSet/>
      <dgm:spPr/>
      <dgm:t>
        <a:bodyPr/>
        <a:lstStyle/>
        <a:p>
          <a:endParaRPr lang="en-US"/>
        </a:p>
      </dgm:t>
    </dgm:pt>
    <dgm:pt modelId="{CF747D45-817E-48CB-A3DF-1CEF5D4662DC}" type="sibTrans" cxnId="{6C2ACCB3-D9F6-4DB0-B4CD-84648EC1CDEE}">
      <dgm:prSet/>
      <dgm:spPr/>
      <dgm:t>
        <a:bodyPr/>
        <a:lstStyle/>
        <a:p>
          <a:endParaRPr lang="en-US"/>
        </a:p>
      </dgm:t>
    </dgm:pt>
    <dgm:pt modelId="{D3B10327-9471-49F2-8776-2E4ACC9F622D}">
      <dgm:prSet/>
      <dgm:spPr/>
      <dgm:t>
        <a:bodyPr/>
        <a:lstStyle/>
        <a:p>
          <a:r>
            <a:rPr lang="en-US" dirty="0"/>
            <a:t>Current State of Agentic AI</a:t>
          </a:r>
        </a:p>
      </dgm:t>
    </dgm:pt>
    <dgm:pt modelId="{B4EDF47E-0E7F-47BD-89C7-5F42D3DE8DE3}" type="parTrans" cxnId="{83DDE17E-4537-457B-9F27-DE7D74C976FE}">
      <dgm:prSet/>
      <dgm:spPr/>
      <dgm:t>
        <a:bodyPr/>
        <a:lstStyle/>
        <a:p>
          <a:endParaRPr lang="en-US"/>
        </a:p>
      </dgm:t>
    </dgm:pt>
    <dgm:pt modelId="{13B99A2B-AC36-48A5-BA1A-AD9CC6DBCE62}" type="sibTrans" cxnId="{83DDE17E-4537-457B-9F27-DE7D74C976FE}">
      <dgm:prSet/>
      <dgm:spPr/>
      <dgm:t>
        <a:bodyPr/>
        <a:lstStyle/>
        <a:p>
          <a:endParaRPr lang="en-US"/>
        </a:p>
      </dgm:t>
    </dgm:pt>
    <dgm:pt modelId="{BCE8DF38-DF7E-4F1D-B93D-AF0D3A5632ED}">
      <dgm:prSet/>
      <dgm:spPr/>
      <dgm:t>
        <a:bodyPr/>
        <a:lstStyle/>
        <a:p>
          <a:r>
            <a:rPr lang="en-US"/>
            <a:t>Agentic systems are still evolving.</a:t>
          </a:r>
        </a:p>
      </dgm:t>
    </dgm:pt>
    <dgm:pt modelId="{6E4D6306-8838-4371-A4BC-A20772D41463}" type="parTrans" cxnId="{1A7CE0B7-662E-4A5D-A6A8-6931D82B66BA}">
      <dgm:prSet/>
      <dgm:spPr/>
      <dgm:t>
        <a:bodyPr/>
        <a:lstStyle/>
        <a:p>
          <a:endParaRPr lang="en-US"/>
        </a:p>
      </dgm:t>
    </dgm:pt>
    <dgm:pt modelId="{AE902349-F40C-4C5D-B555-4E0299794F7A}" type="sibTrans" cxnId="{1A7CE0B7-662E-4A5D-A6A8-6931D82B66BA}">
      <dgm:prSet/>
      <dgm:spPr/>
      <dgm:t>
        <a:bodyPr/>
        <a:lstStyle/>
        <a:p>
          <a:endParaRPr lang="en-US"/>
        </a:p>
      </dgm:t>
    </dgm:pt>
    <dgm:pt modelId="{903E0A89-8FBC-48D7-87C6-C86DF03EE0C7}">
      <dgm:prSet custT="1"/>
      <dgm:spPr/>
      <dgm:t>
        <a:bodyPr/>
        <a:lstStyle/>
        <a:p>
          <a:r>
            <a:rPr lang="en-US" sz="800" dirty="0"/>
            <a:t>Rapid progress is occurring as system design combines with LLM reasoning.</a:t>
          </a:r>
        </a:p>
      </dgm:t>
    </dgm:pt>
    <dgm:pt modelId="{5E450576-00E3-45EC-9F98-AB0A3EE7F3B9}" type="parTrans" cxnId="{D67ED79E-D7C4-4C5D-BF12-3EC1D33A4738}">
      <dgm:prSet/>
      <dgm:spPr/>
      <dgm:t>
        <a:bodyPr/>
        <a:lstStyle/>
        <a:p>
          <a:endParaRPr lang="en-US"/>
        </a:p>
      </dgm:t>
    </dgm:pt>
    <dgm:pt modelId="{5A145873-2AA5-476A-B74E-023C1B14B61F}" type="sibTrans" cxnId="{D67ED79E-D7C4-4C5D-BF12-3EC1D33A4738}">
      <dgm:prSet/>
      <dgm:spPr/>
      <dgm:t>
        <a:bodyPr/>
        <a:lstStyle/>
        <a:p>
          <a:endParaRPr lang="en-US"/>
        </a:p>
      </dgm:t>
    </dgm:pt>
    <dgm:pt modelId="{5DBF4626-659F-41B8-A8DE-4152ECA79F56}">
      <dgm:prSet custT="1"/>
      <dgm:spPr/>
      <dgm:t>
        <a:bodyPr/>
        <a:lstStyle/>
        <a:p>
          <a:r>
            <a:rPr lang="en-US" sz="800" dirty="0"/>
            <a:t>Most systems still include humans in the loop to ensure reliability and accuracy.</a:t>
          </a:r>
        </a:p>
      </dgm:t>
    </dgm:pt>
    <dgm:pt modelId="{9CA5961E-028E-4937-9434-00B3606EC453}" type="parTrans" cxnId="{1F4A01F1-704C-42D0-93FF-19DB82A56B15}">
      <dgm:prSet/>
      <dgm:spPr/>
      <dgm:t>
        <a:bodyPr/>
        <a:lstStyle/>
        <a:p>
          <a:endParaRPr lang="en-US"/>
        </a:p>
      </dgm:t>
    </dgm:pt>
    <dgm:pt modelId="{76648BA3-094B-47E3-8909-9BF7451B9CE9}" type="sibTrans" cxnId="{1F4A01F1-704C-42D0-93FF-19DB82A56B15}">
      <dgm:prSet/>
      <dgm:spPr/>
      <dgm:t>
        <a:bodyPr/>
        <a:lstStyle/>
        <a:p>
          <a:endParaRPr lang="en-US"/>
        </a:p>
      </dgm:t>
    </dgm:pt>
    <dgm:pt modelId="{37A212C8-1668-40B3-B2E9-1D052428846D}">
      <dgm:prSet custT="1"/>
      <dgm:spPr/>
      <dgm:t>
        <a:bodyPr/>
        <a:lstStyle/>
        <a:p>
          <a:r>
            <a:rPr lang="en-US" sz="900" dirty="0"/>
            <a:t>Retrieve</a:t>
          </a:r>
          <a:r>
            <a:rPr lang="en-US" sz="1200" dirty="0"/>
            <a:t> </a:t>
          </a:r>
          <a:r>
            <a:rPr lang="en-US" sz="800" dirty="0"/>
            <a:t>recommended sunscreen usage per </a:t>
          </a:r>
          <a:r>
            <a:rPr lang="en-US" sz="800" dirty="0" err="1"/>
            <a:t>hou</a:t>
          </a:r>
          <a:r>
            <a:rPr lang="en-US" sz="800" dirty="0"/>
            <a:t>, , determine bottle quantity.</a:t>
          </a:r>
          <a:endParaRPr lang="en-US" sz="1200" dirty="0"/>
        </a:p>
      </dgm:t>
    </dgm:pt>
    <dgm:pt modelId="{89C88FF2-04C9-4B3A-8961-3EC5FB88C65F}" type="parTrans" cxnId="{0B6C4168-BA3B-40A2-AAD8-9F933D1A215D}">
      <dgm:prSet/>
      <dgm:spPr/>
      <dgm:t>
        <a:bodyPr/>
        <a:lstStyle/>
        <a:p>
          <a:endParaRPr lang="en-US"/>
        </a:p>
      </dgm:t>
    </dgm:pt>
    <dgm:pt modelId="{C6E8B956-22DD-4723-B1EF-355F418A6831}" type="sibTrans" cxnId="{0B6C4168-BA3B-40A2-AAD8-9F933D1A215D}">
      <dgm:prSet/>
      <dgm:spPr/>
      <dgm:t>
        <a:bodyPr/>
        <a:lstStyle/>
        <a:p>
          <a:endParaRPr lang="en-US"/>
        </a:p>
      </dgm:t>
    </dgm:pt>
    <dgm:pt modelId="{043FF3F0-8CA7-4A27-A6CB-8962C05DBA7D}" type="pres">
      <dgm:prSet presAssocID="{67D55A9E-A742-4EA2-881B-7D2607519798}" presName="Name0" presStyleCnt="0">
        <dgm:presLayoutVars>
          <dgm:dir/>
          <dgm:resizeHandles val="exact"/>
        </dgm:presLayoutVars>
      </dgm:prSet>
      <dgm:spPr/>
    </dgm:pt>
    <dgm:pt modelId="{B315A716-5DDB-4DA1-B51C-C2351D30A7E8}" type="pres">
      <dgm:prSet presAssocID="{73D52CEA-88AC-43C7-8A0C-A258A1EF12E9}" presName="node" presStyleLbl="node1" presStyleIdx="0" presStyleCnt="28">
        <dgm:presLayoutVars>
          <dgm:bulletEnabled val="1"/>
        </dgm:presLayoutVars>
      </dgm:prSet>
      <dgm:spPr/>
    </dgm:pt>
    <dgm:pt modelId="{163DFBA4-91EA-47AF-B215-B30B1D093DFA}" type="pres">
      <dgm:prSet presAssocID="{AE69424C-A087-4649-BBC8-66BA51FFCB20}" presName="sibTrans" presStyleLbl="sibTrans1D1" presStyleIdx="0" presStyleCnt="27"/>
      <dgm:spPr/>
    </dgm:pt>
    <dgm:pt modelId="{C6462222-EDE6-4652-B27D-B59E292B2D7C}" type="pres">
      <dgm:prSet presAssocID="{AE69424C-A087-4649-BBC8-66BA51FFCB20}" presName="connectorText" presStyleLbl="sibTrans1D1" presStyleIdx="0" presStyleCnt="27"/>
      <dgm:spPr/>
    </dgm:pt>
    <dgm:pt modelId="{91B5A709-357A-4660-AFD8-E495826F12C7}" type="pres">
      <dgm:prSet presAssocID="{ACF33482-8DD2-4669-97E6-DB84AF4EC160}" presName="node" presStyleLbl="node1" presStyleIdx="1" presStyleCnt="28">
        <dgm:presLayoutVars>
          <dgm:bulletEnabled val="1"/>
        </dgm:presLayoutVars>
      </dgm:prSet>
      <dgm:spPr/>
    </dgm:pt>
    <dgm:pt modelId="{683A9801-CBAD-47D6-8A4F-B655E780223E}" type="pres">
      <dgm:prSet presAssocID="{70FAE14B-8A00-4D49-B5C0-BDE5CF78133F}" presName="sibTrans" presStyleLbl="sibTrans1D1" presStyleIdx="1" presStyleCnt="27"/>
      <dgm:spPr/>
    </dgm:pt>
    <dgm:pt modelId="{4962889F-C733-4417-A58B-B4D09C0D6D9E}" type="pres">
      <dgm:prSet presAssocID="{70FAE14B-8A00-4D49-B5C0-BDE5CF78133F}" presName="connectorText" presStyleLbl="sibTrans1D1" presStyleIdx="1" presStyleCnt="27"/>
      <dgm:spPr/>
    </dgm:pt>
    <dgm:pt modelId="{0C1A9F96-DE6B-4DFF-9E47-B9181B538FEA}" type="pres">
      <dgm:prSet presAssocID="{37A212C8-1668-40B3-B2E9-1D052428846D}" presName="node" presStyleLbl="node1" presStyleIdx="2" presStyleCnt="28">
        <dgm:presLayoutVars>
          <dgm:bulletEnabled val="1"/>
        </dgm:presLayoutVars>
      </dgm:prSet>
      <dgm:spPr/>
    </dgm:pt>
    <dgm:pt modelId="{539CB8AE-1461-4EF0-9C7C-9F03DF0643D2}" type="pres">
      <dgm:prSet presAssocID="{C6E8B956-22DD-4723-B1EF-355F418A6831}" presName="sibTrans" presStyleLbl="sibTrans1D1" presStyleIdx="2" presStyleCnt="27"/>
      <dgm:spPr/>
    </dgm:pt>
    <dgm:pt modelId="{F42A6028-2CB2-48DC-BA16-765880B83911}" type="pres">
      <dgm:prSet presAssocID="{C6E8B956-22DD-4723-B1EF-355F418A6831}" presName="connectorText" presStyleLbl="sibTrans1D1" presStyleIdx="2" presStyleCnt="27"/>
      <dgm:spPr/>
    </dgm:pt>
    <dgm:pt modelId="{F5C30909-FE4A-42E7-9027-420304FED064}" type="pres">
      <dgm:prSet presAssocID="{0EDCECDB-7567-4274-99CD-2C99D861752E}" presName="node" presStyleLbl="node1" presStyleIdx="3" presStyleCnt="28">
        <dgm:presLayoutVars>
          <dgm:bulletEnabled val="1"/>
        </dgm:presLayoutVars>
      </dgm:prSet>
      <dgm:spPr/>
    </dgm:pt>
    <dgm:pt modelId="{0C1D135E-E180-432F-AEEB-6CC4FD3C7864}" type="pres">
      <dgm:prSet presAssocID="{52154D9C-9B21-4A54-97AA-78DC286E9524}" presName="sibTrans" presStyleLbl="sibTrans1D1" presStyleIdx="3" presStyleCnt="27"/>
      <dgm:spPr/>
    </dgm:pt>
    <dgm:pt modelId="{5C31558E-9926-4491-847D-CDBC1CC8F9CE}" type="pres">
      <dgm:prSet presAssocID="{52154D9C-9B21-4A54-97AA-78DC286E9524}" presName="connectorText" presStyleLbl="sibTrans1D1" presStyleIdx="3" presStyleCnt="27"/>
      <dgm:spPr/>
    </dgm:pt>
    <dgm:pt modelId="{1E9BBEDA-DE7C-4A2B-9CC6-19FC3AE85AC2}" type="pres">
      <dgm:prSet presAssocID="{A6259536-F97B-4099-8C9E-B0967DC5F835}" presName="node" presStyleLbl="node1" presStyleIdx="4" presStyleCnt="28" custLinFactNeighborX="-2940" custLinFactNeighborY="-544">
        <dgm:presLayoutVars>
          <dgm:bulletEnabled val="1"/>
        </dgm:presLayoutVars>
      </dgm:prSet>
      <dgm:spPr/>
    </dgm:pt>
    <dgm:pt modelId="{3C93ED01-E6E1-4A63-9EA6-BA6695BEF666}" type="pres">
      <dgm:prSet presAssocID="{4838EF2C-FDF2-4C61-8FDD-A01295A47842}" presName="sibTrans" presStyleLbl="sibTrans1D1" presStyleIdx="4" presStyleCnt="27"/>
      <dgm:spPr/>
    </dgm:pt>
    <dgm:pt modelId="{BFE588F9-403D-4BF2-900F-EA5797DBF9E8}" type="pres">
      <dgm:prSet presAssocID="{4838EF2C-FDF2-4C61-8FDD-A01295A47842}" presName="connectorText" presStyleLbl="sibTrans1D1" presStyleIdx="4" presStyleCnt="27"/>
      <dgm:spPr/>
    </dgm:pt>
    <dgm:pt modelId="{43673876-C2C3-4436-AE94-8E10354CA2C9}" type="pres">
      <dgm:prSet presAssocID="{0A8FA01C-7CD1-404B-9731-C85C8532D31B}" presName="node" presStyleLbl="node1" presStyleIdx="5" presStyleCnt="28">
        <dgm:presLayoutVars>
          <dgm:bulletEnabled val="1"/>
        </dgm:presLayoutVars>
      </dgm:prSet>
      <dgm:spPr/>
    </dgm:pt>
    <dgm:pt modelId="{6CE56948-9C88-40AF-97DB-62F2EDEF49A2}" type="pres">
      <dgm:prSet presAssocID="{1C1E3FBF-55BB-4B0E-B613-006D7B0337DF}" presName="sibTrans" presStyleLbl="sibTrans1D1" presStyleIdx="5" presStyleCnt="27"/>
      <dgm:spPr/>
    </dgm:pt>
    <dgm:pt modelId="{1C92901D-733F-45BB-9BB8-61BE15197BAF}" type="pres">
      <dgm:prSet presAssocID="{1C1E3FBF-55BB-4B0E-B613-006D7B0337DF}" presName="connectorText" presStyleLbl="sibTrans1D1" presStyleIdx="5" presStyleCnt="27"/>
      <dgm:spPr/>
    </dgm:pt>
    <dgm:pt modelId="{69F45A88-CBD7-47EF-AA72-2C4DDDBE1199}" type="pres">
      <dgm:prSet presAssocID="{A7080637-630F-46C1-9EF1-D3FE46D4C5A0}" presName="node" presStyleLbl="node1" presStyleIdx="6" presStyleCnt="28">
        <dgm:presLayoutVars>
          <dgm:bulletEnabled val="1"/>
        </dgm:presLayoutVars>
      </dgm:prSet>
      <dgm:spPr/>
    </dgm:pt>
    <dgm:pt modelId="{EA2AF714-C88F-450D-B31C-68E2E031BBF9}" type="pres">
      <dgm:prSet presAssocID="{0311697B-8C3D-4CFF-8A21-A637DE27BBB5}" presName="sibTrans" presStyleLbl="sibTrans1D1" presStyleIdx="6" presStyleCnt="27"/>
      <dgm:spPr/>
    </dgm:pt>
    <dgm:pt modelId="{A693DC12-427B-43EE-BA5C-4BCA88FDE16D}" type="pres">
      <dgm:prSet presAssocID="{0311697B-8C3D-4CFF-8A21-A637DE27BBB5}" presName="connectorText" presStyleLbl="sibTrans1D1" presStyleIdx="6" presStyleCnt="27"/>
      <dgm:spPr/>
    </dgm:pt>
    <dgm:pt modelId="{910EE901-A527-4B61-94D0-00571FD547DD}" type="pres">
      <dgm:prSet presAssocID="{366E4E37-D765-4DA6-9AB7-45DAC58493C3}" presName="node" presStyleLbl="node1" presStyleIdx="7" presStyleCnt="28">
        <dgm:presLayoutVars>
          <dgm:bulletEnabled val="1"/>
        </dgm:presLayoutVars>
      </dgm:prSet>
      <dgm:spPr/>
    </dgm:pt>
    <dgm:pt modelId="{238D3D4C-D7D9-4BC1-A31D-88EC657A7509}" type="pres">
      <dgm:prSet presAssocID="{510C45BC-6360-4F5D-9E1D-03E0D5499AE1}" presName="sibTrans" presStyleLbl="sibTrans1D1" presStyleIdx="7" presStyleCnt="27"/>
      <dgm:spPr/>
    </dgm:pt>
    <dgm:pt modelId="{8E76AF01-6A9A-4153-9AED-3E78A72CB858}" type="pres">
      <dgm:prSet presAssocID="{510C45BC-6360-4F5D-9E1D-03E0D5499AE1}" presName="connectorText" presStyleLbl="sibTrans1D1" presStyleIdx="7" presStyleCnt="27"/>
      <dgm:spPr/>
    </dgm:pt>
    <dgm:pt modelId="{007E8BE9-FBEB-4594-8DEF-F031B5D35EA9}" type="pres">
      <dgm:prSet presAssocID="{BDFC46EE-A453-4531-BBA0-740E2560063C}" presName="node" presStyleLbl="node1" presStyleIdx="8" presStyleCnt="28">
        <dgm:presLayoutVars>
          <dgm:bulletEnabled val="1"/>
        </dgm:presLayoutVars>
      </dgm:prSet>
      <dgm:spPr/>
    </dgm:pt>
    <dgm:pt modelId="{3027C9E3-86C2-4EB0-B93C-3C91D733AC07}" type="pres">
      <dgm:prSet presAssocID="{118F7E98-19F3-4E2D-BAAD-839F2594E505}" presName="sibTrans" presStyleLbl="sibTrans1D1" presStyleIdx="8" presStyleCnt="27"/>
      <dgm:spPr/>
    </dgm:pt>
    <dgm:pt modelId="{9337C6B4-EA20-4D3F-A730-88D8A1A36BC8}" type="pres">
      <dgm:prSet presAssocID="{118F7E98-19F3-4E2D-BAAD-839F2594E505}" presName="connectorText" presStyleLbl="sibTrans1D1" presStyleIdx="8" presStyleCnt="27"/>
      <dgm:spPr/>
    </dgm:pt>
    <dgm:pt modelId="{4E086205-5BDC-4DEC-B26A-DB59C817371A}" type="pres">
      <dgm:prSet presAssocID="{BF10E828-56B3-4B61-8E72-1EA8E905AFB1}" presName="node" presStyleLbl="node1" presStyleIdx="9" presStyleCnt="28">
        <dgm:presLayoutVars>
          <dgm:bulletEnabled val="1"/>
        </dgm:presLayoutVars>
      </dgm:prSet>
      <dgm:spPr/>
    </dgm:pt>
    <dgm:pt modelId="{1A55E5B4-8C59-4953-ACB5-3D97BFDA35C6}" type="pres">
      <dgm:prSet presAssocID="{9ADB3BA4-2D99-4005-ACE2-0A815FEF0B34}" presName="sibTrans" presStyleLbl="sibTrans1D1" presStyleIdx="9" presStyleCnt="27"/>
      <dgm:spPr/>
    </dgm:pt>
    <dgm:pt modelId="{1D737043-6C96-4B1D-B7A1-02A7A9FE3765}" type="pres">
      <dgm:prSet presAssocID="{9ADB3BA4-2D99-4005-ACE2-0A815FEF0B34}" presName="connectorText" presStyleLbl="sibTrans1D1" presStyleIdx="9" presStyleCnt="27"/>
      <dgm:spPr/>
    </dgm:pt>
    <dgm:pt modelId="{D44598B5-FC1D-4CC0-90A9-94A927FEE89D}" type="pres">
      <dgm:prSet presAssocID="{59000BF0-E6B8-41A5-8278-C20896AA4E2A}" presName="node" presStyleLbl="node1" presStyleIdx="10" presStyleCnt="28">
        <dgm:presLayoutVars>
          <dgm:bulletEnabled val="1"/>
        </dgm:presLayoutVars>
      </dgm:prSet>
      <dgm:spPr/>
    </dgm:pt>
    <dgm:pt modelId="{68856CC5-CE11-4DDE-8E97-17ACBBCF938E}" type="pres">
      <dgm:prSet presAssocID="{1A92EA31-F96F-4FCD-A222-8B6E79622872}" presName="sibTrans" presStyleLbl="sibTrans1D1" presStyleIdx="10" presStyleCnt="27"/>
      <dgm:spPr/>
    </dgm:pt>
    <dgm:pt modelId="{FD2C9E35-3009-4144-AD74-0FCD42C01480}" type="pres">
      <dgm:prSet presAssocID="{1A92EA31-F96F-4FCD-A222-8B6E79622872}" presName="connectorText" presStyleLbl="sibTrans1D1" presStyleIdx="10" presStyleCnt="27"/>
      <dgm:spPr/>
    </dgm:pt>
    <dgm:pt modelId="{2DD20AE6-1190-47DE-8FDF-28AF3DA4734F}" type="pres">
      <dgm:prSet presAssocID="{DF7DB18C-1636-48C9-9D84-FC3DE47A05D8}" presName="node" presStyleLbl="node1" presStyleIdx="11" presStyleCnt="28">
        <dgm:presLayoutVars>
          <dgm:bulletEnabled val="1"/>
        </dgm:presLayoutVars>
      </dgm:prSet>
      <dgm:spPr/>
    </dgm:pt>
    <dgm:pt modelId="{F5581041-61FC-4159-8E03-698CAFFD29CA}" type="pres">
      <dgm:prSet presAssocID="{EBABF4F0-204A-4774-A511-17565613EE6C}" presName="sibTrans" presStyleLbl="sibTrans1D1" presStyleIdx="11" presStyleCnt="27"/>
      <dgm:spPr/>
    </dgm:pt>
    <dgm:pt modelId="{EB93D186-785F-48C1-882E-8C6145CF5916}" type="pres">
      <dgm:prSet presAssocID="{EBABF4F0-204A-4774-A511-17565613EE6C}" presName="connectorText" presStyleLbl="sibTrans1D1" presStyleIdx="11" presStyleCnt="27"/>
      <dgm:spPr/>
    </dgm:pt>
    <dgm:pt modelId="{9E42A0F6-ECE7-4433-8482-D524132FCC93}" type="pres">
      <dgm:prSet presAssocID="{C1246278-1C4F-4BA7-89E5-81CFDE77A3A7}" presName="node" presStyleLbl="node1" presStyleIdx="12" presStyleCnt="28">
        <dgm:presLayoutVars>
          <dgm:bulletEnabled val="1"/>
        </dgm:presLayoutVars>
      </dgm:prSet>
      <dgm:spPr/>
    </dgm:pt>
    <dgm:pt modelId="{2F5CFCC4-B8F8-4C79-8B44-B759BCF39090}" type="pres">
      <dgm:prSet presAssocID="{3CC85B4A-F205-473F-9492-FE0499A829D3}" presName="sibTrans" presStyleLbl="sibTrans1D1" presStyleIdx="12" presStyleCnt="27"/>
      <dgm:spPr/>
    </dgm:pt>
    <dgm:pt modelId="{3E9CEC86-4E05-4BDE-B699-A78B7A8EAB52}" type="pres">
      <dgm:prSet presAssocID="{3CC85B4A-F205-473F-9492-FE0499A829D3}" presName="connectorText" presStyleLbl="sibTrans1D1" presStyleIdx="12" presStyleCnt="27"/>
      <dgm:spPr/>
    </dgm:pt>
    <dgm:pt modelId="{18A5CDA7-EE7B-4AD9-B877-004C38A17842}" type="pres">
      <dgm:prSet presAssocID="{52258554-5237-473F-AB14-7C5D4F53B0B1}" presName="node" presStyleLbl="node1" presStyleIdx="13" presStyleCnt="28">
        <dgm:presLayoutVars>
          <dgm:bulletEnabled val="1"/>
        </dgm:presLayoutVars>
      </dgm:prSet>
      <dgm:spPr/>
    </dgm:pt>
    <dgm:pt modelId="{D93A8CD7-8C0F-40A1-8952-0EB6F9FAECCB}" type="pres">
      <dgm:prSet presAssocID="{031E5559-03D8-42EE-9B20-366491EBA16A}" presName="sibTrans" presStyleLbl="sibTrans1D1" presStyleIdx="13" presStyleCnt="27"/>
      <dgm:spPr/>
    </dgm:pt>
    <dgm:pt modelId="{74235784-C32B-4886-A39A-CACEB7F49542}" type="pres">
      <dgm:prSet presAssocID="{031E5559-03D8-42EE-9B20-366491EBA16A}" presName="connectorText" presStyleLbl="sibTrans1D1" presStyleIdx="13" presStyleCnt="27"/>
      <dgm:spPr/>
    </dgm:pt>
    <dgm:pt modelId="{777AF621-D474-44F3-9F32-250A803A6237}" type="pres">
      <dgm:prSet presAssocID="{12BCBD7B-1E10-4B8A-ADD7-64C0C9996A0C}" presName="node" presStyleLbl="node1" presStyleIdx="14" presStyleCnt="28">
        <dgm:presLayoutVars>
          <dgm:bulletEnabled val="1"/>
        </dgm:presLayoutVars>
      </dgm:prSet>
      <dgm:spPr/>
    </dgm:pt>
    <dgm:pt modelId="{DEA9D1B1-3436-4E7B-8D5F-A964D3FD1C2B}" type="pres">
      <dgm:prSet presAssocID="{1EA01A77-134F-4173-9B46-7D44147EFD3B}" presName="sibTrans" presStyleLbl="sibTrans1D1" presStyleIdx="14" presStyleCnt="27"/>
      <dgm:spPr/>
    </dgm:pt>
    <dgm:pt modelId="{B5B58AFF-7334-448A-BE75-C9F320101D76}" type="pres">
      <dgm:prSet presAssocID="{1EA01A77-134F-4173-9B46-7D44147EFD3B}" presName="connectorText" presStyleLbl="sibTrans1D1" presStyleIdx="14" presStyleCnt="27"/>
      <dgm:spPr/>
    </dgm:pt>
    <dgm:pt modelId="{F276EE37-B9D8-4A5D-BFBA-93251A6D85BF}" type="pres">
      <dgm:prSet presAssocID="{69C6B68A-D058-49D6-B21C-78F41AE4A060}" presName="node" presStyleLbl="node1" presStyleIdx="15" presStyleCnt="28">
        <dgm:presLayoutVars>
          <dgm:bulletEnabled val="1"/>
        </dgm:presLayoutVars>
      </dgm:prSet>
      <dgm:spPr/>
    </dgm:pt>
    <dgm:pt modelId="{C0886084-77C8-448B-97DA-3FCCE8642565}" type="pres">
      <dgm:prSet presAssocID="{D934A6B2-FA5C-4A67-AD0F-3C5C816B0966}" presName="sibTrans" presStyleLbl="sibTrans1D1" presStyleIdx="15" presStyleCnt="27"/>
      <dgm:spPr/>
    </dgm:pt>
    <dgm:pt modelId="{A82C558D-A5BD-4EF5-94E8-5B95AE48563C}" type="pres">
      <dgm:prSet presAssocID="{D934A6B2-FA5C-4A67-AD0F-3C5C816B0966}" presName="connectorText" presStyleLbl="sibTrans1D1" presStyleIdx="15" presStyleCnt="27"/>
      <dgm:spPr/>
    </dgm:pt>
    <dgm:pt modelId="{F207D762-ECBD-41E2-A41F-36FDA2874CCC}" type="pres">
      <dgm:prSet presAssocID="{D58B6E74-87CE-41CF-9266-BAC4A63912B8}" presName="node" presStyleLbl="node1" presStyleIdx="16" presStyleCnt="28">
        <dgm:presLayoutVars>
          <dgm:bulletEnabled val="1"/>
        </dgm:presLayoutVars>
      </dgm:prSet>
      <dgm:spPr/>
    </dgm:pt>
    <dgm:pt modelId="{5CEC3F47-E649-411F-B43A-058439AAB1E6}" type="pres">
      <dgm:prSet presAssocID="{ECEC1136-76C5-422B-9D92-8CDAD80F5299}" presName="sibTrans" presStyleLbl="sibTrans1D1" presStyleIdx="16" presStyleCnt="27"/>
      <dgm:spPr/>
    </dgm:pt>
    <dgm:pt modelId="{15685281-3926-4972-A812-699162C0F390}" type="pres">
      <dgm:prSet presAssocID="{ECEC1136-76C5-422B-9D92-8CDAD80F5299}" presName="connectorText" presStyleLbl="sibTrans1D1" presStyleIdx="16" presStyleCnt="27"/>
      <dgm:spPr/>
    </dgm:pt>
    <dgm:pt modelId="{41E74203-D916-451F-A862-EEA1898A7D18}" type="pres">
      <dgm:prSet presAssocID="{021AD2A1-DF8D-456C-A73F-49E401D22A0A}" presName="node" presStyleLbl="node1" presStyleIdx="17" presStyleCnt="28">
        <dgm:presLayoutVars>
          <dgm:bulletEnabled val="1"/>
        </dgm:presLayoutVars>
      </dgm:prSet>
      <dgm:spPr/>
    </dgm:pt>
    <dgm:pt modelId="{56603BB7-9143-4F75-BD28-D263307DFFA3}" type="pres">
      <dgm:prSet presAssocID="{D61E9061-E439-4ABB-9ABF-D2CA288CE7D7}" presName="sibTrans" presStyleLbl="sibTrans1D1" presStyleIdx="17" presStyleCnt="27"/>
      <dgm:spPr/>
    </dgm:pt>
    <dgm:pt modelId="{A3465A9B-AE15-483C-A5F1-FEF3C8EB314C}" type="pres">
      <dgm:prSet presAssocID="{D61E9061-E439-4ABB-9ABF-D2CA288CE7D7}" presName="connectorText" presStyleLbl="sibTrans1D1" presStyleIdx="17" presStyleCnt="27"/>
      <dgm:spPr/>
    </dgm:pt>
    <dgm:pt modelId="{11EA5DF2-72E8-4620-B88D-CC8293597D07}" type="pres">
      <dgm:prSet presAssocID="{8DB807B1-78F4-455D-ADB2-0D17C611F1F2}" presName="node" presStyleLbl="node1" presStyleIdx="18" presStyleCnt="28">
        <dgm:presLayoutVars>
          <dgm:bulletEnabled val="1"/>
        </dgm:presLayoutVars>
      </dgm:prSet>
      <dgm:spPr/>
    </dgm:pt>
    <dgm:pt modelId="{4AC31548-8D88-458D-93F0-8F65214A93A6}" type="pres">
      <dgm:prSet presAssocID="{7D370BF2-B16D-4D17-A487-1B5592633783}" presName="sibTrans" presStyleLbl="sibTrans1D1" presStyleIdx="18" presStyleCnt="27"/>
      <dgm:spPr/>
    </dgm:pt>
    <dgm:pt modelId="{71B8EEFE-EB82-4694-8E3E-CD55F33E4D3F}" type="pres">
      <dgm:prSet presAssocID="{7D370BF2-B16D-4D17-A487-1B5592633783}" presName="connectorText" presStyleLbl="sibTrans1D1" presStyleIdx="18" presStyleCnt="27"/>
      <dgm:spPr/>
    </dgm:pt>
    <dgm:pt modelId="{C1FBC16F-6F34-40EB-B0B8-6D12B015A2B1}" type="pres">
      <dgm:prSet presAssocID="{3CDF776F-3593-42FD-92DE-0FAE509BA7EB}" presName="node" presStyleLbl="node1" presStyleIdx="19" presStyleCnt="28">
        <dgm:presLayoutVars>
          <dgm:bulletEnabled val="1"/>
        </dgm:presLayoutVars>
      </dgm:prSet>
      <dgm:spPr/>
    </dgm:pt>
    <dgm:pt modelId="{63594451-A33A-42FB-BCCC-B28D216DB1C5}" type="pres">
      <dgm:prSet presAssocID="{D1C81682-78E7-4EEB-BA5C-F309A4932BE3}" presName="sibTrans" presStyleLbl="sibTrans1D1" presStyleIdx="19" presStyleCnt="27"/>
      <dgm:spPr/>
    </dgm:pt>
    <dgm:pt modelId="{70985EDA-B105-4AD0-B925-A488E1AB5423}" type="pres">
      <dgm:prSet presAssocID="{D1C81682-78E7-4EEB-BA5C-F309A4932BE3}" presName="connectorText" presStyleLbl="sibTrans1D1" presStyleIdx="19" presStyleCnt="27"/>
      <dgm:spPr/>
    </dgm:pt>
    <dgm:pt modelId="{148C308B-D44B-43B6-80CF-7CC504846A9F}" type="pres">
      <dgm:prSet presAssocID="{26F146D8-63E9-4D9D-ADDA-7AEB2229A5DE}" presName="node" presStyleLbl="node1" presStyleIdx="20" presStyleCnt="28">
        <dgm:presLayoutVars>
          <dgm:bulletEnabled val="1"/>
        </dgm:presLayoutVars>
      </dgm:prSet>
      <dgm:spPr/>
    </dgm:pt>
    <dgm:pt modelId="{3E429583-AB54-49D8-822C-310309052C14}" type="pres">
      <dgm:prSet presAssocID="{682554D4-7C82-4209-BABE-F15E94D27CB4}" presName="sibTrans" presStyleLbl="sibTrans1D1" presStyleIdx="20" presStyleCnt="27"/>
      <dgm:spPr/>
    </dgm:pt>
    <dgm:pt modelId="{C64B706B-E93D-48DB-B43B-CF77C6206D97}" type="pres">
      <dgm:prSet presAssocID="{682554D4-7C82-4209-BABE-F15E94D27CB4}" presName="connectorText" presStyleLbl="sibTrans1D1" presStyleIdx="20" presStyleCnt="27"/>
      <dgm:spPr/>
    </dgm:pt>
    <dgm:pt modelId="{606B8B77-44FB-4961-B262-F47B1EB1822A}" type="pres">
      <dgm:prSet presAssocID="{881995B9-A434-46FF-AE00-F909C0282AB7}" presName="node" presStyleLbl="node1" presStyleIdx="21" presStyleCnt="28">
        <dgm:presLayoutVars>
          <dgm:bulletEnabled val="1"/>
        </dgm:presLayoutVars>
      </dgm:prSet>
      <dgm:spPr/>
    </dgm:pt>
    <dgm:pt modelId="{956386A2-B074-4754-9668-5E9977231A22}" type="pres">
      <dgm:prSet presAssocID="{CD9FD6EE-C970-4645-BF6E-274BCE002158}" presName="sibTrans" presStyleLbl="sibTrans1D1" presStyleIdx="21" presStyleCnt="27"/>
      <dgm:spPr/>
    </dgm:pt>
    <dgm:pt modelId="{7B741C7B-8DC2-4D56-9452-C7269F4B8848}" type="pres">
      <dgm:prSet presAssocID="{CD9FD6EE-C970-4645-BF6E-274BCE002158}" presName="connectorText" presStyleLbl="sibTrans1D1" presStyleIdx="21" presStyleCnt="27"/>
      <dgm:spPr/>
    </dgm:pt>
    <dgm:pt modelId="{C6CB61B4-F98E-4770-9EFE-75295D7830F5}" type="pres">
      <dgm:prSet presAssocID="{98B2C3AB-5BAF-4571-981A-296DB34C737B}" presName="node" presStyleLbl="node1" presStyleIdx="22" presStyleCnt="28">
        <dgm:presLayoutVars>
          <dgm:bulletEnabled val="1"/>
        </dgm:presLayoutVars>
      </dgm:prSet>
      <dgm:spPr/>
    </dgm:pt>
    <dgm:pt modelId="{74501B0A-A3E9-4232-9749-04C46A22282C}" type="pres">
      <dgm:prSet presAssocID="{1DEC7C75-3353-46A4-8A6C-AB857BDD12CB}" presName="sibTrans" presStyleLbl="sibTrans1D1" presStyleIdx="22" presStyleCnt="27"/>
      <dgm:spPr/>
    </dgm:pt>
    <dgm:pt modelId="{76BB3741-2FD9-4BA9-A07E-B54740643AA7}" type="pres">
      <dgm:prSet presAssocID="{1DEC7C75-3353-46A4-8A6C-AB857BDD12CB}" presName="connectorText" presStyleLbl="sibTrans1D1" presStyleIdx="22" presStyleCnt="27"/>
      <dgm:spPr/>
    </dgm:pt>
    <dgm:pt modelId="{D18026E4-901C-4F27-8E9C-D912339E36C3}" type="pres">
      <dgm:prSet presAssocID="{8461C0CA-6961-4242-8B6F-430336505012}" presName="node" presStyleLbl="node1" presStyleIdx="23" presStyleCnt="28">
        <dgm:presLayoutVars>
          <dgm:bulletEnabled val="1"/>
        </dgm:presLayoutVars>
      </dgm:prSet>
      <dgm:spPr/>
    </dgm:pt>
    <dgm:pt modelId="{6F86ADED-25E0-492A-965A-1537F42E5822}" type="pres">
      <dgm:prSet presAssocID="{CF747D45-817E-48CB-A3DF-1CEF5D4662DC}" presName="sibTrans" presStyleLbl="sibTrans1D1" presStyleIdx="23" presStyleCnt="27"/>
      <dgm:spPr/>
    </dgm:pt>
    <dgm:pt modelId="{7623F028-B5FE-4D8E-8F91-ACACCBD36390}" type="pres">
      <dgm:prSet presAssocID="{CF747D45-817E-48CB-A3DF-1CEF5D4662DC}" presName="connectorText" presStyleLbl="sibTrans1D1" presStyleIdx="23" presStyleCnt="27"/>
      <dgm:spPr/>
    </dgm:pt>
    <dgm:pt modelId="{AF9E91F9-2FA1-438F-8EC4-EBB386287F00}" type="pres">
      <dgm:prSet presAssocID="{D3B10327-9471-49F2-8776-2E4ACC9F622D}" presName="node" presStyleLbl="node1" presStyleIdx="24" presStyleCnt="28">
        <dgm:presLayoutVars>
          <dgm:bulletEnabled val="1"/>
        </dgm:presLayoutVars>
      </dgm:prSet>
      <dgm:spPr/>
    </dgm:pt>
    <dgm:pt modelId="{574A41DA-B6D3-4F36-AE59-383E0FEB50FE}" type="pres">
      <dgm:prSet presAssocID="{13B99A2B-AC36-48A5-BA1A-AD9CC6DBCE62}" presName="sibTrans" presStyleLbl="sibTrans1D1" presStyleIdx="24" presStyleCnt="27"/>
      <dgm:spPr/>
    </dgm:pt>
    <dgm:pt modelId="{A4D5E160-948C-4F50-8712-401C8270CE6A}" type="pres">
      <dgm:prSet presAssocID="{13B99A2B-AC36-48A5-BA1A-AD9CC6DBCE62}" presName="connectorText" presStyleLbl="sibTrans1D1" presStyleIdx="24" presStyleCnt="27"/>
      <dgm:spPr/>
    </dgm:pt>
    <dgm:pt modelId="{18D12735-A5EB-4E41-81AE-F1793B2D64F2}" type="pres">
      <dgm:prSet presAssocID="{BCE8DF38-DF7E-4F1D-B93D-AF0D3A5632ED}" presName="node" presStyleLbl="node1" presStyleIdx="25" presStyleCnt="28">
        <dgm:presLayoutVars>
          <dgm:bulletEnabled val="1"/>
        </dgm:presLayoutVars>
      </dgm:prSet>
      <dgm:spPr/>
    </dgm:pt>
    <dgm:pt modelId="{7660BCC8-5E0E-43F5-B4ED-8F2D917BD5AC}" type="pres">
      <dgm:prSet presAssocID="{AE902349-F40C-4C5D-B555-4E0299794F7A}" presName="sibTrans" presStyleLbl="sibTrans1D1" presStyleIdx="25" presStyleCnt="27"/>
      <dgm:spPr/>
    </dgm:pt>
    <dgm:pt modelId="{D1D22D2C-E29C-41CB-9994-84A60631C3C6}" type="pres">
      <dgm:prSet presAssocID="{AE902349-F40C-4C5D-B555-4E0299794F7A}" presName="connectorText" presStyleLbl="sibTrans1D1" presStyleIdx="25" presStyleCnt="27"/>
      <dgm:spPr/>
    </dgm:pt>
    <dgm:pt modelId="{53CD4F98-5575-475B-A9D6-57C6360B777C}" type="pres">
      <dgm:prSet presAssocID="{903E0A89-8FBC-48D7-87C6-C86DF03EE0C7}" presName="node" presStyleLbl="node1" presStyleIdx="26" presStyleCnt="28">
        <dgm:presLayoutVars>
          <dgm:bulletEnabled val="1"/>
        </dgm:presLayoutVars>
      </dgm:prSet>
      <dgm:spPr/>
    </dgm:pt>
    <dgm:pt modelId="{52A78EFE-4599-40D2-B629-C3F776B8558B}" type="pres">
      <dgm:prSet presAssocID="{5A145873-2AA5-476A-B74E-023C1B14B61F}" presName="sibTrans" presStyleLbl="sibTrans1D1" presStyleIdx="26" presStyleCnt="27"/>
      <dgm:spPr/>
    </dgm:pt>
    <dgm:pt modelId="{C7C44E16-7B49-41CB-A58E-68035FCE3A40}" type="pres">
      <dgm:prSet presAssocID="{5A145873-2AA5-476A-B74E-023C1B14B61F}" presName="connectorText" presStyleLbl="sibTrans1D1" presStyleIdx="26" presStyleCnt="27"/>
      <dgm:spPr/>
    </dgm:pt>
    <dgm:pt modelId="{64ACAA29-3608-4400-A0E9-A2F4800DC2E8}" type="pres">
      <dgm:prSet presAssocID="{5DBF4626-659F-41B8-A8DE-4152ECA79F56}" presName="node" presStyleLbl="node1" presStyleIdx="27" presStyleCnt="28">
        <dgm:presLayoutVars>
          <dgm:bulletEnabled val="1"/>
        </dgm:presLayoutVars>
      </dgm:prSet>
      <dgm:spPr/>
    </dgm:pt>
  </dgm:ptLst>
  <dgm:cxnLst>
    <dgm:cxn modelId="{B9F6C007-0E0C-433E-A795-B098689576B6}" type="presOf" srcId="{52258554-5237-473F-AB14-7C5D4F53B0B1}" destId="{18A5CDA7-EE7B-4AD9-B877-004C38A17842}" srcOrd="0" destOrd="0" presId="urn:microsoft.com/office/officeart/2016/7/layout/RepeatingBendingProcessNew"/>
    <dgm:cxn modelId="{1DCDE90A-3BD6-4189-AE2F-D915D2EE1166}" type="presOf" srcId="{5A145873-2AA5-476A-B74E-023C1B14B61F}" destId="{C7C44E16-7B49-41CB-A58E-68035FCE3A40}" srcOrd="1" destOrd="0" presId="urn:microsoft.com/office/officeart/2016/7/layout/RepeatingBendingProcessNew"/>
    <dgm:cxn modelId="{B45ACB0F-15E9-43BF-B82D-3E0F0A3F9E44}" type="presOf" srcId="{021AD2A1-DF8D-456C-A73F-49E401D22A0A}" destId="{41E74203-D916-451F-A862-EEA1898A7D18}" srcOrd="0" destOrd="0" presId="urn:microsoft.com/office/officeart/2016/7/layout/RepeatingBendingProcessNew"/>
    <dgm:cxn modelId="{8C3A6412-E338-4B77-A107-B2EA37DA781F}" srcId="{67D55A9E-A742-4EA2-881B-7D2607519798}" destId="{ACF33482-8DD2-4669-97E6-DB84AF4EC160}" srcOrd="1" destOrd="0" parTransId="{0E83B09F-7E47-4436-85AB-A01A8E4D7ED6}" sibTransId="{70FAE14B-8A00-4D49-B5C0-BDE5CF78133F}"/>
    <dgm:cxn modelId="{B25AFD15-E522-404C-84D6-80075198780E}" type="presOf" srcId="{37A212C8-1668-40B3-B2E9-1D052428846D}" destId="{0C1A9F96-DE6B-4DFF-9E47-B9181B538FEA}" srcOrd="0" destOrd="0" presId="urn:microsoft.com/office/officeart/2016/7/layout/RepeatingBendingProcessNew"/>
    <dgm:cxn modelId="{1572FB16-B219-498B-9082-27B8D93CE0DC}" type="presOf" srcId="{4838EF2C-FDF2-4C61-8FDD-A01295A47842}" destId="{BFE588F9-403D-4BF2-900F-EA5797DBF9E8}" srcOrd="1" destOrd="0" presId="urn:microsoft.com/office/officeart/2016/7/layout/RepeatingBendingProcessNew"/>
    <dgm:cxn modelId="{F9E5DB19-ED2D-4219-9FC9-12618002BA23}" type="presOf" srcId="{52154D9C-9B21-4A54-97AA-78DC286E9524}" destId="{5C31558E-9926-4491-847D-CDBC1CC8F9CE}" srcOrd="1" destOrd="0" presId="urn:microsoft.com/office/officeart/2016/7/layout/RepeatingBendingProcessNew"/>
    <dgm:cxn modelId="{08703F1A-6534-42A4-AA8B-C899DCF1A8E0}" type="presOf" srcId="{3CC85B4A-F205-473F-9492-FE0499A829D3}" destId="{3E9CEC86-4E05-4BDE-B699-A78B7A8EAB52}" srcOrd="1" destOrd="0" presId="urn:microsoft.com/office/officeart/2016/7/layout/RepeatingBendingProcessNew"/>
    <dgm:cxn modelId="{8FD6471B-2017-45CD-B7A1-9F411299E925}" type="presOf" srcId="{ECEC1136-76C5-422B-9D92-8CDAD80F5299}" destId="{15685281-3926-4972-A812-699162C0F390}" srcOrd="1" destOrd="0" presId="urn:microsoft.com/office/officeart/2016/7/layout/RepeatingBendingProcessNew"/>
    <dgm:cxn modelId="{F789F81B-1DFB-4957-9F5D-08B7271AAF50}" type="presOf" srcId="{510C45BC-6360-4F5D-9E1D-03E0D5499AE1}" destId="{8E76AF01-6A9A-4153-9AED-3E78A72CB858}" srcOrd="1" destOrd="0" presId="urn:microsoft.com/office/officeart/2016/7/layout/RepeatingBendingProcessNew"/>
    <dgm:cxn modelId="{E6600A1E-DFAC-4A65-BF73-E10B360AAB78}" type="presOf" srcId="{DF7DB18C-1636-48C9-9D84-FC3DE47A05D8}" destId="{2DD20AE6-1190-47DE-8FDF-28AF3DA4734F}" srcOrd="0" destOrd="0" presId="urn:microsoft.com/office/officeart/2016/7/layout/RepeatingBendingProcessNew"/>
    <dgm:cxn modelId="{CF41641E-2F08-4184-9DB5-D7AF429201E1}" srcId="{67D55A9E-A742-4EA2-881B-7D2607519798}" destId="{52258554-5237-473F-AB14-7C5D4F53B0B1}" srcOrd="13" destOrd="0" parTransId="{D4098FE9-364E-4257-AAD1-A6C762A7AE84}" sibTransId="{031E5559-03D8-42EE-9B20-366491EBA16A}"/>
    <dgm:cxn modelId="{7CA97C1F-4D61-4F7B-98F1-826B7BCFA7EF}" type="presOf" srcId="{1DEC7C75-3353-46A4-8A6C-AB857BDD12CB}" destId="{74501B0A-A3E9-4232-9749-04C46A22282C}" srcOrd="0" destOrd="0" presId="urn:microsoft.com/office/officeart/2016/7/layout/RepeatingBendingProcessNew"/>
    <dgm:cxn modelId="{57053E22-E61E-4B5D-B74D-194E4B7C7C63}" type="presOf" srcId="{59000BF0-E6B8-41A5-8278-C20896AA4E2A}" destId="{D44598B5-FC1D-4CC0-90A9-94A927FEE89D}" srcOrd="0" destOrd="0" presId="urn:microsoft.com/office/officeart/2016/7/layout/RepeatingBendingProcessNew"/>
    <dgm:cxn modelId="{9F8E5F24-13B2-44B9-93B2-E11B858A219B}" type="presOf" srcId="{67D55A9E-A742-4EA2-881B-7D2607519798}" destId="{043FF3F0-8CA7-4A27-A6CB-8962C05DBA7D}" srcOrd="0" destOrd="0" presId="urn:microsoft.com/office/officeart/2016/7/layout/RepeatingBendingProcessNew"/>
    <dgm:cxn modelId="{68F2E624-5DA3-41FC-A883-F51C99D6A2E7}" srcId="{67D55A9E-A742-4EA2-881B-7D2607519798}" destId="{98B2C3AB-5BAF-4571-981A-296DB34C737B}" srcOrd="22" destOrd="0" parTransId="{7F70300D-C1CA-4085-8C06-A6825F2C43F6}" sibTransId="{1DEC7C75-3353-46A4-8A6C-AB857BDD12CB}"/>
    <dgm:cxn modelId="{FBCDCB2A-CA6D-4937-8AC6-F833FF16EB20}" type="presOf" srcId="{CD9FD6EE-C970-4645-BF6E-274BCE002158}" destId="{956386A2-B074-4754-9668-5E9977231A22}" srcOrd="0" destOrd="0" presId="urn:microsoft.com/office/officeart/2016/7/layout/RepeatingBendingProcessNew"/>
    <dgm:cxn modelId="{D41C272B-83C0-4A15-9357-14F1098A16BB}" type="presOf" srcId="{73D52CEA-88AC-43C7-8A0C-A258A1EF12E9}" destId="{B315A716-5DDB-4DA1-B51C-C2351D30A7E8}" srcOrd="0" destOrd="0" presId="urn:microsoft.com/office/officeart/2016/7/layout/RepeatingBendingProcessNew"/>
    <dgm:cxn modelId="{C7A64C2C-0C6A-4E9E-9BA5-907BDF5BCCE3}" srcId="{67D55A9E-A742-4EA2-881B-7D2607519798}" destId="{69C6B68A-D058-49D6-B21C-78F41AE4A060}" srcOrd="15" destOrd="0" parTransId="{FAC3EA24-8240-41AB-B199-261A5B20F5B4}" sibTransId="{D934A6B2-FA5C-4A67-AD0F-3C5C816B0966}"/>
    <dgm:cxn modelId="{3FF6972D-BCE4-4213-A5B6-7222762229CF}" type="presOf" srcId="{98B2C3AB-5BAF-4571-981A-296DB34C737B}" destId="{C6CB61B4-F98E-4770-9EFE-75295D7830F5}" srcOrd="0" destOrd="0" presId="urn:microsoft.com/office/officeart/2016/7/layout/RepeatingBendingProcessNew"/>
    <dgm:cxn modelId="{8E8F662E-06AD-4704-9CEF-6437CF58B5C0}" srcId="{ACF33482-8DD2-4669-97E6-DB84AF4EC160}" destId="{75B07E0A-8B26-481B-90E0-BCC37F93EC7B}" srcOrd="1" destOrd="0" parTransId="{E422C46D-0E28-43BD-BBB6-B2B7DA72C3BF}" sibTransId="{DA42A8C7-BC6A-41D2-9C69-3E3A5E42E23B}"/>
    <dgm:cxn modelId="{A25F9D2E-41F5-4C86-9C21-2CCE4CC1CDE1}" type="presOf" srcId="{70FAE14B-8A00-4D49-B5C0-BDE5CF78133F}" destId="{4962889F-C733-4417-A58B-B4D09C0D6D9E}" srcOrd="1" destOrd="0" presId="urn:microsoft.com/office/officeart/2016/7/layout/RepeatingBendingProcessNew"/>
    <dgm:cxn modelId="{7539CE30-758E-48B0-A044-9E08271D6E13}" type="presOf" srcId="{EBABF4F0-204A-4774-A511-17565613EE6C}" destId="{F5581041-61FC-4159-8E03-698CAFFD29CA}" srcOrd="0" destOrd="0" presId="urn:microsoft.com/office/officeart/2016/7/layout/RepeatingBendingProcessNew"/>
    <dgm:cxn modelId="{A35CBA32-7FB4-4242-B7FD-DC323D1E2AEE}" type="presOf" srcId="{0A8FA01C-7CD1-404B-9731-C85C8532D31B}" destId="{43673876-C2C3-4436-AE94-8E10354CA2C9}" srcOrd="0" destOrd="0" presId="urn:microsoft.com/office/officeart/2016/7/layout/RepeatingBendingProcessNew"/>
    <dgm:cxn modelId="{8FA40934-0CD5-4F43-8904-8C4751F07072}" srcId="{67D55A9E-A742-4EA2-881B-7D2607519798}" destId="{73D52CEA-88AC-43C7-8A0C-A258A1EF12E9}" srcOrd="0" destOrd="0" parTransId="{83E09896-9B9A-426A-AEEB-0B6F1B04168A}" sibTransId="{AE69424C-A087-4649-BBC8-66BA51FFCB20}"/>
    <dgm:cxn modelId="{F88C2135-93E5-4EEC-ABD0-8DB022F4346D}" srcId="{67D55A9E-A742-4EA2-881B-7D2607519798}" destId="{26F146D8-63E9-4D9D-ADDA-7AEB2229A5DE}" srcOrd="20" destOrd="0" parTransId="{3EB2E8C8-B807-444C-B4E9-FDE976E8BE85}" sibTransId="{682554D4-7C82-4209-BABE-F15E94D27CB4}"/>
    <dgm:cxn modelId="{E7722C3B-4037-49DB-A5A4-58288121447A}" type="presOf" srcId="{12BCBD7B-1E10-4B8A-ADD7-64C0C9996A0C}" destId="{777AF621-D474-44F3-9F32-250A803A6237}" srcOrd="0" destOrd="0" presId="urn:microsoft.com/office/officeart/2016/7/layout/RepeatingBendingProcessNew"/>
    <dgm:cxn modelId="{89F0973F-EF5F-452B-8B51-BBFE386C25D1}" srcId="{67D55A9E-A742-4EA2-881B-7D2607519798}" destId="{3CDF776F-3593-42FD-92DE-0FAE509BA7EB}" srcOrd="19" destOrd="0" parTransId="{D0323823-331D-4901-A5BB-099FB8E4C613}" sibTransId="{D1C81682-78E7-4EEB-BA5C-F309A4932BE3}"/>
    <dgm:cxn modelId="{D16E6C5B-0B30-4BD7-822B-56F8DBEF5253}" type="presOf" srcId="{EBABF4F0-204A-4774-A511-17565613EE6C}" destId="{EB93D186-785F-48C1-882E-8C6145CF5916}" srcOrd="1" destOrd="0" presId="urn:microsoft.com/office/officeart/2016/7/layout/RepeatingBendingProcessNew"/>
    <dgm:cxn modelId="{FC79845C-09B6-44BD-9FA1-CAF154380088}" type="presOf" srcId="{69C6B68A-D058-49D6-B21C-78F41AE4A060}" destId="{F276EE37-B9D8-4A5D-BFBA-93251A6D85BF}" srcOrd="0" destOrd="0" presId="urn:microsoft.com/office/officeart/2016/7/layout/RepeatingBendingProcessNew"/>
    <dgm:cxn modelId="{1C0FA65C-D850-47E0-B022-2E9588E28444}" srcId="{67D55A9E-A742-4EA2-881B-7D2607519798}" destId="{0A8FA01C-7CD1-404B-9731-C85C8532D31B}" srcOrd="5" destOrd="0" parTransId="{E84D2F43-4D91-4256-B74E-6C425587F78B}" sibTransId="{1C1E3FBF-55BB-4B0E-B613-006D7B0337DF}"/>
    <dgm:cxn modelId="{14E1F45C-0073-4C56-A536-34B878B83000}" type="presOf" srcId="{F99485AF-E5BF-48B4-B867-815E228E009D}" destId="{91B5A709-357A-4660-AFD8-E495826F12C7}" srcOrd="0" destOrd="1" presId="urn:microsoft.com/office/officeart/2016/7/layout/RepeatingBendingProcessNew"/>
    <dgm:cxn modelId="{6EC8645D-7B3F-4575-93A2-F28A31BD3B00}" type="presOf" srcId="{D934A6B2-FA5C-4A67-AD0F-3C5C816B0966}" destId="{A82C558D-A5BD-4EF5-94E8-5B95AE48563C}" srcOrd="1" destOrd="0" presId="urn:microsoft.com/office/officeart/2016/7/layout/RepeatingBendingProcessNew"/>
    <dgm:cxn modelId="{44DE0960-C85D-4CD0-8537-3D9BDEAEF0E0}" type="presOf" srcId="{366E4E37-D765-4DA6-9AB7-45DAC58493C3}" destId="{910EE901-A527-4B61-94D0-00571FD547DD}" srcOrd="0" destOrd="0" presId="urn:microsoft.com/office/officeart/2016/7/layout/RepeatingBendingProcessNew"/>
    <dgm:cxn modelId="{F9442E60-538C-4DF8-9634-F0E47612EB08}" type="presOf" srcId="{BF10E828-56B3-4B61-8E72-1EA8E905AFB1}" destId="{4E086205-5BDC-4DEC-B26A-DB59C817371A}" srcOrd="0" destOrd="0" presId="urn:microsoft.com/office/officeart/2016/7/layout/RepeatingBendingProcessNew"/>
    <dgm:cxn modelId="{45B9C361-1E86-4306-9C34-84729FD13FEC}" srcId="{67D55A9E-A742-4EA2-881B-7D2607519798}" destId="{A7080637-630F-46C1-9EF1-D3FE46D4C5A0}" srcOrd="6" destOrd="0" parTransId="{97DE035D-550D-43A3-8C08-2D3FA22F9FE6}" sibTransId="{0311697B-8C3D-4CFF-8A21-A637DE27BBB5}"/>
    <dgm:cxn modelId="{6D901462-7E3B-42EB-A663-EAE0695ACE07}" type="presOf" srcId="{CF747D45-817E-48CB-A3DF-1CEF5D4662DC}" destId="{6F86ADED-25E0-492A-965A-1537F42E5822}" srcOrd="0" destOrd="0" presId="urn:microsoft.com/office/officeart/2016/7/layout/RepeatingBendingProcessNew"/>
    <dgm:cxn modelId="{42E91443-41D8-4D12-90AA-A9A670AD4152}" type="presOf" srcId="{26F146D8-63E9-4D9D-ADDA-7AEB2229A5DE}" destId="{148C308B-D44B-43B6-80CF-7CC504846A9F}" srcOrd="0" destOrd="0" presId="urn:microsoft.com/office/officeart/2016/7/layout/RepeatingBendingProcessNew"/>
    <dgm:cxn modelId="{85195545-DC50-4CED-9E34-715DB011C018}" srcId="{67D55A9E-A742-4EA2-881B-7D2607519798}" destId="{8DB807B1-78F4-455D-ADB2-0D17C611F1F2}" srcOrd="18" destOrd="0" parTransId="{F6035050-D1CA-4DAA-A061-330EC3F518C7}" sibTransId="{7D370BF2-B16D-4D17-A487-1B5592633783}"/>
    <dgm:cxn modelId="{3D742566-FDC0-4D82-96BC-64F4F2D445E9}" type="presOf" srcId="{BCE8DF38-DF7E-4F1D-B93D-AF0D3A5632ED}" destId="{18D12735-A5EB-4E41-81AE-F1793B2D64F2}" srcOrd="0" destOrd="0" presId="urn:microsoft.com/office/officeart/2016/7/layout/RepeatingBendingProcessNew"/>
    <dgm:cxn modelId="{0B6C4168-BA3B-40A2-AAD8-9F933D1A215D}" srcId="{67D55A9E-A742-4EA2-881B-7D2607519798}" destId="{37A212C8-1668-40B3-B2E9-1D052428846D}" srcOrd="2" destOrd="0" parTransId="{89C88FF2-04C9-4B3A-8961-3EC5FB88C65F}" sibTransId="{C6E8B956-22DD-4723-B1EF-355F418A6831}"/>
    <dgm:cxn modelId="{0AB7FB4E-18D4-4A33-AC0F-CB27BFA3AAB9}" type="presOf" srcId="{8DB807B1-78F4-455D-ADB2-0D17C611F1F2}" destId="{11EA5DF2-72E8-4620-B88D-CC8293597D07}" srcOrd="0" destOrd="0" presId="urn:microsoft.com/office/officeart/2016/7/layout/RepeatingBendingProcessNew"/>
    <dgm:cxn modelId="{5FA35972-967E-4FF2-A11A-D5A026721955}" type="presOf" srcId="{1A92EA31-F96F-4FCD-A222-8B6E79622872}" destId="{FD2C9E35-3009-4144-AD74-0FCD42C01480}" srcOrd="1" destOrd="0" presId="urn:microsoft.com/office/officeart/2016/7/layout/RepeatingBendingProcessNew"/>
    <dgm:cxn modelId="{37FFB572-BCFE-449B-AA6C-A2381962C559}" type="presOf" srcId="{9ADB3BA4-2D99-4005-ACE2-0A815FEF0B34}" destId="{1D737043-6C96-4B1D-B7A1-02A7A9FE3765}" srcOrd="1" destOrd="0" presId="urn:microsoft.com/office/officeart/2016/7/layout/RepeatingBendingProcessNew"/>
    <dgm:cxn modelId="{19BA3D73-BDA1-4E5E-A91F-7D472C9D239A}" type="presOf" srcId="{1EA01A77-134F-4173-9B46-7D44147EFD3B}" destId="{B5B58AFF-7334-448A-BE75-C9F320101D76}" srcOrd="1" destOrd="0" presId="urn:microsoft.com/office/officeart/2016/7/layout/RepeatingBendingProcessNew"/>
    <dgm:cxn modelId="{FAD88373-2645-4CE8-B145-FE0519AF853D}" srcId="{67D55A9E-A742-4EA2-881B-7D2607519798}" destId="{DF7DB18C-1636-48C9-9D84-FC3DE47A05D8}" srcOrd="11" destOrd="0" parTransId="{FD131923-5396-48CD-A648-E87A7E6B6CAC}" sibTransId="{EBABF4F0-204A-4774-A511-17565613EE6C}"/>
    <dgm:cxn modelId="{14D82874-FC6F-409C-8881-7A79B446B7BC}" type="presOf" srcId="{A7080637-630F-46C1-9EF1-D3FE46D4C5A0}" destId="{69F45A88-CBD7-47EF-AA72-2C4DDDBE1199}" srcOrd="0" destOrd="0" presId="urn:microsoft.com/office/officeart/2016/7/layout/RepeatingBendingProcessNew"/>
    <dgm:cxn modelId="{05F57675-22BA-447F-B4E1-36297A40DE60}" type="presOf" srcId="{CF747D45-817E-48CB-A3DF-1CEF5D4662DC}" destId="{7623F028-B5FE-4D8E-8F91-ACACCBD36390}" srcOrd="1" destOrd="0" presId="urn:microsoft.com/office/officeart/2016/7/layout/RepeatingBendingProcessNew"/>
    <dgm:cxn modelId="{3E10CC55-9368-4F02-918C-1024396AA87E}" type="presOf" srcId="{D934A6B2-FA5C-4A67-AD0F-3C5C816B0966}" destId="{C0886084-77C8-448B-97DA-3FCCE8642565}" srcOrd="0" destOrd="0" presId="urn:microsoft.com/office/officeart/2016/7/layout/RepeatingBendingProcessNew"/>
    <dgm:cxn modelId="{00E5A156-5C21-47E4-857C-C7F050629A29}" type="presOf" srcId="{A6259536-F97B-4099-8C9E-B0967DC5F835}" destId="{1E9BBEDA-DE7C-4A2B-9CC6-19FC3AE85AC2}" srcOrd="0" destOrd="0" presId="urn:microsoft.com/office/officeart/2016/7/layout/RepeatingBendingProcessNew"/>
    <dgm:cxn modelId="{0E7CF876-3B04-4811-87ED-73D1784F18B1}" type="presOf" srcId="{7D370BF2-B16D-4D17-A487-1B5592633783}" destId="{71B8EEFE-EB82-4694-8E3E-CD55F33E4D3F}" srcOrd="1" destOrd="0" presId="urn:microsoft.com/office/officeart/2016/7/layout/RepeatingBendingProcessNew"/>
    <dgm:cxn modelId="{1CE5C558-B552-4608-9DED-25F69681D9AC}" type="presOf" srcId="{ECEC1136-76C5-422B-9D92-8CDAD80F5299}" destId="{5CEC3F47-E649-411F-B43A-058439AAB1E6}" srcOrd="0" destOrd="0" presId="urn:microsoft.com/office/officeart/2016/7/layout/RepeatingBendingProcessNew"/>
    <dgm:cxn modelId="{A002DC7A-8D14-4BF8-8D80-8C946C41F3CA}" srcId="{67D55A9E-A742-4EA2-881B-7D2607519798}" destId="{BF10E828-56B3-4B61-8E72-1EA8E905AFB1}" srcOrd="9" destOrd="0" parTransId="{BCD62946-EE24-4257-906E-16611444B172}" sibTransId="{9ADB3BA4-2D99-4005-ACE2-0A815FEF0B34}"/>
    <dgm:cxn modelId="{8F33EC5A-F30B-4F63-8EF3-4BFCB4EA9F5A}" type="presOf" srcId="{1C1E3FBF-55BB-4B0E-B613-006D7B0337DF}" destId="{6CE56948-9C88-40AF-97DB-62F2EDEF49A2}" srcOrd="0" destOrd="0" presId="urn:microsoft.com/office/officeart/2016/7/layout/RepeatingBendingProcessNew"/>
    <dgm:cxn modelId="{47B0907D-62F5-4FB6-B6F4-4432C85E3D00}" srcId="{67D55A9E-A742-4EA2-881B-7D2607519798}" destId="{366E4E37-D765-4DA6-9AB7-45DAC58493C3}" srcOrd="7" destOrd="0" parTransId="{2416E211-D47A-43C4-8561-E8DE65770721}" sibTransId="{510C45BC-6360-4F5D-9E1D-03E0D5499AE1}"/>
    <dgm:cxn modelId="{A27CB97D-5495-4E00-8AF2-5CD1D76D5FE0}" type="presOf" srcId="{D1C81682-78E7-4EEB-BA5C-F309A4932BE3}" destId="{70985EDA-B105-4AD0-B925-A488E1AB5423}" srcOrd="1" destOrd="0" presId="urn:microsoft.com/office/officeart/2016/7/layout/RepeatingBendingProcessNew"/>
    <dgm:cxn modelId="{83DDE17E-4537-457B-9F27-DE7D74C976FE}" srcId="{67D55A9E-A742-4EA2-881B-7D2607519798}" destId="{D3B10327-9471-49F2-8776-2E4ACC9F622D}" srcOrd="24" destOrd="0" parTransId="{B4EDF47E-0E7F-47BD-89C7-5F42D3DE8DE3}" sibTransId="{13B99A2B-AC36-48A5-BA1A-AD9CC6DBCE62}"/>
    <dgm:cxn modelId="{71B82384-5389-498C-83C9-8A24757B9AA1}" type="presOf" srcId="{ACF33482-8DD2-4669-97E6-DB84AF4EC160}" destId="{91B5A709-357A-4660-AFD8-E495826F12C7}" srcOrd="0" destOrd="0" presId="urn:microsoft.com/office/officeart/2016/7/layout/RepeatingBendingProcessNew"/>
    <dgm:cxn modelId="{E85A5685-984C-4FE3-B342-2C35FC61A822}" type="presOf" srcId="{D58B6E74-87CE-41CF-9266-BAC4A63912B8}" destId="{F207D762-ECBD-41E2-A41F-36FDA2874CCC}" srcOrd="0" destOrd="0" presId="urn:microsoft.com/office/officeart/2016/7/layout/RepeatingBendingProcessNew"/>
    <dgm:cxn modelId="{3233D386-6119-4723-B47A-505D313347A2}" type="presOf" srcId="{D3B10327-9471-49F2-8776-2E4ACC9F622D}" destId="{AF9E91F9-2FA1-438F-8EC4-EBB386287F00}" srcOrd="0" destOrd="0" presId="urn:microsoft.com/office/officeart/2016/7/layout/RepeatingBendingProcessNew"/>
    <dgm:cxn modelId="{25C62489-C813-48F4-BACA-E1BE71988F82}" type="presOf" srcId="{3CC85B4A-F205-473F-9492-FE0499A829D3}" destId="{2F5CFCC4-B8F8-4C79-8B44-B759BCF39090}" srcOrd="0" destOrd="0" presId="urn:microsoft.com/office/officeart/2016/7/layout/RepeatingBendingProcessNew"/>
    <dgm:cxn modelId="{3846BF8A-831C-45AE-BC09-D62A2AE4DB6A}" type="presOf" srcId="{C1246278-1C4F-4BA7-89E5-81CFDE77A3A7}" destId="{9E42A0F6-ECE7-4433-8482-D524132FCC93}" srcOrd="0" destOrd="0" presId="urn:microsoft.com/office/officeart/2016/7/layout/RepeatingBendingProcessNew"/>
    <dgm:cxn modelId="{227E468C-2CE8-4954-B845-A9035D0A99B3}" srcId="{67D55A9E-A742-4EA2-881B-7D2607519798}" destId="{BDFC46EE-A453-4531-BBA0-740E2560063C}" srcOrd="8" destOrd="0" parTransId="{D7F0FD5E-B635-4337-81BB-3D43FE900CC2}" sibTransId="{118F7E98-19F3-4E2D-BAAD-839F2594E505}"/>
    <dgm:cxn modelId="{CB6FF68D-4273-434C-B821-DBE8023A6E65}" srcId="{67D55A9E-A742-4EA2-881B-7D2607519798}" destId="{A6259536-F97B-4099-8C9E-B0967DC5F835}" srcOrd="4" destOrd="0" parTransId="{5BF3B06A-C990-48E3-8E76-D79386CC1C65}" sibTransId="{4838EF2C-FDF2-4C61-8FDD-A01295A47842}"/>
    <dgm:cxn modelId="{155A9D8E-335D-4B11-9966-C8855E3290B2}" srcId="{67D55A9E-A742-4EA2-881B-7D2607519798}" destId="{021AD2A1-DF8D-456C-A73F-49E401D22A0A}" srcOrd="17" destOrd="0" parTransId="{02F781BA-E173-436B-8425-5FFC7B405A2C}" sibTransId="{D61E9061-E439-4ABB-9ABF-D2CA288CE7D7}"/>
    <dgm:cxn modelId="{0B48CE8E-4283-42C7-A3B2-2DEE8EE78BD4}" type="presOf" srcId="{3CDF776F-3593-42FD-92DE-0FAE509BA7EB}" destId="{C1FBC16F-6F34-40EB-B0B8-6D12B015A2B1}" srcOrd="0" destOrd="0" presId="urn:microsoft.com/office/officeart/2016/7/layout/RepeatingBendingProcessNew"/>
    <dgm:cxn modelId="{3B8D9790-93A8-4CCD-A502-1D2D379E8D3B}" srcId="{67D55A9E-A742-4EA2-881B-7D2607519798}" destId="{12BCBD7B-1E10-4B8A-ADD7-64C0C9996A0C}" srcOrd="14" destOrd="0" parTransId="{C17E89D5-7EBF-4F15-A828-C9D87142110A}" sibTransId="{1EA01A77-134F-4173-9B46-7D44147EFD3B}"/>
    <dgm:cxn modelId="{8105C991-A712-43BE-A89B-EC679B620369}" type="presOf" srcId="{682554D4-7C82-4209-BABE-F15E94D27CB4}" destId="{C64B706B-E93D-48DB-B43B-CF77C6206D97}" srcOrd="1" destOrd="0" presId="urn:microsoft.com/office/officeart/2016/7/layout/RepeatingBendingProcessNew"/>
    <dgm:cxn modelId="{6F5AED94-ECDA-4BF2-B8E2-A09DA6EED42B}" type="presOf" srcId="{0311697B-8C3D-4CFF-8A21-A637DE27BBB5}" destId="{EA2AF714-C88F-450D-B31C-68E2E031BBF9}" srcOrd="0" destOrd="0" presId="urn:microsoft.com/office/officeart/2016/7/layout/RepeatingBendingProcessNew"/>
    <dgm:cxn modelId="{37B92C97-6304-4057-8F62-817C7B859C0C}" type="presOf" srcId="{5DBF4626-659F-41B8-A8DE-4152ECA79F56}" destId="{64ACAA29-3608-4400-A0E9-A2F4800DC2E8}" srcOrd="0" destOrd="0" presId="urn:microsoft.com/office/officeart/2016/7/layout/RepeatingBendingProcessNew"/>
    <dgm:cxn modelId="{29B1309C-C835-4339-80E8-3CF22FB06CEE}" type="presOf" srcId="{AE902349-F40C-4C5D-B555-4E0299794F7A}" destId="{7660BCC8-5E0E-43F5-B4ED-8F2D917BD5AC}" srcOrd="0" destOrd="0" presId="urn:microsoft.com/office/officeart/2016/7/layout/RepeatingBendingProcessNew"/>
    <dgm:cxn modelId="{4AF7459C-7CAC-42D8-BB8D-38A6A4BC292D}" type="presOf" srcId="{1EA01A77-134F-4173-9B46-7D44147EFD3B}" destId="{DEA9D1B1-3436-4E7B-8D5F-A964D3FD1C2B}" srcOrd="0" destOrd="0" presId="urn:microsoft.com/office/officeart/2016/7/layout/RepeatingBendingProcessNew"/>
    <dgm:cxn modelId="{D67ED79E-D7C4-4C5D-BF12-3EC1D33A4738}" srcId="{67D55A9E-A742-4EA2-881B-7D2607519798}" destId="{903E0A89-8FBC-48D7-87C6-C86DF03EE0C7}" srcOrd="26" destOrd="0" parTransId="{5E450576-00E3-45EC-9F98-AB0A3EE7F3B9}" sibTransId="{5A145873-2AA5-476A-B74E-023C1B14B61F}"/>
    <dgm:cxn modelId="{346F0D9F-E383-4DA3-81BC-A1744350FEE7}" type="presOf" srcId="{13B99A2B-AC36-48A5-BA1A-AD9CC6DBCE62}" destId="{A4D5E160-948C-4F50-8712-401C8270CE6A}" srcOrd="1" destOrd="0" presId="urn:microsoft.com/office/officeart/2016/7/layout/RepeatingBendingProcessNew"/>
    <dgm:cxn modelId="{C5BC499F-126A-4C2D-8285-E01928B6B01D}" type="presOf" srcId="{9ADB3BA4-2D99-4005-ACE2-0A815FEF0B34}" destId="{1A55E5B4-8C59-4953-ACB5-3D97BFDA35C6}" srcOrd="0" destOrd="0" presId="urn:microsoft.com/office/officeart/2016/7/layout/RepeatingBendingProcessNew"/>
    <dgm:cxn modelId="{19BBB6A0-DC3A-46EC-A093-3403E5C465B5}" type="presOf" srcId="{D61E9061-E439-4ABB-9ABF-D2CA288CE7D7}" destId="{56603BB7-9143-4F75-BD28-D263307DFFA3}" srcOrd="0" destOrd="0" presId="urn:microsoft.com/office/officeart/2016/7/layout/RepeatingBendingProcessNew"/>
    <dgm:cxn modelId="{9F2939A3-C5B3-44BE-B06D-7E8AD677FC97}" type="presOf" srcId="{D61E9061-E439-4ABB-9ABF-D2CA288CE7D7}" destId="{A3465A9B-AE15-483C-A5F1-FEF3C8EB314C}" srcOrd="1" destOrd="0" presId="urn:microsoft.com/office/officeart/2016/7/layout/RepeatingBendingProcessNew"/>
    <dgm:cxn modelId="{B1244AA4-130F-4E29-AAF4-CDC73718BD78}" type="presOf" srcId="{118F7E98-19F3-4E2D-BAAD-839F2594E505}" destId="{3027C9E3-86C2-4EB0-B93C-3C91D733AC07}" srcOrd="0" destOrd="0" presId="urn:microsoft.com/office/officeart/2016/7/layout/RepeatingBendingProcessNew"/>
    <dgm:cxn modelId="{A29F1AA8-E55E-4D4E-BBA3-CA60400BE594}" type="presOf" srcId="{682554D4-7C82-4209-BABE-F15E94D27CB4}" destId="{3E429583-AB54-49D8-822C-310309052C14}" srcOrd="0" destOrd="0" presId="urn:microsoft.com/office/officeart/2016/7/layout/RepeatingBendingProcessNew"/>
    <dgm:cxn modelId="{2B39C3AA-91CE-4267-B7AD-10189C99D062}" type="presOf" srcId="{C6E8B956-22DD-4723-B1EF-355F418A6831}" destId="{F42A6028-2CB2-48DC-BA16-765880B83911}" srcOrd="1" destOrd="0" presId="urn:microsoft.com/office/officeart/2016/7/layout/RepeatingBendingProcessNew"/>
    <dgm:cxn modelId="{85398DAB-7A89-48DF-A090-A61F3F19DAFC}" type="presOf" srcId="{BDFC46EE-A453-4531-BBA0-740E2560063C}" destId="{007E8BE9-FBEB-4594-8DEF-F031B5D35EA9}" srcOrd="0" destOrd="0" presId="urn:microsoft.com/office/officeart/2016/7/layout/RepeatingBendingProcessNew"/>
    <dgm:cxn modelId="{5DA801AC-84BB-40B3-9964-583FFAE26AD8}" type="presOf" srcId="{CD9FD6EE-C970-4645-BF6E-274BCE002158}" destId="{7B741C7B-8DC2-4D56-9452-C7269F4B8848}" srcOrd="1" destOrd="0" presId="urn:microsoft.com/office/officeart/2016/7/layout/RepeatingBendingProcessNew"/>
    <dgm:cxn modelId="{8EDEA3AD-2C19-400D-8D99-DC9CCAFD692D}" type="presOf" srcId="{1DEC7C75-3353-46A4-8A6C-AB857BDD12CB}" destId="{76BB3741-2FD9-4BA9-A07E-B54740643AA7}" srcOrd="1" destOrd="0" presId="urn:microsoft.com/office/officeart/2016/7/layout/RepeatingBendingProcessNew"/>
    <dgm:cxn modelId="{9E40E9B2-0033-41E8-86F0-863A52282024}" type="presOf" srcId="{031E5559-03D8-42EE-9B20-366491EBA16A}" destId="{D93A8CD7-8C0F-40A1-8952-0EB6F9FAECCB}" srcOrd="0" destOrd="0" presId="urn:microsoft.com/office/officeart/2016/7/layout/RepeatingBendingProcessNew"/>
    <dgm:cxn modelId="{010B8EB3-A466-4246-9603-097C40BBDACF}" type="presOf" srcId="{1A92EA31-F96F-4FCD-A222-8B6E79622872}" destId="{68856CC5-CE11-4DDE-8E97-17ACBBCF938E}" srcOrd="0" destOrd="0" presId="urn:microsoft.com/office/officeart/2016/7/layout/RepeatingBendingProcessNew"/>
    <dgm:cxn modelId="{6C2ACCB3-D9F6-4DB0-B4CD-84648EC1CDEE}" srcId="{67D55A9E-A742-4EA2-881B-7D2607519798}" destId="{8461C0CA-6961-4242-8B6F-430336505012}" srcOrd="23" destOrd="0" parTransId="{5D7FAF6E-75E6-47BD-95E8-E360EB39FDA6}" sibTransId="{CF747D45-817E-48CB-A3DF-1CEF5D4662DC}"/>
    <dgm:cxn modelId="{1A7CE0B7-662E-4A5D-A6A8-6931D82B66BA}" srcId="{67D55A9E-A742-4EA2-881B-7D2607519798}" destId="{BCE8DF38-DF7E-4F1D-B93D-AF0D3A5632ED}" srcOrd="25" destOrd="0" parTransId="{6E4D6306-8838-4371-A4BC-A20772D41463}" sibTransId="{AE902349-F40C-4C5D-B555-4E0299794F7A}"/>
    <dgm:cxn modelId="{607AE8B7-7EC4-452C-B5B4-A2BFA6005DA0}" type="presOf" srcId="{903E0A89-8FBC-48D7-87C6-C86DF03EE0C7}" destId="{53CD4F98-5575-475B-A9D6-57C6360B777C}" srcOrd="0" destOrd="0" presId="urn:microsoft.com/office/officeart/2016/7/layout/RepeatingBendingProcessNew"/>
    <dgm:cxn modelId="{D66310BA-8988-4243-A312-A02095A58523}" srcId="{67D55A9E-A742-4EA2-881B-7D2607519798}" destId="{C1246278-1C4F-4BA7-89E5-81CFDE77A3A7}" srcOrd="12" destOrd="0" parTransId="{FA717CF4-2013-4FB0-BF73-7F898C265103}" sibTransId="{3CC85B4A-F205-473F-9492-FE0499A829D3}"/>
    <dgm:cxn modelId="{1B1D1CBE-E470-4154-B099-F8DEC2809318}" type="presOf" srcId="{0311697B-8C3D-4CFF-8A21-A637DE27BBB5}" destId="{A693DC12-427B-43EE-BA5C-4BCA88FDE16D}" srcOrd="1" destOrd="0" presId="urn:microsoft.com/office/officeart/2016/7/layout/RepeatingBendingProcessNew"/>
    <dgm:cxn modelId="{589F54C0-D634-43F1-9DBE-1DEE2867083A}" type="presOf" srcId="{1C1E3FBF-55BB-4B0E-B613-006D7B0337DF}" destId="{1C92901D-733F-45BB-9BB8-61BE15197BAF}" srcOrd="1" destOrd="0" presId="urn:microsoft.com/office/officeart/2016/7/layout/RepeatingBendingProcessNew"/>
    <dgm:cxn modelId="{5B3822C2-F1C2-4F0C-B9BA-BE10A4454047}" srcId="{67D55A9E-A742-4EA2-881B-7D2607519798}" destId="{881995B9-A434-46FF-AE00-F909C0282AB7}" srcOrd="21" destOrd="0" parTransId="{92652621-1F9B-439C-BEBA-766EED35CB6A}" sibTransId="{CD9FD6EE-C970-4645-BF6E-274BCE002158}"/>
    <dgm:cxn modelId="{3009C9C2-EFA4-4174-B4A1-611982D2DFE9}" srcId="{67D55A9E-A742-4EA2-881B-7D2607519798}" destId="{D58B6E74-87CE-41CF-9266-BAC4A63912B8}" srcOrd="16" destOrd="0" parTransId="{7BA18A0A-BDC8-44AD-927C-D0300FE3883D}" sibTransId="{ECEC1136-76C5-422B-9D92-8CDAD80F5299}"/>
    <dgm:cxn modelId="{A3B10AC7-6EEE-4ADB-8EDE-CEEE734D0A8A}" type="presOf" srcId="{52154D9C-9B21-4A54-97AA-78DC286E9524}" destId="{0C1D135E-E180-432F-AEEB-6CC4FD3C7864}" srcOrd="0" destOrd="0" presId="urn:microsoft.com/office/officeart/2016/7/layout/RepeatingBendingProcessNew"/>
    <dgm:cxn modelId="{3D4CA9C7-BFD6-4861-9FF1-000D67AA83D9}" type="presOf" srcId="{4838EF2C-FDF2-4C61-8FDD-A01295A47842}" destId="{3C93ED01-E6E1-4A63-9EA6-BA6695BEF666}" srcOrd="0" destOrd="0" presId="urn:microsoft.com/office/officeart/2016/7/layout/RepeatingBendingProcessNew"/>
    <dgm:cxn modelId="{756ACBC9-6A58-4137-BF59-1A811E1FD907}" srcId="{ACF33482-8DD2-4669-97E6-DB84AF4EC160}" destId="{F99485AF-E5BF-48B4-B867-815E228E009D}" srcOrd="0" destOrd="0" parTransId="{CA36A272-6E24-41B3-B9A2-5F2AEBEBDA34}" sibTransId="{E7028C4E-0C6F-4E15-AE7A-AA14B38ADC43}"/>
    <dgm:cxn modelId="{82A923CC-904B-4C79-9FE1-99B81653A99F}" type="presOf" srcId="{70FAE14B-8A00-4D49-B5C0-BDE5CF78133F}" destId="{683A9801-CBAD-47D6-8A4F-B655E780223E}" srcOrd="0" destOrd="0" presId="urn:microsoft.com/office/officeart/2016/7/layout/RepeatingBendingProcessNew"/>
    <dgm:cxn modelId="{5D9374CE-2496-48EF-B492-88087034446E}" type="presOf" srcId="{7D370BF2-B16D-4D17-A487-1B5592633783}" destId="{4AC31548-8D88-458D-93F0-8F65214A93A6}" srcOrd="0" destOrd="0" presId="urn:microsoft.com/office/officeart/2016/7/layout/RepeatingBendingProcessNew"/>
    <dgm:cxn modelId="{518C8DCE-9127-4874-B492-3BC6AAD75087}" srcId="{67D55A9E-A742-4EA2-881B-7D2607519798}" destId="{0EDCECDB-7567-4274-99CD-2C99D861752E}" srcOrd="3" destOrd="0" parTransId="{A95F8AB7-367B-4716-B0CF-FD5F18BCEE3A}" sibTransId="{52154D9C-9B21-4A54-97AA-78DC286E9524}"/>
    <dgm:cxn modelId="{9AC4EDCE-8201-48E8-8680-EB97A8CB89BE}" srcId="{67D55A9E-A742-4EA2-881B-7D2607519798}" destId="{59000BF0-E6B8-41A5-8278-C20896AA4E2A}" srcOrd="10" destOrd="0" parTransId="{7D0A012F-7087-41FF-A77E-9B4E88AA2EF0}" sibTransId="{1A92EA31-F96F-4FCD-A222-8B6E79622872}"/>
    <dgm:cxn modelId="{91835CD4-20A1-47F5-9A29-2F13A65B0105}" type="presOf" srcId="{C6E8B956-22DD-4723-B1EF-355F418A6831}" destId="{539CB8AE-1461-4EF0-9C7C-9F03DF0643D2}" srcOrd="0" destOrd="0" presId="urn:microsoft.com/office/officeart/2016/7/layout/RepeatingBendingProcessNew"/>
    <dgm:cxn modelId="{BF2114D7-396F-48D0-A07A-9CE67B5A238E}" type="presOf" srcId="{AE902349-F40C-4C5D-B555-4E0299794F7A}" destId="{D1D22D2C-E29C-41CB-9994-84A60631C3C6}" srcOrd="1" destOrd="0" presId="urn:microsoft.com/office/officeart/2016/7/layout/RepeatingBendingProcessNew"/>
    <dgm:cxn modelId="{B03C22D7-2298-479D-AE7D-9FE3300E0A6E}" type="presOf" srcId="{AE69424C-A087-4649-BBC8-66BA51FFCB20}" destId="{C6462222-EDE6-4652-B27D-B59E292B2D7C}" srcOrd="1" destOrd="0" presId="urn:microsoft.com/office/officeart/2016/7/layout/RepeatingBendingProcessNew"/>
    <dgm:cxn modelId="{06A825D9-BD8B-42C8-8991-1E9167073166}" type="presOf" srcId="{AE69424C-A087-4649-BBC8-66BA51FFCB20}" destId="{163DFBA4-91EA-47AF-B215-B30B1D093DFA}" srcOrd="0" destOrd="0" presId="urn:microsoft.com/office/officeart/2016/7/layout/RepeatingBendingProcessNew"/>
    <dgm:cxn modelId="{DA3729DD-386D-4DD1-954E-ED7C4051D165}" type="presOf" srcId="{881995B9-A434-46FF-AE00-F909C0282AB7}" destId="{606B8B77-44FB-4961-B262-F47B1EB1822A}" srcOrd="0" destOrd="0" presId="urn:microsoft.com/office/officeart/2016/7/layout/RepeatingBendingProcessNew"/>
    <dgm:cxn modelId="{DB1BB9DD-C9AA-4CFA-81B6-3A47CF61C7C8}" type="presOf" srcId="{13B99A2B-AC36-48A5-BA1A-AD9CC6DBCE62}" destId="{574A41DA-B6D3-4F36-AE59-383E0FEB50FE}" srcOrd="0" destOrd="0" presId="urn:microsoft.com/office/officeart/2016/7/layout/RepeatingBendingProcessNew"/>
    <dgm:cxn modelId="{ED8469DE-E5AD-49DC-9EE2-B2FE13CD1EF1}" type="presOf" srcId="{118F7E98-19F3-4E2D-BAAD-839F2594E505}" destId="{9337C6B4-EA20-4D3F-A730-88D8A1A36BC8}" srcOrd="1" destOrd="0" presId="urn:microsoft.com/office/officeart/2016/7/layout/RepeatingBendingProcessNew"/>
    <dgm:cxn modelId="{72EF96DF-3706-48D1-B2F9-1B5FF9EFA534}" type="presOf" srcId="{D1C81682-78E7-4EEB-BA5C-F309A4932BE3}" destId="{63594451-A33A-42FB-BCCC-B28D216DB1C5}" srcOrd="0" destOrd="0" presId="urn:microsoft.com/office/officeart/2016/7/layout/RepeatingBendingProcessNew"/>
    <dgm:cxn modelId="{602D2FE5-D183-46A4-B262-8A42A581002D}" type="presOf" srcId="{8461C0CA-6961-4242-8B6F-430336505012}" destId="{D18026E4-901C-4F27-8E9C-D912339E36C3}" srcOrd="0" destOrd="0" presId="urn:microsoft.com/office/officeart/2016/7/layout/RepeatingBendingProcessNew"/>
    <dgm:cxn modelId="{B7F3E5E8-AA07-4356-BF48-935705F13D69}" type="presOf" srcId="{0EDCECDB-7567-4274-99CD-2C99D861752E}" destId="{F5C30909-FE4A-42E7-9027-420304FED064}" srcOrd="0" destOrd="0" presId="urn:microsoft.com/office/officeart/2016/7/layout/RepeatingBendingProcessNew"/>
    <dgm:cxn modelId="{15AEA2E9-88D9-48C1-AC9D-EAA1A5B68A87}" type="presOf" srcId="{75B07E0A-8B26-481B-90E0-BCC37F93EC7B}" destId="{91B5A709-357A-4660-AFD8-E495826F12C7}" srcOrd="0" destOrd="2" presId="urn:microsoft.com/office/officeart/2016/7/layout/RepeatingBendingProcessNew"/>
    <dgm:cxn modelId="{1F4A01F1-704C-42D0-93FF-19DB82A56B15}" srcId="{67D55A9E-A742-4EA2-881B-7D2607519798}" destId="{5DBF4626-659F-41B8-A8DE-4152ECA79F56}" srcOrd="27" destOrd="0" parTransId="{9CA5961E-028E-4937-9434-00B3606EC453}" sibTransId="{76648BA3-094B-47E3-8909-9BF7451B9CE9}"/>
    <dgm:cxn modelId="{A6D6D3F6-D983-4206-AABD-81A4D1023C3D}" type="presOf" srcId="{510C45BC-6360-4F5D-9E1D-03E0D5499AE1}" destId="{238D3D4C-D7D9-4BC1-A31D-88EC657A7509}" srcOrd="0" destOrd="0" presId="urn:microsoft.com/office/officeart/2016/7/layout/RepeatingBendingProcessNew"/>
    <dgm:cxn modelId="{478D49F9-6D27-46B0-A0A1-331C6470CE72}" type="presOf" srcId="{031E5559-03D8-42EE-9B20-366491EBA16A}" destId="{74235784-C32B-4886-A39A-CACEB7F49542}" srcOrd="1" destOrd="0" presId="urn:microsoft.com/office/officeart/2016/7/layout/RepeatingBendingProcessNew"/>
    <dgm:cxn modelId="{4BF86FFE-3CBB-4035-A988-88F6D7B1548A}" type="presOf" srcId="{5A145873-2AA5-476A-B74E-023C1B14B61F}" destId="{52A78EFE-4599-40D2-B629-C3F776B8558B}" srcOrd="0" destOrd="0" presId="urn:microsoft.com/office/officeart/2016/7/layout/RepeatingBendingProcessNew"/>
    <dgm:cxn modelId="{D6265870-72BF-4E8A-90D5-72B76E15D9A7}" type="presParOf" srcId="{043FF3F0-8CA7-4A27-A6CB-8962C05DBA7D}" destId="{B315A716-5DDB-4DA1-B51C-C2351D30A7E8}" srcOrd="0" destOrd="0" presId="urn:microsoft.com/office/officeart/2016/7/layout/RepeatingBendingProcessNew"/>
    <dgm:cxn modelId="{278B9852-6390-465C-B07F-D771B4B63C41}" type="presParOf" srcId="{043FF3F0-8CA7-4A27-A6CB-8962C05DBA7D}" destId="{163DFBA4-91EA-47AF-B215-B30B1D093DFA}" srcOrd="1" destOrd="0" presId="urn:microsoft.com/office/officeart/2016/7/layout/RepeatingBendingProcessNew"/>
    <dgm:cxn modelId="{B16F88B8-EEDC-4FAC-B010-2D4910AE3723}" type="presParOf" srcId="{163DFBA4-91EA-47AF-B215-B30B1D093DFA}" destId="{C6462222-EDE6-4652-B27D-B59E292B2D7C}" srcOrd="0" destOrd="0" presId="urn:microsoft.com/office/officeart/2016/7/layout/RepeatingBendingProcessNew"/>
    <dgm:cxn modelId="{D71FE3C4-0BA7-443B-AA2B-E21778E38DCA}" type="presParOf" srcId="{043FF3F0-8CA7-4A27-A6CB-8962C05DBA7D}" destId="{91B5A709-357A-4660-AFD8-E495826F12C7}" srcOrd="2" destOrd="0" presId="urn:microsoft.com/office/officeart/2016/7/layout/RepeatingBendingProcessNew"/>
    <dgm:cxn modelId="{2544C413-68F5-4A8C-9278-03B8DDDFE4D8}" type="presParOf" srcId="{043FF3F0-8CA7-4A27-A6CB-8962C05DBA7D}" destId="{683A9801-CBAD-47D6-8A4F-B655E780223E}" srcOrd="3" destOrd="0" presId="urn:microsoft.com/office/officeart/2016/7/layout/RepeatingBendingProcessNew"/>
    <dgm:cxn modelId="{365BDF81-2F7A-42A0-8F24-F5287F74A69C}" type="presParOf" srcId="{683A9801-CBAD-47D6-8A4F-B655E780223E}" destId="{4962889F-C733-4417-A58B-B4D09C0D6D9E}" srcOrd="0" destOrd="0" presId="urn:microsoft.com/office/officeart/2016/7/layout/RepeatingBendingProcessNew"/>
    <dgm:cxn modelId="{477DA99C-29BE-469A-B4A5-2C3228708863}" type="presParOf" srcId="{043FF3F0-8CA7-4A27-A6CB-8962C05DBA7D}" destId="{0C1A9F96-DE6B-4DFF-9E47-B9181B538FEA}" srcOrd="4" destOrd="0" presId="urn:microsoft.com/office/officeart/2016/7/layout/RepeatingBendingProcessNew"/>
    <dgm:cxn modelId="{3596CE31-FE0C-40D5-8D00-20A4BDDBBC79}" type="presParOf" srcId="{043FF3F0-8CA7-4A27-A6CB-8962C05DBA7D}" destId="{539CB8AE-1461-4EF0-9C7C-9F03DF0643D2}" srcOrd="5" destOrd="0" presId="urn:microsoft.com/office/officeart/2016/7/layout/RepeatingBendingProcessNew"/>
    <dgm:cxn modelId="{43A62606-A621-41E5-889B-251D490C461D}" type="presParOf" srcId="{539CB8AE-1461-4EF0-9C7C-9F03DF0643D2}" destId="{F42A6028-2CB2-48DC-BA16-765880B83911}" srcOrd="0" destOrd="0" presId="urn:microsoft.com/office/officeart/2016/7/layout/RepeatingBendingProcessNew"/>
    <dgm:cxn modelId="{C26D250E-88F6-4488-A53F-F14BAA22CFAB}" type="presParOf" srcId="{043FF3F0-8CA7-4A27-A6CB-8962C05DBA7D}" destId="{F5C30909-FE4A-42E7-9027-420304FED064}" srcOrd="6" destOrd="0" presId="urn:microsoft.com/office/officeart/2016/7/layout/RepeatingBendingProcessNew"/>
    <dgm:cxn modelId="{242DCBF5-E0D6-429C-B8C3-4BBA40EB7AE5}" type="presParOf" srcId="{043FF3F0-8CA7-4A27-A6CB-8962C05DBA7D}" destId="{0C1D135E-E180-432F-AEEB-6CC4FD3C7864}" srcOrd="7" destOrd="0" presId="urn:microsoft.com/office/officeart/2016/7/layout/RepeatingBendingProcessNew"/>
    <dgm:cxn modelId="{D256372A-69BA-44E2-81FD-F26B093FCE32}" type="presParOf" srcId="{0C1D135E-E180-432F-AEEB-6CC4FD3C7864}" destId="{5C31558E-9926-4491-847D-CDBC1CC8F9CE}" srcOrd="0" destOrd="0" presId="urn:microsoft.com/office/officeart/2016/7/layout/RepeatingBendingProcessNew"/>
    <dgm:cxn modelId="{D59D5C27-F5DD-4B4A-9AA2-8966B523CB43}" type="presParOf" srcId="{043FF3F0-8CA7-4A27-A6CB-8962C05DBA7D}" destId="{1E9BBEDA-DE7C-4A2B-9CC6-19FC3AE85AC2}" srcOrd="8" destOrd="0" presId="urn:microsoft.com/office/officeart/2016/7/layout/RepeatingBendingProcessNew"/>
    <dgm:cxn modelId="{A8C2BA2F-A1CC-40B8-AD1D-F8918D692BB6}" type="presParOf" srcId="{043FF3F0-8CA7-4A27-A6CB-8962C05DBA7D}" destId="{3C93ED01-E6E1-4A63-9EA6-BA6695BEF666}" srcOrd="9" destOrd="0" presId="urn:microsoft.com/office/officeart/2016/7/layout/RepeatingBendingProcessNew"/>
    <dgm:cxn modelId="{4FE82FE3-6EE2-44C2-9D8B-AD1C267D64E6}" type="presParOf" srcId="{3C93ED01-E6E1-4A63-9EA6-BA6695BEF666}" destId="{BFE588F9-403D-4BF2-900F-EA5797DBF9E8}" srcOrd="0" destOrd="0" presId="urn:microsoft.com/office/officeart/2016/7/layout/RepeatingBendingProcessNew"/>
    <dgm:cxn modelId="{C127F978-8435-4CC1-A5B1-7F467ABD206C}" type="presParOf" srcId="{043FF3F0-8CA7-4A27-A6CB-8962C05DBA7D}" destId="{43673876-C2C3-4436-AE94-8E10354CA2C9}" srcOrd="10" destOrd="0" presId="urn:microsoft.com/office/officeart/2016/7/layout/RepeatingBendingProcessNew"/>
    <dgm:cxn modelId="{45E27B56-373F-436F-90A6-B1EBBD39BD2A}" type="presParOf" srcId="{043FF3F0-8CA7-4A27-A6CB-8962C05DBA7D}" destId="{6CE56948-9C88-40AF-97DB-62F2EDEF49A2}" srcOrd="11" destOrd="0" presId="urn:microsoft.com/office/officeart/2016/7/layout/RepeatingBendingProcessNew"/>
    <dgm:cxn modelId="{5FDA29CF-AE7E-410F-ABFD-FF19357171A0}" type="presParOf" srcId="{6CE56948-9C88-40AF-97DB-62F2EDEF49A2}" destId="{1C92901D-733F-45BB-9BB8-61BE15197BAF}" srcOrd="0" destOrd="0" presId="urn:microsoft.com/office/officeart/2016/7/layout/RepeatingBendingProcessNew"/>
    <dgm:cxn modelId="{D7C02892-DF93-4FB8-A613-A511A25E6D88}" type="presParOf" srcId="{043FF3F0-8CA7-4A27-A6CB-8962C05DBA7D}" destId="{69F45A88-CBD7-47EF-AA72-2C4DDDBE1199}" srcOrd="12" destOrd="0" presId="urn:microsoft.com/office/officeart/2016/7/layout/RepeatingBendingProcessNew"/>
    <dgm:cxn modelId="{474D024C-EA09-41F0-8CA1-E44EAB3A789F}" type="presParOf" srcId="{043FF3F0-8CA7-4A27-A6CB-8962C05DBA7D}" destId="{EA2AF714-C88F-450D-B31C-68E2E031BBF9}" srcOrd="13" destOrd="0" presId="urn:microsoft.com/office/officeart/2016/7/layout/RepeatingBendingProcessNew"/>
    <dgm:cxn modelId="{B5ADBDCD-6DB5-454A-89DE-4FFF6339B078}" type="presParOf" srcId="{EA2AF714-C88F-450D-B31C-68E2E031BBF9}" destId="{A693DC12-427B-43EE-BA5C-4BCA88FDE16D}" srcOrd="0" destOrd="0" presId="urn:microsoft.com/office/officeart/2016/7/layout/RepeatingBendingProcessNew"/>
    <dgm:cxn modelId="{7E9576BF-A901-4D29-A40C-9F3CABDBDEC1}" type="presParOf" srcId="{043FF3F0-8CA7-4A27-A6CB-8962C05DBA7D}" destId="{910EE901-A527-4B61-94D0-00571FD547DD}" srcOrd="14" destOrd="0" presId="urn:microsoft.com/office/officeart/2016/7/layout/RepeatingBendingProcessNew"/>
    <dgm:cxn modelId="{7118B8C4-47CA-4E3C-9F91-D01F858EE9D1}" type="presParOf" srcId="{043FF3F0-8CA7-4A27-A6CB-8962C05DBA7D}" destId="{238D3D4C-D7D9-4BC1-A31D-88EC657A7509}" srcOrd="15" destOrd="0" presId="urn:microsoft.com/office/officeart/2016/7/layout/RepeatingBendingProcessNew"/>
    <dgm:cxn modelId="{713129B6-F07D-4FFC-AFB2-9A520BCF3D8A}" type="presParOf" srcId="{238D3D4C-D7D9-4BC1-A31D-88EC657A7509}" destId="{8E76AF01-6A9A-4153-9AED-3E78A72CB858}" srcOrd="0" destOrd="0" presId="urn:microsoft.com/office/officeart/2016/7/layout/RepeatingBendingProcessNew"/>
    <dgm:cxn modelId="{0867707D-A5CB-4333-915E-8C4CF0717FA8}" type="presParOf" srcId="{043FF3F0-8CA7-4A27-A6CB-8962C05DBA7D}" destId="{007E8BE9-FBEB-4594-8DEF-F031B5D35EA9}" srcOrd="16" destOrd="0" presId="urn:microsoft.com/office/officeart/2016/7/layout/RepeatingBendingProcessNew"/>
    <dgm:cxn modelId="{24F9494B-CC53-43FE-8996-3A496F6FA9C1}" type="presParOf" srcId="{043FF3F0-8CA7-4A27-A6CB-8962C05DBA7D}" destId="{3027C9E3-86C2-4EB0-B93C-3C91D733AC07}" srcOrd="17" destOrd="0" presId="urn:microsoft.com/office/officeart/2016/7/layout/RepeatingBendingProcessNew"/>
    <dgm:cxn modelId="{0376931F-E983-4260-A077-02E0831C36CD}" type="presParOf" srcId="{3027C9E3-86C2-4EB0-B93C-3C91D733AC07}" destId="{9337C6B4-EA20-4D3F-A730-88D8A1A36BC8}" srcOrd="0" destOrd="0" presId="urn:microsoft.com/office/officeart/2016/7/layout/RepeatingBendingProcessNew"/>
    <dgm:cxn modelId="{39CB6BBE-4581-4C9B-A4E3-E9EB8BCD4A55}" type="presParOf" srcId="{043FF3F0-8CA7-4A27-A6CB-8962C05DBA7D}" destId="{4E086205-5BDC-4DEC-B26A-DB59C817371A}" srcOrd="18" destOrd="0" presId="urn:microsoft.com/office/officeart/2016/7/layout/RepeatingBendingProcessNew"/>
    <dgm:cxn modelId="{7F2764A2-5FE6-4C09-9397-2F8C7EACF1E2}" type="presParOf" srcId="{043FF3F0-8CA7-4A27-A6CB-8962C05DBA7D}" destId="{1A55E5B4-8C59-4953-ACB5-3D97BFDA35C6}" srcOrd="19" destOrd="0" presId="urn:microsoft.com/office/officeart/2016/7/layout/RepeatingBendingProcessNew"/>
    <dgm:cxn modelId="{6F065740-1C44-40F2-833F-8882C9A6CF12}" type="presParOf" srcId="{1A55E5B4-8C59-4953-ACB5-3D97BFDA35C6}" destId="{1D737043-6C96-4B1D-B7A1-02A7A9FE3765}" srcOrd="0" destOrd="0" presId="urn:microsoft.com/office/officeart/2016/7/layout/RepeatingBendingProcessNew"/>
    <dgm:cxn modelId="{02F2E9E5-2172-4316-8AB8-9F32679B739D}" type="presParOf" srcId="{043FF3F0-8CA7-4A27-A6CB-8962C05DBA7D}" destId="{D44598B5-FC1D-4CC0-90A9-94A927FEE89D}" srcOrd="20" destOrd="0" presId="urn:microsoft.com/office/officeart/2016/7/layout/RepeatingBendingProcessNew"/>
    <dgm:cxn modelId="{7E83A4A8-7B64-463A-BA01-FC49C6666E63}" type="presParOf" srcId="{043FF3F0-8CA7-4A27-A6CB-8962C05DBA7D}" destId="{68856CC5-CE11-4DDE-8E97-17ACBBCF938E}" srcOrd="21" destOrd="0" presId="urn:microsoft.com/office/officeart/2016/7/layout/RepeatingBendingProcessNew"/>
    <dgm:cxn modelId="{E0210586-DE47-4B02-ACBC-03C3D1F2D423}" type="presParOf" srcId="{68856CC5-CE11-4DDE-8E97-17ACBBCF938E}" destId="{FD2C9E35-3009-4144-AD74-0FCD42C01480}" srcOrd="0" destOrd="0" presId="urn:microsoft.com/office/officeart/2016/7/layout/RepeatingBendingProcessNew"/>
    <dgm:cxn modelId="{2D4126EA-89CE-40BE-92F4-F9A3D73E10B9}" type="presParOf" srcId="{043FF3F0-8CA7-4A27-A6CB-8962C05DBA7D}" destId="{2DD20AE6-1190-47DE-8FDF-28AF3DA4734F}" srcOrd="22" destOrd="0" presId="urn:microsoft.com/office/officeart/2016/7/layout/RepeatingBendingProcessNew"/>
    <dgm:cxn modelId="{3B30983C-82FD-44A2-A41D-C527DBC6D05D}" type="presParOf" srcId="{043FF3F0-8CA7-4A27-A6CB-8962C05DBA7D}" destId="{F5581041-61FC-4159-8E03-698CAFFD29CA}" srcOrd="23" destOrd="0" presId="urn:microsoft.com/office/officeart/2016/7/layout/RepeatingBendingProcessNew"/>
    <dgm:cxn modelId="{B2136C72-6973-44A8-A995-5CF80436079B}" type="presParOf" srcId="{F5581041-61FC-4159-8E03-698CAFFD29CA}" destId="{EB93D186-785F-48C1-882E-8C6145CF5916}" srcOrd="0" destOrd="0" presId="urn:microsoft.com/office/officeart/2016/7/layout/RepeatingBendingProcessNew"/>
    <dgm:cxn modelId="{26559E83-7997-46B1-B736-FE47231D0B95}" type="presParOf" srcId="{043FF3F0-8CA7-4A27-A6CB-8962C05DBA7D}" destId="{9E42A0F6-ECE7-4433-8482-D524132FCC93}" srcOrd="24" destOrd="0" presId="urn:microsoft.com/office/officeart/2016/7/layout/RepeatingBendingProcessNew"/>
    <dgm:cxn modelId="{C54F493D-DF83-437D-8E5F-C05AA4FA6DF7}" type="presParOf" srcId="{043FF3F0-8CA7-4A27-A6CB-8962C05DBA7D}" destId="{2F5CFCC4-B8F8-4C79-8B44-B759BCF39090}" srcOrd="25" destOrd="0" presId="urn:microsoft.com/office/officeart/2016/7/layout/RepeatingBendingProcessNew"/>
    <dgm:cxn modelId="{131ECB15-33EA-41A3-9AA7-DF50C42E97F4}" type="presParOf" srcId="{2F5CFCC4-B8F8-4C79-8B44-B759BCF39090}" destId="{3E9CEC86-4E05-4BDE-B699-A78B7A8EAB52}" srcOrd="0" destOrd="0" presId="urn:microsoft.com/office/officeart/2016/7/layout/RepeatingBendingProcessNew"/>
    <dgm:cxn modelId="{50D25582-8C54-4258-A7FD-1FCCA500B95A}" type="presParOf" srcId="{043FF3F0-8CA7-4A27-A6CB-8962C05DBA7D}" destId="{18A5CDA7-EE7B-4AD9-B877-004C38A17842}" srcOrd="26" destOrd="0" presId="urn:microsoft.com/office/officeart/2016/7/layout/RepeatingBendingProcessNew"/>
    <dgm:cxn modelId="{F7557372-E8B5-4AAC-9FED-009ECA7D1459}" type="presParOf" srcId="{043FF3F0-8CA7-4A27-A6CB-8962C05DBA7D}" destId="{D93A8CD7-8C0F-40A1-8952-0EB6F9FAECCB}" srcOrd="27" destOrd="0" presId="urn:microsoft.com/office/officeart/2016/7/layout/RepeatingBendingProcessNew"/>
    <dgm:cxn modelId="{25F5CCA4-7BFE-44D7-BF96-BABBE41C4D97}" type="presParOf" srcId="{D93A8CD7-8C0F-40A1-8952-0EB6F9FAECCB}" destId="{74235784-C32B-4886-A39A-CACEB7F49542}" srcOrd="0" destOrd="0" presId="urn:microsoft.com/office/officeart/2016/7/layout/RepeatingBendingProcessNew"/>
    <dgm:cxn modelId="{FFD3E629-7885-4EA4-A897-BA71B50F7666}" type="presParOf" srcId="{043FF3F0-8CA7-4A27-A6CB-8962C05DBA7D}" destId="{777AF621-D474-44F3-9F32-250A803A6237}" srcOrd="28" destOrd="0" presId="urn:microsoft.com/office/officeart/2016/7/layout/RepeatingBendingProcessNew"/>
    <dgm:cxn modelId="{A5895359-9B00-4ECC-9C58-85BEA2BB3927}" type="presParOf" srcId="{043FF3F0-8CA7-4A27-A6CB-8962C05DBA7D}" destId="{DEA9D1B1-3436-4E7B-8D5F-A964D3FD1C2B}" srcOrd="29" destOrd="0" presId="urn:microsoft.com/office/officeart/2016/7/layout/RepeatingBendingProcessNew"/>
    <dgm:cxn modelId="{78A4252E-B59F-44FA-8A97-9BF5DF56C71A}" type="presParOf" srcId="{DEA9D1B1-3436-4E7B-8D5F-A964D3FD1C2B}" destId="{B5B58AFF-7334-448A-BE75-C9F320101D76}" srcOrd="0" destOrd="0" presId="urn:microsoft.com/office/officeart/2016/7/layout/RepeatingBendingProcessNew"/>
    <dgm:cxn modelId="{566FDE8A-1B05-4150-926E-7F789CE650C4}" type="presParOf" srcId="{043FF3F0-8CA7-4A27-A6CB-8962C05DBA7D}" destId="{F276EE37-B9D8-4A5D-BFBA-93251A6D85BF}" srcOrd="30" destOrd="0" presId="urn:microsoft.com/office/officeart/2016/7/layout/RepeatingBendingProcessNew"/>
    <dgm:cxn modelId="{7EE0BA52-1DED-4900-9DCE-AAC462B436EB}" type="presParOf" srcId="{043FF3F0-8CA7-4A27-A6CB-8962C05DBA7D}" destId="{C0886084-77C8-448B-97DA-3FCCE8642565}" srcOrd="31" destOrd="0" presId="urn:microsoft.com/office/officeart/2016/7/layout/RepeatingBendingProcessNew"/>
    <dgm:cxn modelId="{64B6A4FC-B98F-4C1A-8F6D-1FD50FFF3920}" type="presParOf" srcId="{C0886084-77C8-448B-97DA-3FCCE8642565}" destId="{A82C558D-A5BD-4EF5-94E8-5B95AE48563C}" srcOrd="0" destOrd="0" presId="urn:microsoft.com/office/officeart/2016/7/layout/RepeatingBendingProcessNew"/>
    <dgm:cxn modelId="{C81AABB0-0753-4C35-A729-16A17E42520D}" type="presParOf" srcId="{043FF3F0-8CA7-4A27-A6CB-8962C05DBA7D}" destId="{F207D762-ECBD-41E2-A41F-36FDA2874CCC}" srcOrd="32" destOrd="0" presId="urn:microsoft.com/office/officeart/2016/7/layout/RepeatingBendingProcessNew"/>
    <dgm:cxn modelId="{7461CA88-3EE7-43FE-84E3-E64F0C53CA1E}" type="presParOf" srcId="{043FF3F0-8CA7-4A27-A6CB-8962C05DBA7D}" destId="{5CEC3F47-E649-411F-B43A-058439AAB1E6}" srcOrd="33" destOrd="0" presId="urn:microsoft.com/office/officeart/2016/7/layout/RepeatingBendingProcessNew"/>
    <dgm:cxn modelId="{8160F174-912B-4745-8195-5E47AD723DC6}" type="presParOf" srcId="{5CEC3F47-E649-411F-B43A-058439AAB1E6}" destId="{15685281-3926-4972-A812-699162C0F390}" srcOrd="0" destOrd="0" presId="urn:microsoft.com/office/officeart/2016/7/layout/RepeatingBendingProcessNew"/>
    <dgm:cxn modelId="{FF185CFB-088A-404E-BE15-5F9C302C7D94}" type="presParOf" srcId="{043FF3F0-8CA7-4A27-A6CB-8962C05DBA7D}" destId="{41E74203-D916-451F-A862-EEA1898A7D18}" srcOrd="34" destOrd="0" presId="urn:microsoft.com/office/officeart/2016/7/layout/RepeatingBendingProcessNew"/>
    <dgm:cxn modelId="{EB1DF6D0-CD6D-412D-B344-BC41BA3A3A96}" type="presParOf" srcId="{043FF3F0-8CA7-4A27-A6CB-8962C05DBA7D}" destId="{56603BB7-9143-4F75-BD28-D263307DFFA3}" srcOrd="35" destOrd="0" presId="urn:microsoft.com/office/officeart/2016/7/layout/RepeatingBendingProcessNew"/>
    <dgm:cxn modelId="{E17EBD3C-D694-4FCA-946E-4BE1B4E90C79}" type="presParOf" srcId="{56603BB7-9143-4F75-BD28-D263307DFFA3}" destId="{A3465A9B-AE15-483C-A5F1-FEF3C8EB314C}" srcOrd="0" destOrd="0" presId="urn:microsoft.com/office/officeart/2016/7/layout/RepeatingBendingProcessNew"/>
    <dgm:cxn modelId="{492DBB32-0F16-4E54-9EBF-0C00547A35DD}" type="presParOf" srcId="{043FF3F0-8CA7-4A27-A6CB-8962C05DBA7D}" destId="{11EA5DF2-72E8-4620-B88D-CC8293597D07}" srcOrd="36" destOrd="0" presId="urn:microsoft.com/office/officeart/2016/7/layout/RepeatingBendingProcessNew"/>
    <dgm:cxn modelId="{7307AEE9-E29E-4E70-8436-314E18531B47}" type="presParOf" srcId="{043FF3F0-8CA7-4A27-A6CB-8962C05DBA7D}" destId="{4AC31548-8D88-458D-93F0-8F65214A93A6}" srcOrd="37" destOrd="0" presId="urn:microsoft.com/office/officeart/2016/7/layout/RepeatingBendingProcessNew"/>
    <dgm:cxn modelId="{1B56FDDD-8E1E-4AD5-B11F-B06332B1742C}" type="presParOf" srcId="{4AC31548-8D88-458D-93F0-8F65214A93A6}" destId="{71B8EEFE-EB82-4694-8E3E-CD55F33E4D3F}" srcOrd="0" destOrd="0" presId="urn:microsoft.com/office/officeart/2016/7/layout/RepeatingBendingProcessNew"/>
    <dgm:cxn modelId="{ACB03878-5F90-4CB2-B129-790A8F906F9F}" type="presParOf" srcId="{043FF3F0-8CA7-4A27-A6CB-8962C05DBA7D}" destId="{C1FBC16F-6F34-40EB-B0B8-6D12B015A2B1}" srcOrd="38" destOrd="0" presId="urn:microsoft.com/office/officeart/2016/7/layout/RepeatingBendingProcessNew"/>
    <dgm:cxn modelId="{F332DBEC-E989-48F3-8DC5-8A06B4FDC4BD}" type="presParOf" srcId="{043FF3F0-8CA7-4A27-A6CB-8962C05DBA7D}" destId="{63594451-A33A-42FB-BCCC-B28D216DB1C5}" srcOrd="39" destOrd="0" presId="urn:microsoft.com/office/officeart/2016/7/layout/RepeatingBendingProcessNew"/>
    <dgm:cxn modelId="{A9710425-62FE-4FC3-A0F7-790DF2EFEDD6}" type="presParOf" srcId="{63594451-A33A-42FB-BCCC-B28D216DB1C5}" destId="{70985EDA-B105-4AD0-B925-A488E1AB5423}" srcOrd="0" destOrd="0" presId="urn:microsoft.com/office/officeart/2016/7/layout/RepeatingBendingProcessNew"/>
    <dgm:cxn modelId="{5612B1F9-B6EA-4969-94E1-6361B67D801F}" type="presParOf" srcId="{043FF3F0-8CA7-4A27-A6CB-8962C05DBA7D}" destId="{148C308B-D44B-43B6-80CF-7CC504846A9F}" srcOrd="40" destOrd="0" presId="urn:microsoft.com/office/officeart/2016/7/layout/RepeatingBendingProcessNew"/>
    <dgm:cxn modelId="{CDDEFA5F-3EA0-4B76-8939-D984724E3750}" type="presParOf" srcId="{043FF3F0-8CA7-4A27-A6CB-8962C05DBA7D}" destId="{3E429583-AB54-49D8-822C-310309052C14}" srcOrd="41" destOrd="0" presId="urn:microsoft.com/office/officeart/2016/7/layout/RepeatingBendingProcessNew"/>
    <dgm:cxn modelId="{736943BA-8D3A-4F16-89DB-1E59E74CD720}" type="presParOf" srcId="{3E429583-AB54-49D8-822C-310309052C14}" destId="{C64B706B-E93D-48DB-B43B-CF77C6206D97}" srcOrd="0" destOrd="0" presId="urn:microsoft.com/office/officeart/2016/7/layout/RepeatingBendingProcessNew"/>
    <dgm:cxn modelId="{74F765D8-9BC8-4619-9440-E3C6A7D47C9F}" type="presParOf" srcId="{043FF3F0-8CA7-4A27-A6CB-8962C05DBA7D}" destId="{606B8B77-44FB-4961-B262-F47B1EB1822A}" srcOrd="42" destOrd="0" presId="urn:microsoft.com/office/officeart/2016/7/layout/RepeatingBendingProcessNew"/>
    <dgm:cxn modelId="{8B1DB07F-3B4A-4EC5-A072-7D0F64635B4A}" type="presParOf" srcId="{043FF3F0-8CA7-4A27-A6CB-8962C05DBA7D}" destId="{956386A2-B074-4754-9668-5E9977231A22}" srcOrd="43" destOrd="0" presId="urn:microsoft.com/office/officeart/2016/7/layout/RepeatingBendingProcessNew"/>
    <dgm:cxn modelId="{B885EB26-300E-4DFA-BBEA-ED841FF577E0}" type="presParOf" srcId="{956386A2-B074-4754-9668-5E9977231A22}" destId="{7B741C7B-8DC2-4D56-9452-C7269F4B8848}" srcOrd="0" destOrd="0" presId="urn:microsoft.com/office/officeart/2016/7/layout/RepeatingBendingProcessNew"/>
    <dgm:cxn modelId="{234F0F1F-41AC-445D-BF46-D139DC1159A6}" type="presParOf" srcId="{043FF3F0-8CA7-4A27-A6CB-8962C05DBA7D}" destId="{C6CB61B4-F98E-4770-9EFE-75295D7830F5}" srcOrd="44" destOrd="0" presId="urn:microsoft.com/office/officeart/2016/7/layout/RepeatingBendingProcessNew"/>
    <dgm:cxn modelId="{E41C3F04-87EB-457C-836A-22D67BA84143}" type="presParOf" srcId="{043FF3F0-8CA7-4A27-A6CB-8962C05DBA7D}" destId="{74501B0A-A3E9-4232-9749-04C46A22282C}" srcOrd="45" destOrd="0" presId="urn:microsoft.com/office/officeart/2016/7/layout/RepeatingBendingProcessNew"/>
    <dgm:cxn modelId="{9597EFFE-3B79-4A8D-B6AB-6A14F7EC3DEE}" type="presParOf" srcId="{74501B0A-A3E9-4232-9749-04C46A22282C}" destId="{76BB3741-2FD9-4BA9-A07E-B54740643AA7}" srcOrd="0" destOrd="0" presId="urn:microsoft.com/office/officeart/2016/7/layout/RepeatingBendingProcessNew"/>
    <dgm:cxn modelId="{0723DAD3-B0D4-4152-8AFE-379630C40A5D}" type="presParOf" srcId="{043FF3F0-8CA7-4A27-A6CB-8962C05DBA7D}" destId="{D18026E4-901C-4F27-8E9C-D912339E36C3}" srcOrd="46" destOrd="0" presId="urn:microsoft.com/office/officeart/2016/7/layout/RepeatingBendingProcessNew"/>
    <dgm:cxn modelId="{D828E426-2BDD-40CD-884A-F10BCC8D2CBA}" type="presParOf" srcId="{043FF3F0-8CA7-4A27-A6CB-8962C05DBA7D}" destId="{6F86ADED-25E0-492A-965A-1537F42E5822}" srcOrd="47" destOrd="0" presId="urn:microsoft.com/office/officeart/2016/7/layout/RepeatingBendingProcessNew"/>
    <dgm:cxn modelId="{0FCD17FA-B998-49C9-8918-7DD28653FC37}" type="presParOf" srcId="{6F86ADED-25E0-492A-965A-1537F42E5822}" destId="{7623F028-B5FE-4D8E-8F91-ACACCBD36390}" srcOrd="0" destOrd="0" presId="urn:microsoft.com/office/officeart/2016/7/layout/RepeatingBendingProcessNew"/>
    <dgm:cxn modelId="{8BB5AC60-0263-4C79-A585-3BD8048CF0EA}" type="presParOf" srcId="{043FF3F0-8CA7-4A27-A6CB-8962C05DBA7D}" destId="{AF9E91F9-2FA1-438F-8EC4-EBB386287F00}" srcOrd="48" destOrd="0" presId="urn:microsoft.com/office/officeart/2016/7/layout/RepeatingBendingProcessNew"/>
    <dgm:cxn modelId="{23C65B14-1AEE-4E06-AAD5-F9750206E4E7}" type="presParOf" srcId="{043FF3F0-8CA7-4A27-A6CB-8962C05DBA7D}" destId="{574A41DA-B6D3-4F36-AE59-383E0FEB50FE}" srcOrd="49" destOrd="0" presId="urn:microsoft.com/office/officeart/2016/7/layout/RepeatingBendingProcessNew"/>
    <dgm:cxn modelId="{246D2515-DB5E-45CE-82FB-D715A678AE23}" type="presParOf" srcId="{574A41DA-B6D3-4F36-AE59-383E0FEB50FE}" destId="{A4D5E160-948C-4F50-8712-401C8270CE6A}" srcOrd="0" destOrd="0" presId="urn:microsoft.com/office/officeart/2016/7/layout/RepeatingBendingProcessNew"/>
    <dgm:cxn modelId="{DD14C451-E1E5-4DE4-850D-B882A3B8C0B3}" type="presParOf" srcId="{043FF3F0-8CA7-4A27-A6CB-8962C05DBA7D}" destId="{18D12735-A5EB-4E41-81AE-F1793B2D64F2}" srcOrd="50" destOrd="0" presId="urn:microsoft.com/office/officeart/2016/7/layout/RepeatingBendingProcessNew"/>
    <dgm:cxn modelId="{A921173D-8459-4C4A-AABD-44908D9C58DF}" type="presParOf" srcId="{043FF3F0-8CA7-4A27-A6CB-8962C05DBA7D}" destId="{7660BCC8-5E0E-43F5-B4ED-8F2D917BD5AC}" srcOrd="51" destOrd="0" presId="urn:microsoft.com/office/officeart/2016/7/layout/RepeatingBendingProcessNew"/>
    <dgm:cxn modelId="{74ED793C-F8F9-443B-A7F0-6B1D400ADEF6}" type="presParOf" srcId="{7660BCC8-5E0E-43F5-B4ED-8F2D917BD5AC}" destId="{D1D22D2C-E29C-41CB-9994-84A60631C3C6}" srcOrd="0" destOrd="0" presId="urn:microsoft.com/office/officeart/2016/7/layout/RepeatingBendingProcessNew"/>
    <dgm:cxn modelId="{CE6AD28F-9AF1-43EE-A21F-FFC508765035}" type="presParOf" srcId="{043FF3F0-8CA7-4A27-A6CB-8962C05DBA7D}" destId="{53CD4F98-5575-475B-A9D6-57C6360B777C}" srcOrd="52" destOrd="0" presId="urn:microsoft.com/office/officeart/2016/7/layout/RepeatingBendingProcessNew"/>
    <dgm:cxn modelId="{C74C866B-6381-45E3-85CA-4718B6866A6B}" type="presParOf" srcId="{043FF3F0-8CA7-4A27-A6CB-8962C05DBA7D}" destId="{52A78EFE-4599-40D2-B629-C3F776B8558B}" srcOrd="53" destOrd="0" presId="urn:microsoft.com/office/officeart/2016/7/layout/RepeatingBendingProcessNew"/>
    <dgm:cxn modelId="{399CD495-61A0-4DFF-8031-ACCEDB848B35}" type="presParOf" srcId="{52A78EFE-4599-40D2-B629-C3F776B8558B}" destId="{C7C44E16-7B49-41CB-A58E-68035FCE3A40}" srcOrd="0" destOrd="0" presId="urn:microsoft.com/office/officeart/2016/7/layout/RepeatingBendingProcessNew"/>
    <dgm:cxn modelId="{DADD14A4-B26F-426B-A130-40BA7BA04E70}" type="presParOf" srcId="{043FF3F0-8CA7-4A27-A6CB-8962C05DBA7D}" destId="{64ACAA29-3608-4400-A0E9-A2F4800DC2E8}" srcOrd="5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A703618-A394-459C-91E9-239ADC762C2A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73732E5-D122-4B07-B80B-CAD0C528DCAB}">
      <dgm:prSet/>
      <dgm:spPr/>
      <dgm:t>
        <a:bodyPr/>
        <a:lstStyle/>
        <a:p>
          <a:r>
            <a:rPr lang="en-US"/>
            <a:t>What is Tool Calling?</a:t>
          </a:r>
        </a:p>
      </dgm:t>
    </dgm:pt>
    <dgm:pt modelId="{B24AC17C-ACDC-4E0B-8E98-1DFD8FB48D85}" type="parTrans" cxnId="{E40B2465-00C7-438B-8D7C-EE74F68C1F15}">
      <dgm:prSet/>
      <dgm:spPr/>
      <dgm:t>
        <a:bodyPr/>
        <a:lstStyle/>
        <a:p>
          <a:endParaRPr lang="en-US"/>
        </a:p>
      </dgm:t>
    </dgm:pt>
    <dgm:pt modelId="{804A7BC4-49D1-4258-A62B-90B4A49461AA}" type="sibTrans" cxnId="{E40B2465-00C7-438B-8D7C-EE74F68C1F15}">
      <dgm:prSet/>
      <dgm:spPr/>
      <dgm:t>
        <a:bodyPr/>
        <a:lstStyle/>
        <a:p>
          <a:endParaRPr lang="en-US"/>
        </a:p>
      </dgm:t>
    </dgm:pt>
    <dgm:pt modelId="{C0FDCB91-9B62-45E0-9E81-81E4A2428FEB}">
      <dgm:prSet/>
      <dgm:spPr/>
      <dgm:t>
        <a:bodyPr/>
        <a:lstStyle/>
        <a:p>
          <a:r>
            <a:rPr lang="en-US" dirty="0"/>
            <a:t>Tool calling is a technique that allows a Large Language Model (LLM) to access real-time data from external sources.</a:t>
          </a:r>
        </a:p>
        <a:p>
          <a:r>
            <a:rPr lang="en-US" dirty="0"/>
            <a:t>These sources can include: Databases APIs </a:t>
          </a:r>
        </a:p>
        <a:p>
          <a:r>
            <a:rPr lang="en-US" dirty="0"/>
            <a:t>External programs  : This makes the LLM context-aware and able to retrieve up-to-date information.</a:t>
          </a:r>
        </a:p>
      </dgm:t>
    </dgm:pt>
    <dgm:pt modelId="{D999ACE6-1442-4328-B991-3CC20509C04A}" type="parTrans" cxnId="{5839BC4A-955E-40A9-A09F-17B786A4EF79}">
      <dgm:prSet/>
      <dgm:spPr/>
      <dgm:t>
        <a:bodyPr/>
        <a:lstStyle/>
        <a:p>
          <a:endParaRPr lang="en-US"/>
        </a:p>
      </dgm:t>
    </dgm:pt>
    <dgm:pt modelId="{A80A0915-3F89-4D11-AB4F-6863BFE703F8}" type="sibTrans" cxnId="{5839BC4A-955E-40A9-A09F-17B786A4EF79}">
      <dgm:prSet/>
      <dgm:spPr/>
      <dgm:t>
        <a:bodyPr/>
        <a:lstStyle/>
        <a:p>
          <a:endParaRPr lang="en-US"/>
        </a:p>
      </dgm:t>
    </dgm:pt>
    <dgm:pt modelId="{F61538B0-FA30-4504-AAE2-A159A523CEC0}">
      <dgm:prSet/>
      <dgm:spPr/>
      <dgm:t>
        <a:bodyPr/>
        <a:lstStyle/>
        <a:p>
          <a:r>
            <a:rPr lang="en-US" dirty="0"/>
            <a:t>Basic Architecture of Tool Calling </a:t>
          </a:r>
        </a:p>
        <a:p>
          <a:r>
            <a:rPr lang="en-US" dirty="0"/>
            <a:t>Tool calling typically happens through a chat-based interaction between: A client application and A Large Language Model (LLM)</a:t>
          </a:r>
        </a:p>
      </dgm:t>
    </dgm:pt>
    <dgm:pt modelId="{D929C876-C40E-4499-BDEF-3010AB593B05}" type="parTrans" cxnId="{7EF8146A-7673-4528-97C6-3604D05A53BB}">
      <dgm:prSet/>
      <dgm:spPr/>
      <dgm:t>
        <a:bodyPr/>
        <a:lstStyle/>
        <a:p>
          <a:endParaRPr lang="en-US"/>
        </a:p>
      </dgm:t>
    </dgm:pt>
    <dgm:pt modelId="{CFDD1C88-1E76-4B5B-B35C-4E6096ADAA5A}" type="sibTrans" cxnId="{7EF8146A-7673-4528-97C6-3604D05A53BB}">
      <dgm:prSet/>
      <dgm:spPr/>
      <dgm:t>
        <a:bodyPr/>
        <a:lstStyle/>
        <a:p>
          <a:endParaRPr lang="en-US"/>
        </a:p>
      </dgm:t>
    </dgm:pt>
    <dgm:pt modelId="{8787978A-C308-4955-8DB2-56C4FDB1EF2E}">
      <dgm:prSet/>
      <dgm:spPr/>
      <dgm:t>
        <a:bodyPr/>
        <a:lstStyle/>
        <a:p>
          <a:pPr algn="ctr"/>
          <a:r>
            <a:rPr lang="en-US" dirty="0"/>
            <a:t>Workflow: The client application sends user messages along with tool definitions to the LLM.</a:t>
          </a:r>
        </a:p>
        <a:p>
          <a:pPr algn="ctr"/>
          <a:r>
            <a:rPr lang="en-US" dirty="0"/>
            <a:t>The LLM analyzes: The user query</a:t>
          </a:r>
        </a:p>
        <a:p>
          <a:pPr algn="ctr"/>
          <a:r>
            <a:rPr lang="en-US" dirty="0"/>
            <a:t>The available tools : The LLM recommends which tool should be used.</a:t>
          </a:r>
        </a:p>
        <a:p>
          <a:pPr algn="ctr"/>
          <a:r>
            <a:rPr lang="en-US" dirty="0"/>
            <a:t>The client application executes the tool. The tool response is sent back to the LLM. The LLM either: Suggests another tool or Generates the final answer.</a:t>
          </a:r>
        </a:p>
      </dgm:t>
    </dgm:pt>
    <dgm:pt modelId="{B81E1FE9-388D-4A02-8760-0D56656395C7}" type="parTrans" cxnId="{F3480B8B-EBD7-4CBA-BB7B-77B72A354703}">
      <dgm:prSet/>
      <dgm:spPr/>
      <dgm:t>
        <a:bodyPr/>
        <a:lstStyle/>
        <a:p>
          <a:endParaRPr lang="en-US"/>
        </a:p>
      </dgm:t>
    </dgm:pt>
    <dgm:pt modelId="{90F7CE7A-771D-4C59-8577-9B81E3DD6B02}" type="sibTrans" cxnId="{F3480B8B-EBD7-4CBA-BB7B-77B72A354703}">
      <dgm:prSet/>
      <dgm:spPr/>
      <dgm:t>
        <a:bodyPr/>
        <a:lstStyle/>
        <a:p>
          <a:endParaRPr lang="en-US"/>
        </a:p>
      </dgm:t>
    </dgm:pt>
    <dgm:pt modelId="{56FAF222-1702-4711-9D48-F2CA1C9C57B3}">
      <dgm:prSet/>
      <dgm:spPr/>
      <dgm:t>
        <a:bodyPr/>
        <a:lstStyle/>
        <a:p>
          <a:r>
            <a:rPr lang="en-US" dirty="0"/>
            <a:t>Tool Definition :  Components :</a:t>
          </a:r>
        </a:p>
        <a:p>
          <a:r>
            <a:rPr lang="en-US" dirty="0"/>
            <a:t>In the application, developers define tools with: Tool Name, Tool Description, </a:t>
          </a:r>
        </a:p>
        <a:p>
          <a:r>
            <a:rPr lang="en-US" dirty="0"/>
            <a:t>Explains when and how the tool should be used : Input Parameters, Information required to call the tool</a:t>
          </a:r>
        </a:p>
      </dgm:t>
    </dgm:pt>
    <dgm:pt modelId="{7FBC998B-AF78-4B8E-A649-620EDF915E97}" type="parTrans" cxnId="{D60CF912-B270-4AA0-A17F-D6AB7E4A238E}">
      <dgm:prSet/>
      <dgm:spPr/>
      <dgm:t>
        <a:bodyPr/>
        <a:lstStyle/>
        <a:p>
          <a:endParaRPr lang="en-US"/>
        </a:p>
      </dgm:t>
    </dgm:pt>
    <dgm:pt modelId="{04FE646B-A091-48BC-AD88-C615C110C31F}" type="sibTrans" cxnId="{D60CF912-B270-4AA0-A17F-D6AB7E4A238E}">
      <dgm:prSet/>
      <dgm:spPr/>
      <dgm:t>
        <a:bodyPr/>
        <a:lstStyle/>
        <a:p>
          <a:endParaRPr lang="en-US"/>
        </a:p>
      </dgm:t>
    </dgm:pt>
    <dgm:pt modelId="{588832E7-AC11-44C0-B23C-C06112FE5764}">
      <dgm:prSet/>
      <dgm:spPr/>
      <dgm:t>
        <a:bodyPr/>
        <a:lstStyle/>
        <a:p>
          <a:r>
            <a:rPr lang="en-US"/>
            <a:t>Types of Tools</a:t>
          </a:r>
        </a:p>
      </dgm:t>
    </dgm:pt>
    <dgm:pt modelId="{C00F1A10-CCA8-4721-BFE2-8C1D88C9773E}" type="parTrans" cxnId="{9E25107D-B58A-4E42-BC17-E7EB8C9183C4}">
      <dgm:prSet/>
      <dgm:spPr/>
      <dgm:t>
        <a:bodyPr/>
        <a:lstStyle/>
        <a:p>
          <a:endParaRPr lang="en-US"/>
        </a:p>
      </dgm:t>
    </dgm:pt>
    <dgm:pt modelId="{3591B65A-AFEB-4C2C-933C-BCB792BC26C0}" type="sibTrans" cxnId="{9E25107D-B58A-4E42-BC17-E7EB8C9183C4}">
      <dgm:prSet/>
      <dgm:spPr/>
      <dgm:t>
        <a:bodyPr/>
        <a:lstStyle/>
        <a:p>
          <a:endParaRPr lang="en-US"/>
        </a:p>
      </dgm:t>
    </dgm:pt>
    <dgm:pt modelId="{C7D26831-B90A-47FD-B6EF-07C5311B8E14}">
      <dgm:prSet/>
      <dgm:spPr/>
      <dgm:t>
        <a:bodyPr/>
        <a:lstStyle/>
        <a:p>
          <a:r>
            <a:rPr lang="en-US" dirty="0"/>
            <a:t>Tools can include many external resources such as: APIs, Databases , Code execution environments, Data processing scripts : Example: A Code Interpreter that executes code to solve tasks.</a:t>
          </a:r>
        </a:p>
      </dgm:t>
    </dgm:pt>
    <dgm:pt modelId="{BC5FF3DA-632D-47A8-9C58-2AE9379D1DF6}" type="parTrans" cxnId="{BEDF66C0-E14B-4E33-847B-B9DF1791353B}">
      <dgm:prSet/>
      <dgm:spPr/>
      <dgm:t>
        <a:bodyPr/>
        <a:lstStyle/>
        <a:p>
          <a:endParaRPr lang="en-US"/>
        </a:p>
      </dgm:t>
    </dgm:pt>
    <dgm:pt modelId="{36D8D76E-C6E8-4A1E-A82A-6FE07384ACA0}" type="sibTrans" cxnId="{BEDF66C0-E14B-4E33-847B-B9DF1791353B}">
      <dgm:prSet/>
      <dgm:spPr/>
      <dgm:t>
        <a:bodyPr/>
        <a:lstStyle/>
        <a:p>
          <a:endParaRPr lang="en-US"/>
        </a:p>
      </dgm:t>
    </dgm:pt>
    <dgm:pt modelId="{542F88CD-F213-4997-B6A8-52303CC52E8A}">
      <dgm:prSet/>
      <dgm:spPr/>
      <dgm:t>
        <a:bodyPr/>
        <a:lstStyle/>
        <a:p>
          <a:r>
            <a:rPr lang="en-US" dirty="0"/>
            <a:t>Example: Weather Query User question: "What is the temperature in Miami?”</a:t>
          </a:r>
        </a:p>
        <a:p>
          <a:r>
            <a:rPr lang="en-US" dirty="0"/>
            <a:t>Process: The application sends the query along with a Weather API tool.</a:t>
          </a:r>
        </a:p>
      </dgm:t>
    </dgm:pt>
    <dgm:pt modelId="{617BAE19-5A10-4A89-A8A9-EBD1AABEAFFC}" type="parTrans" cxnId="{F456353C-8008-47A8-8252-491094991DF9}">
      <dgm:prSet/>
      <dgm:spPr/>
      <dgm:t>
        <a:bodyPr/>
        <a:lstStyle/>
        <a:p>
          <a:endParaRPr lang="en-US"/>
        </a:p>
      </dgm:t>
    </dgm:pt>
    <dgm:pt modelId="{5FB7C3BE-65CC-4D9E-A567-AF879E9E652A}" type="sibTrans" cxnId="{F456353C-8008-47A8-8252-491094991DF9}">
      <dgm:prSet/>
      <dgm:spPr/>
      <dgm:t>
        <a:bodyPr/>
        <a:lstStyle/>
        <a:p>
          <a:endParaRPr lang="en-US"/>
        </a:p>
      </dgm:t>
    </dgm:pt>
    <dgm:pt modelId="{B1F3EEB5-61A5-45A2-92EC-F09904A41426}">
      <dgm:prSet/>
      <dgm:spPr/>
      <dgm:t>
        <a:bodyPr/>
        <a:lstStyle/>
        <a:p>
          <a:r>
            <a:rPr lang="en-US" dirty="0"/>
            <a:t>The LLM reviews:</a:t>
          </a:r>
        </a:p>
      </dgm:t>
    </dgm:pt>
    <dgm:pt modelId="{364C628F-9B3C-4B0A-A0F1-2B20391AF786}" type="parTrans" cxnId="{18D3EC2E-0F88-4789-8E65-6BF3A1CDE1FB}">
      <dgm:prSet/>
      <dgm:spPr/>
      <dgm:t>
        <a:bodyPr/>
        <a:lstStyle/>
        <a:p>
          <a:endParaRPr lang="en-US"/>
        </a:p>
      </dgm:t>
    </dgm:pt>
    <dgm:pt modelId="{EAFE9732-9913-4A19-AED0-B7C90B4D048E}" type="sibTrans" cxnId="{18D3EC2E-0F88-4789-8E65-6BF3A1CDE1FB}">
      <dgm:prSet/>
      <dgm:spPr/>
      <dgm:t>
        <a:bodyPr/>
        <a:lstStyle/>
        <a:p>
          <a:endParaRPr lang="en-US"/>
        </a:p>
      </dgm:t>
    </dgm:pt>
    <dgm:pt modelId="{1458C88B-B13B-49B4-B980-FB7CB57EA7E1}">
      <dgm:prSet/>
      <dgm:spPr/>
      <dgm:t>
        <a:bodyPr/>
        <a:lstStyle/>
        <a:p>
          <a:r>
            <a:rPr lang="en-US" dirty="0"/>
            <a:t>The question, The available tools, The LLM recommends calling the Weather API.</a:t>
          </a:r>
        </a:p>
      </dgm:t>
    </dgm:pt>
    <dgm:pt modelId="{87035F9C-5287-49CF-B16C-9BD330D48A39}" type="parTrans" cxnId="{058EEEF7-9B61-4F2F-BD31-B78FFC53E68C}">
      <dgm:prSet/>
      <dgm:spPr/>
      <dgm:t>
        <a:bodyPr/>
        <a:lstStyle/>
        <a:p>
          <a:endParaRPr lang="en-US"/>
        </a:p>
      </dgm:t>
    </dgm:pt>
    <dgm:pt modelId="{51C90CBD-9CDE-4CC6-80B2-7156833B87DA}" type="sibTrans" cxnId="{058EEEF7-9B61-4F2F-BD31-B78FFC53E68C}">
      <dgm:prSet/>
      <dgm:spPr/>
      <dgm:t>
        <a:bodyPr/>
        <a:lstStyle/>
        <a:p>
          <a:endParaRPr lang="en-US"/>
        </a:p>
      </dgm:t>
    </dgm:pt>
    <dgm:pt modelId="{288EBACC-B6CC-463F-824E-146EC3E4A0A7}">
      <dgm:prSet/>
      <dgm:spPr/>
      <dgm:t>
        <a:bodyPr/>
        <a:lstStyle/>
        <a:p>
          <a:r>
            <a:rPr lang="en-US" dirty="0"/>
            <a:t>Embedded Tool Calling To address these issues, embedded tool calling can be used. What is Embedded Tool Calling?</a:t>
          </a:r>
        </a:p>
        <a:p>
          <a:r>
            <a:rPr lang="en-US" dirty="0"/>
            <a:t>A library or framework sits between:</a:t>
          </a:r>
        </a:p>
        <a:p>
          <a:r>
            <a:rPr lang="en-US" dirty="0"/>
            <a:t>The application and The LLM</a:t>
          </a:r>
        </a:p>
      </dgm:t>
    </dgm:pt>
    <dgm:pt modelId="{128143EC-8A47-47BD-9D45-B61BC06A5363}" type="parTrans" cxnId="{2FBEA1EF-2270-4026-B58D-322D77B65A4A}">
      <dgm:prSet/>
      <dgm:spPr/>
      <dgm:t>
        <a:bodyPr/>
        <a:lstStyle/>
        <a:p>
          <a:endParaRPr lang="en-US"/>
        </a:p>
      </dgm:t>
    </dgm:pt>
    <dgm:pt modelId="{F035ECCB-E288-4786-A535-63DDB0EF10C9}" type="sibTrans" cxnId="{2FBEA1EF-2270-4026-B58D-322D77B65A4A}">
      <dgm:prSet/>
      <dgm:spPr/>
      <dgm:t>
        <a:bodyPr/>
        <a:lstStyle/>
        <a:p>
          <a:endParaRPr lang="en-US"/>
        </a:p>
      </dgm:t>
    </dgm:pt>
    <dgm:pt modelId="{701EE348-A917-4BF9-A68E-9F0ED0D440D8}">
      <dgm:prSet/>
      <dgm:spPr/>
      <dgm:t>
        <a:bodyPr/>
        <a:lstStyle/>
        <a:p>
          <a:endParaRPr lang="en-US" dirty="0"/>
        </a:p>
      </dgm:t>
    </dgm:pt>
    <dgm:pt modelId="{24BE9BE3-BB61-4273-9704-A13E3AFB2FDA}" type="parTrans" cxnId="{60AB84DF-FC50-47F1-B2B1-3A2659776F52}">
      <dgm:prSet/>
      <dgm:spPr/>
      <dgm:t>
        <a:bodyPr/>
        <a:lstStyle/>
        <a:p>
          <a:endParaRPr lang="en-US"/>
        </a:p>
      </dgm:t>
    </dgm:pt>
    <dgm:pt modelId="{24B7A486-7A0E-4ED4-B32E-484D695B54D4}" type="sibTrans" cxnId="{60AB84DF-FC50-47F1-B2B1-3A2659776F52}">
      <dgm:prSet/>
      <dgm:spPr/>
      <dgm:t>
        <a:bodyPr/>
        <a:lstStyle/>
        <a:p>
          <a:endParaRPr lang="en-US"/>
        </a:p>
      </dgm:t>
    </dgm:pt>
    <dgm:pt modelId="{F78D2346-EAFE-4F5D-B8D0-303110B486C3}">
      <dgm:prSet/>
      <dgm:spPr/>
      <dgm:t>
        <a:bodyPr/>
        <a:lstStyle/>
        <a:p>
          <a:r>
            <a:rPr lang="en-US" dirty="0"/>
            <a:t>Advantages of Embedded Tool Calling</a:t>
          </a:r>
        </a:p>
      </dgm:t>
    </dgm:pt>
    <dgm:pt modelId="{E9DD7856-F5A5-452F-9C80-6DD8FD14769E}" type="parTrans" cxnId="{EB836343-A610-44E2-BC86-9FCEBA9B947D}">
      <dgm:prSet/>
      <dgm:spPr/>
      <dgm:t>
        <a:bodyPr/>
        <a:lstStyle/>
        <a:p>
          <a:endParaRPr lang="en-US"/>
        </a:p>
      </dgm:t>
    </dgm:pt>
    <dgm:pt modelId="{175D5BD6-5E8F-48AF-906E-166FB073E0C7}" type="sibTrans" cxnId="{EB836343-A610-44E2-BC86-9FCEBA9B947D}">
      <dgm:prSet/>
      <dgm:spPr/>
      <dgm:t>
        <a:bodyPr/>
        <a:lstStyle/>
        <a:p>
          <a:endParaRPr lang="en-US"/>
        </a:p>
      </dgm:t>
    </dgm:pt>
    <dgm:pt modelId="{A2A38B98-566E-48F6-90A2-81157746D9FF}">
      <dgm:prSet/>
      <dgm:spPr/>
      <dgm:t>
        <a:bodyPr/>
        <a:lstStyle/>
        <a:p>
          <a:r>
            <a:rPr lang="en-US" dirty="0"/>
            <a:t>Reduces LLM hallucinations, Ensures correct tool execution, Automatically retries failed tool calls, Simplifies tool management</a:t>
          </a:r>
        </a:p>
      </dgm:t>
    </dgm:pt>
    <dgm:pt modelId="{FF1DA27D-74B1-49D5-928A-10A0857F8E24}" type="parTrans" cxnId="{7E273FB1-BE28-4ECE-A152-E34A1DD32119}">
      <dgm:prSet/>
      <dgm:spPr/>
      <dgm:t>
        <a:bodyPr/>
        <a:lstStyle/>
        <a:p>
          <a:endParaRPr lang="en-US"/>
        </a:p>
      </dgm:t>
    </dgm:pt>
    <dgm:pt modelId="{09587518-10EF-4090-A6FA-CA899A2A5EB6}" type="sibTrans" cxnId="{7E273FB1-BE28-4ECE-A152-E34A1DD32119}">
      <dgm:prSet/>
      <dgm:spPr/>
      <dgm:t>
        <a:bodyPr/>
        <a:lstStyle/>
        <a:p>
          <a:endParaRPr lang="en-US"/>
        </a:p>
      </dgm:t>
    </dgm:pt>
    <dgm:pt modelId="{6C6FED15-1995-4024-BF0F-D87B6F4A6C67}">
      <dgm:prSet/>
      <dgm:spPr/>
      <dgm:t>
        <a:bodyPr/>
        <a:lstStyle/>
        <a:p>
          <a:r>
            <a:rPr lang="en-US" dirty="0"/>
            <a:t>The application calls the API and retrieves the data.</a:t>
          </a:r>
        </a:p>
      </dgm:t>
    </dgm:pt>
    <dgm:pt modelId="{5F8894E7-E479-404E-85A6-DA6E4A867396}" type="parTrans" cxnId="{E1D6697E-00B6-473F-B744-E209A1BBA896}">
      <dgm:prSet/>
      <dgm:spPr/>
      <dgm:t>
        <a:bodyPr/>
        <a:lstStyle/>
        <a:p>
          <a:endParaRPr lang="en-US"/>
        </a:p>
      </dgm:t>
    </dgm:pt>
    <dgm:pt modelId="{1238F02F-DEC0-48A4-BEC2-88698A820503}" type="sibTrans" cxnId="{E1D6697E-00B6-473F-B744-E209A1BBA896}">
      <dgm:prSet/>
      <dgm:spPr/>
      <dgm:t>
        <a:bodyPr/>
        <a:lstStyle/>
        <a:p>
          <a:endParaRPr lang="en-US"/>
        </a:p>
      </dgm:t>
    </dgm:pt>
    <dgm:pt modelId="{2502183F-B869-4A1D-8FB4-F78AE0BC90E8}">
      <dgm:prSet/>
      <dgm:spPr/>
      <dgm:t>
        <a:bodyPr/>
        <a:lstStyle/>
        <a:p>
          <a:r>
            <a:rPr lang="en-US" dirty="0"/>
            <a:t>The result (e.g., 71°F) is sent back to the LLM. The LLM generates the final response: "The weather in Miami is 71 degrees.”</a:t>
          </a:r>
        </a:p>
      </dgm:t>
    </dgm:pt>
    <dgm:pt modelId="{7CCF1F4C-0DC2-4F8B-A103-8D4295AF6C0C}" type="parTrans" cxnId="{A5EFB4D3-02F3-49DA-8A54-126DC2EAB729}">
      <dgm:prSet/>
      <dgm:spPr/>
      <dgm:t>
        <a:bodyPr/>
        <a:lstStyle/>
        <a:p>
          <a:endParaRPr lang="en-US"/>
        </a:p>
      </dgm:t>
    </dgm:pt>
    <dgm:pt modelId="{4F2AD9C7-210B-4965-B59B-D0061A910781}" type="sibTrans" cxnId="{A5EFB4D3-02F3-49DA-8A54-126DC2EAB729}">
      <dgm:prSet/>
      <dgm:spPr/>
      <dgm:t>
        <a:bodyPr/>
        <a:lstStyle/>
        <a:p>
          <a:endParaRPr lang="en-US"/>
        </a:p>
      </dgm:t>
    </dgm:pt>
    <dgm:pt modelId="{491B2F96-609D-4DD5-A65B-F36C84D0548B}">
      <dgm:prSet/>
      <dgm:spPr/>
      <dgm:t>
        <a:bodyPr/>
        <a:lstStyle/>
        <a:p>
          <a:r>
            <a:rPr lang="en-US" dirty="0"/>
            <a:t>Limitations of Traditional Tool Calling  Traditional tool calling may face issues such as: LLM hallucinations Incorrect tool selection. Invalid tool calls These problems occur because the LLM directly decides how tools should be used. </a:t>
          </a:r>
        </a:p>
      </dgm:t>
    </dgm:pt>
    <dgm:pt modelId="{3AB8BC04-EA7C-4832-8D56-25CB1C16D5AD}" type="parTrans" cxnId="{FAFD9DA7-EFC4-4C6A-9436-AC09C4CB9D7A}">
      <dgm:prSet/>
      <dgm:spPr/>
      <dgm:t>
        <a:bodyPr/>
        <a:lstStyle/>
        <a:p>
          <a:endParaRPr lang="en-US"/>
        </a:p>
      </dgm:t>
    </dgm:pt>
    <dgm:pt modelId="{CDC46308-562C-463D-B18B-1DE8A6B1FB88}" type="sibTrans" cxnId="{FAFD9DA7-EFC4-4C6A-9436-AC09C4CB9D7A}">
      <dgm:prSet/>
      <dgm:spPr/>
      <dgm:t>
        <a:bodyPr/>
        <a:lstStyle/>
        <a:p>
          <a:endParaRPr lang="en-US"/>
        </a:p>
      </dgm:t>
    </dgm:pt>
    <dgm:pt modelId="{B9A17EE5-8F06-469E-B31B-B90398FF88C9}">
      <dgm:prSet/>
      <dgm:spPr/>
      <dgm:t>
        <a:bodyPr/>
        <a:lstStyle/>
        <a:p>
          <a:r>
            <a:rPr lang="en-US" dirty="0"/>
            <a:t>The LLM generates the final answer.</a:t>
          </a:r>
        </a:p>
      </dgm:t>
    </dgm:pt>
    <dgm:pt modelId="{F48B3268-ADE7-436B-A640-772EAF44342C}" type="parTrans" cxnId="{14F8C479-C2A3-45C4-9FBD-E71EDF8A7372}">
      <dgm:prSet/>
      <dgm:spPr/>
      <dgm:t>
        <a:bodyPr/>
        <a:lstStyle/>
        <a:p>
          <a:endParaRPr lang="en-US"/>
        </a:p>
      </dgm:t>
    </dgm:pt>
    <dgm:pt modelId="{DB8545AA-E77B-433D-8189-911D4541D565}" type="sibTrans" cxnId="{14F8C479-C2A3-45C4-9FBD-E71EDF8A7372}">
      <dgm:prSet/>
      <dgm:spPr/>
      <dgm:t>
        <a:bodyPr/>
        <a:lstStyle/>
        <a:p>
          <a:endParaRPr lang="en-US"/>
        </a:p>
      </dgm:t>
    </dgm:pt>
    <dgm:pt modelId="{916A07C3-3310-497B-B704-9F384806FD33}">
      <dgm:prSet/>
      <dgm:spPr/>
      <dgm:t>
        <a:bodyPr/>
        <a:lstStyle/>
        <a:p>
          <a:r>
            <a:rPr lang="en-US" dirty="0"/>
            <a:t> The library sends the result back to the LLM.</a:t>
          </a:r>
        </a:p>
      </dgm:t>
    </dgm:pt>
    <dgm:pt modelId="{8152D3FE-5A4F-4923-AFC7-758FFB2D4D8A}" type="parTrans" cxnId="{A457F6B5-00E3-4255-BD56-DAA1796DAC84}">
      <dgm:prSet/>
      <dgm:spPr/>
      <dgm:t>
        <a:bodyPr/>
        <a:lstStyle/>
        <a:p>
          <a:endParaRPr lang="en-US"/>
        </a:p>
      </dgm:t>
    </dgm:pt>
    <dgm:pt modelId="{8EF4A256-F312-4C9F-94C1-5665D9F4A1A2}" type="sibTrans" cxnId="{A457F6B5-00E3-4255-BD56-DAA1796DAC84}">
      <dgm:prSet/>
      <dgm:spPr/>
      <dgm:t>
        <a:bodyPr/>
        <a:lstStyle/>
        <a:p>
          <a:endParaRPr lang="en-US"/>
        </a:p>
      </dgm:t>
    </dgm:pt>
    <dgm:pt modelId="{163FB53A-249D-4C17-8AFF-D5952E800D40}">
      <dgm:prSet/>
      <dgm:spPr/>
      <dgm:t>
        <a:bodyPr/>
        <a:lstStyle/>
        <a:p>
          <a:r>
            <a:rPr lang="en-US" dirty="0"/>
            <a:t> The library executes the tool automatically.</a:t>
          </a:r>
        </a:p>
      </dgm:t>
    </dgm:pt>
    <dgm:pt modelId="{95C52CBD-7FC2-4554-884F-311F9AC2FB75}" type="parTrans" cxnId="{9837FF8C-B980-4116-A785-9A8B2D954BD2}">
      <dgm:prSet/>
      <dgm:spPr/>
      <dgm:t>
        <a:bodyPr/>
        <a:lstStyle/>
        <a:p>
          <a:endParaRPr lang="en-US"/>
        </a:p>
      </dgm:t>
    </dgm:pt>
    <dgm:pt modelId="{E3B9C6F8-4311-4064-A1D3-C50DE9D4D489}" type="sibTrans" cxnId="{9837FF8C-B980-4116-A785-9A8B2D954BD2}">
      <dgm:prSet/>
      <dgm:spPr/>
      <dgm:t>
        <a:bodyPr/>
        <a:lstStyle/>
        <a:p>
          <a:endParaRPr lang="en-US"/>
        </a:p>
      </dgm:t>
    </dgm:pt>
    <dgm:pt modelId="{D774A7B0-3AA0-4452-ADDA-8608005657C6}">
      <dgm:prSet/>
      <dgm:spPr/>
      <dgm:t>
        <a:bodyPr/>
        <a:lstStyle/>
        <a:p>
          <a:r>
            <a:rPr lang="en-US" dirty="0"/>
            <a:t>The LLM suggests a tool.</a:t>
          </a:r>
        </a:p>
      </dgm:t>
    </dgm:pt>
    <dgm:pt modelId="{B7FEEE38-51AA-4E59-BA56-88D52E13E0E6}" type="parTrans" cxnId="{45689B4C-DCF4-4FB4-AE15-868483A6BBBA}">
      <dgm:prSet/>
      <dgm:spPr/>
      <dgm:t>
        <a:bodyPr/>
        <a:lstStyle/>
        <a:p>
          <a:endParaRPr lang="en-US"/>
        </a:p>
      </dgm:t>
    </dgm:pt>
    <dgm:pt modelId="{70608541-48E2-462D-904E-74E5EB5712A4}" type="sibTrans" cxnId="{45689B4C-DCF4-4FB4-AE15-868483A6BBBA}">
      <dgm:prSet/>
      <dgm:spPr/>
      <dgm:t>
        <a:bodyPr/>
        <a:lstStyle/>
        <a:p>
          <a:endParaRPr lang="en-US"/>
        </a:p>
      </dgm:t>
    </dgm:pt>
    <dgm:pt modelId="{D8C6955A-CE90-4E02-828A-2A552E75EE01}">
      <dgm:prSet/>
      <dgm:spPr/>
      <dgm:t>
        <a:bodyPr/>
        <a:lstStyle/>
        <a:p>
          <a:r>
            <a:rPr lang="en-US" dirty="0"/>
            <a:t>The library manages: Tool definitions Tool execution Error handling Embedded Tool Calling Workflow User sends a query to the application. The query passes through a library/framework. The library attaches the tool definitions. The message and tools are sent to the LLM. </a:t>
          </a:r>
        </a:p>
      </dgm:t>
    </dgm:pt>
    <dgm:pt modelId="{7A704592-256A-4602-9E94-B09A24484816}" type="parTrans" cxnId="{5B37BF3F-0525-4526-8A31-BB9B361C8EED}">
      <dgm:prSet/>
      <dgm:spPr/>
      <dgm:t>
        <a:bodyPr/>
        <a:lstStyle/>
        <a:p>
          <a:endParaRPr lang="en-US"/>
        </a:p>
      </dgm:t>
    </dgm:pt>
    <dgm:pt modelId="{69676648-C942-4DB2-9236-3FFF8572C433}" type="sibTrans" cxnId="{5B37BF3F-0525-4526-8A31-BB9B361C8EED}">
      <dgm:prSet/>
      <dgm:spPr/>
      <dgm:t>
        <a:bodyPr/>
        <a:lstStyle/>
        <a:p>
          <a:endParaRPr lang="en-US"/>
        </a:p>
      </dgm:t>
    </dgm:pt>
    <dgm:pt modelId="{F15F500D-C7B2-4984-B428-ADAF632D838C}">
      <dgm:prSet/>
      <dgm:spPr/>
      <dgm:t>
        <a:bodyPr/>
        <a:lstStyle/>
        <a:p>
          <a:r>
            <a:rPr lang="en-US" dirty="0"/>
            <a:t>Embedded tool calling uses a library layer to improve reliability and execution accuracy.</a:t>
          </a:r>
        </a:p>
      </dgm:t>
    </dgm:pt>
    <dgm:pt modelId="{EED20E68-D8BE-4AC8-9CBB-C37D5042FA97}" type="parTrans" cxnId="{673393A2-CB9E-4E2D-9990-D35F80D31876}">
      <dgm:prSet/>
      <dgm:spPr/>
      <dgm:t>
        <a:bodyPr/>
        <a:lstStyle/>
        <a:p>
          <a:endParaRPr lang="en-US"/>
        </a:p>
      </dgm:t>
    </dgm:pt>
    <dgm:pt modelId="{E39599E6-3407-4B91-8B00-9C6378578DBB}" type="sibTrans" cxnId="{673393A2-CB9E-4E2D-9990-D35F80D31876}">
      <dgm:prSet/>
      <dgm:spPr/>
      <dgm:t>
        <a:bodyPr/>
        <a:lstStyle/>
        <a:p>
          <a:endParaRPr lang="en-US"/>
        </a:p>
      </dgm:t>
    </dgm:pt>
    <dgm:pt modelId="{E5FF79E4-7585-41B4-B94A-C30EAE7FA75D}">
      <dgm:prSet/>
      <dgm:spPr/>
      <dgm:t>
        <a:bodyPr/>
        <a:lstStyle/>
        <a:p>
          <a:r>
            <a:rPr lang="en-US" dirty="0"/>
            <a:t>Ads do not influence the answers you get from ChatGPT. Your chats stay private. Learn about ads and personalization​</a:t>
          </a:r>
        </a:p>
      </dgm:t>
    </dgm:pt>
    <dgm:pt modelId="{E59949D5-17EE-4725-88B4-F923A6D5CAAB}" type="parTrans" cxnId="{5AB62B34-F370-4B16-8A07-763AED91822F}">
      <dgm:prSet/>
      <dgm:spPr/>
      <dgm:t>
        <a:bodyPr/>
        <a:lstStyle/>
        <a:p>
          <a:endParaRPr lang="en-US"/>
        </a:p>
      </dgm:t>
    </dgm:pt>
    <dgm:pt modelId="{3103097B-7607-47D2-9DB2-B4DA136ADF56}" type="sibTrans" cxnId="{5AB62B34-F370-4B16-8A07-763AED91822F}">
      <dgm:prSet/>
      <dgm:spPr/>
      <dgm:t>
        <a:bodyPr/>
        <a:lstStyle/>
        <a:p>
          <a:endParaRPr lang="en-US"/>
        </a:p>
      </dgm:t>
    </dgm:pt>
    <dgm:pt modelId="{DF453C79-3EC5-4221-BE2F-5F79A6BD64BD}">
      <dgm:prSet/>
      <dgm:spPr/>
      <dgm:t>
        <a:bodyPr/>
        <a:lstStyle/>
        <a:p>
          <a:r>
            <a:rPr lang="en-US" dirty="0"/>
            <a:t>Key Takeaways :</a:t>
          </a:r>
        </a:p>
        <a:p>
          <a:r>
            <a:rPr lang="en-US" dirty="0"/>
            <a:t>Tool calling allows LLMs to access external data and services.</a:t>
          </a:r>
        </a:p>
        <a:p>
          <a:r>
            <a:rPr lang="en-US" dirty="0"/>
            <a:t>Tools can include APIs, databases, or code execution environments.</a:t>
          </a:r>
        </a:p>
        <a:p>
          <a:r>
            <a:rPr lang="en-US" dirty="0"/>
            <a:t>Traditional tool calling relies heavily on the LLM and may cause errors.</a:t>
          </a:r>
        </a:p>
        <a:p>
          <a:r>
            <a:rPr lang="en-US" dirty="0"/>
            <a:t>Embedded tool calling uses a library layer to improve reliability and execution accuracy.</a:t>
          </a:r>
        </a:p>
        <a:p>
          <a:r>
            <a:rPr lang="en-US" dirty="0"/>
            <a:t>Ads do not influence the answers you get from ChatGPT. Your chats stay private. Learn about ads and personalization​</a:t>
          </a:r>
        </a:p>
      </dgm:t>
    </dgm:pt>
    <dgm:pt modelId="{B4DE32D8-320C-49C7-82D1-BAF8D64003F1}" type="sibTrans" cxnId="{7DD357EC-269A-4C7D-B8D2-48BB5C3CAD41}">
      <dgm:prSet/>
      <dgm:spPr/>
      <dgm:t>
        <a:bodyPr/>
        <a:lstStyle/>
        <a:p>
          <a:endParaRPr lang="en-US"/>
        </a:p>
      </dgm:t>
    </dgm:pt>
    <dgm:pt modelId="{2C9277E4-349F-4943-B49C-2E6B21ED4383}" type="parTrans" cxnId="{7DD357EC-269A-4C7D-B8D2-48BB5C3CAD41}">
      <dgm:prSet/>
      <dgm:spPr/>
      <dgm:t>
        <a:bodyPr/>
        <a:lstStyle/>
        <a:p>
          <a:endParaRPr lang="en-US"/>
        </a:p>
      </dgm:t>
    </dgm:pt>
    <dgm:pt modelId="{AFADF65B-68A7-4F7A-AE51-CCE56ADEBFA9}" type="pres">
      <dgm:prSet presAssocID="{2A703618-A394-459C-91E9-239ADC762C2A}" presName="Name0" presStyleCnt="0">
        <dgm:presLayoutVars>
          <dgm:dir/>
          <dgm:animLvl val="lvl"/>
          <dgm:resizeHandles val="exact"/>
        </dgm:presLayoutVars>
      </dgm:prSet>
      <dgm:spPr/>
    </dgm:pt>
    <dgm:pt modelId="{BF8E5FEB-8B45-4E10-8F53-6E29E81DA006}" type="pres">
      <dgm:prSet presAssocID="{673732E5-D122-4B07-B80B-CAD0C528DCAB}" presName="linNode" presStyleCnt="0"/>
      <dgm:spPr/>
    </dgm:pt>
    <dgm:pt modelId="{02662749-0409-4EC7-85F5-DD9F5C3749F2}" type="pres">
      <dgm:prSet presAssocID="{673732E5-D122-4B07-B80B-CAD0C528DCAB}" presName="parentText" presStyleLbl="node1" presStyleIdx="0" presStyleCnt="13" custLinFactNeighborX="308" custLinFactNeighborY="-4099">
        <dgm:presLayoutVars>
          <dgm:chMax val="1"/>
          <dgm:bulletEnabled val="1"/>
        </dgm:presLayoutVars>
      </dgm:prSet>
      <dgm:spPr/>
    </dgm:pt>
    <dgm:pt modelId="{1306D620-122C-4F4A-B581-CB8FE65FF0C9}" type="pres">
      <dgm:prSet presAssocID="{804A7BC4-49D1-4258-A62B-90B4A49461AA}" presName="sp" presStyleCnt="0"/>
      <dgm:spPr/>
    </dgm:pt>
    <dgm:pt modelId="{11293D54-B742-43A7-A1F6-09BF646E7761}" type="pres">
      <dgm:prSet presAssocID="{C0FDCB91-9B62-45E0-9E81-81E4A2428FEB}" presName="linNode" presStyleCnt="0"/>
      <dgm:spPr/>
    </dgm:pt>
    <dgm:pt modelId="{2A4E93CC-3CCF-48AF-A031-642ED0F4BDCF}" type="pres">
      <dgm:prSet presAssocID="{C0FDCB91-9B62-45E0-9E81-81E4A2428FEB}" presName="parentText" presStyleLbl="node1" presStyleIdx="1" presStyleCnt="13">
        <dgm:presLayoutVars>
          <dgm:chMax val="1"/>
          <dgm:bulletEnabled val="1"/>
        </dgm:presLayoutVars>
      </dgm:prSet>
      <dgm:spPr/>
    </dgm:pt>
    <dgm:pt modelId="{6495BDC4-412C-4680-B404-B460EE32AE74}" type="pres">
      <dgm:prSet presAssocID="{A80A0915-3F89-4D11-AB4F-6863BFE703F8}" presName="sp" presStyleCnt="0"/>
      <dgm:spPr/>
    </dgm:pt>
    <dgm:pt modelId="{7F160904-E0CB-4BA5-BDBF-694F19675DFE}" type="pres">
      <dgm:prSet presAssocID="{F61538B0-FA30-4504-AAE2-A159A523CEC0}" presName="linNode" presStyleCnt="0"/>
      <dgm:spPr/>
    </dgm:pt>
    <dgm:pt modelId="{D5E793AA-2A27-47D7-9351-880BB4F870A3}" type="pres">
      <dgm:prSet presAssocID="{F61538B0-FA30-4504-AAE2-A159A523CEC0}" presName="parentText" presStyleLbl="node1" presStyleIdx="2" presStyleCnt="13">
        <dgm:presLayoutVars>
          <dgm:chMax val="1"/>
          <dgm:bulletEnabled val="1"/>
        </dgm:presLayoutVars>
      </dgm:prSet>
      <dgm:spPr/>
    </dgm:pt>
    <dgm:pt modelId="{8AD365BE-3B97-4661-A755-D60B214DBA8F}" type="pres">
      <dgm:prSet presAssocID="{CFDD1C88-1E76-4B5B-B35C-4E6096ADAA5A}" presName="sp" presStyleCnt="0"/>
      <dgm:spPr/>
    </dgm:pt>
    <dgm:pt modelId="{3982ADC3-CEA3-438A-97CF-80579D3294D6}" type="pres">
      <dgm:prSet presAssocID="{8787978A-C308-4955-8DB2-56C4FDB1EF2E}" presName="linNode" presStyleCnt="0"/>
      <dgm:spPr/>
    </dgm:pt>
    <dgm:pt modelId="{ED1CC7E8-B91E-4D1A-B8D4-A010339A7214}" type="pres">
      <dgm:prSet presAssocID="{8787978A-C308-4955-8DB2-56C4FDB1EF2E}" presName="parentText" presStyleLbl="node1" presStyleIdx="3" presStyleCnt="13">
        <dgm:presLayoutVars>
          <dgm:chMax val="1"/>
          <dgm:bulletEnabled val="1"/>
        </dgm:presLayoutVars>
      </dgm:prSet>
      <dgm:spPr/>
    </dgm:pt>
    <dgm:pt modelId="{AB7510BA-9EEC-469F-8B94-9992A888BB0E}" type="pres">
      <dgm:prSet presAssocID="{90F7CE7A-771D-4C59-8577-9B81E3DD6B02}" presName="sp" presStyleCnt="0"/>
      <dgm:spPr/>
    </dgm:pt>
    <dgm:pt modelId="{95A6642F-43B0-4710-88CC-11F87D184DFE}" type="pres">
      <dgm:prSet presAssocID="{56FAF222-1702-4711-9D48-F2CA1C9C57B3}" presName="linNode" presStyleCnt="0"/>
      <dgm:spPr/>
    </dgm:pt>
    <dgm:pt modelId="{99A844CE-FE80-4DD3-942D-AD6FF69C25CB}" type="pres">
      <dgm:prSet presAssocID="{56FAF222-1702-4711-9D48-F2CA1C9C57B3}" presName="parentText" presStyleLbl="node1" presStyleIdx="4" presStyleCnt="13">
        <dgm:presLayoutVars>
          <dgm:chMax val="1"/>
          <dgm:bulletEnabled val="1"/>
        </dgm:presLayoutVars>
      </dgm:prSet>
      <dgm:spPr/>
    </dgm:pt>
    <dgm:pt modelId="{82027005-AC33-4612-B5F9-61C52D1B8C21}" type="pres">
      <dgm:prSet presAssocID="{04FE646B-A091-48BC-AD88-C615C110C31F}" presName="sp" presStyleCnt="0"/>
      <dgm:spPr/>
    </dgm:pt>
    <dgm:pt modelId="{3324D73B-793E-44C4-87CD-FDCE630D46BA}" type="pres">
      <dgm:prSet presAssocID="{588832E7-AC11-44C0-B23C-C06112FE5764}" presName="linNode" presStyleCnt="0"/>
      <dgm:spPr/>
    </dgm:pt>
    <dgm:pt modelId="{2BCFD54C-75A8-4443-9AFD-A96D762CB6AE}" type="pres">
      <dgm:prSet presAssocID="{588832E7-AC11-44C0-B23C-C06112FE5764}" presName="parentText" presStyleLbl="node1" presStyleIdx="5" presStyleCnt="13">
        <dgm:presLayoutVars>
          <dgm:chMax val="1"/>
          <dgm:bulletEnabled val="1"/>
        </dgm:presLayoutVars>
      </dgm:prSet>
      <dgm:spPr/>
    </dgm:pt>
    <dgm:pt modelId="{44FC768D-8A1F-447B-ACAB-050D6765D67D}" type="pres">
      <dgm:prSet presAssocID="{588832E7-AC11-44C0-B23C-C06112FE5764}" presName="descendantText" presStyleLbl="alignAccFollowNode1" presStyleIdx="0" presStyleCnt="3">
        <dgm:presLayoutVars>
          <dgm:bulletEnabled val="1"/>
        </dgm:presLayoutVars>
      </dgm:prSet>
      <dgm:spPr/>
    </dgm:pt>
    <dgm:pt modelId="{64CC9C5D-255F-414E-B071-47BE0C9EAFB8}" type="pres">
      <dgm:prSet presAssocID="{3591B65A-AFEB-4C2C-933C-BCB792BC26C0}" presName="sp" presStyleCnt="0"/>
      <dgm:spPr/>
    </dgm:pt>
    <dgm:pt modelId="{EF64CA08-2C51-43BE-9417-78471F24F088}" type="pres">
      <dgm:prSet presAssocID="{542F88CD-F213-4997-B6A8-52303CC52E8A}" presName="linNode" presStyleCnt="0"/>
      <dgm:spPr/>
    </dgm:pt>
    <dgm:pt modelId="{2B1F89A9-8283-4C93-8AFB-22A44C0538B4}" type="pres">
      <dgm:prSet presAssocID="{542F88CD-F213-4997-B6A8-52303CC52E8A}" presName="parentText" presStyleLbl="node1" presStyleIdx="6" presStyleCnt="13">
        <dgm:presLayoutVars>
          <dgm:chMax val="1"/>
          <dgm:bulletEnabled val="1"/>
        </dgm:presLayoutVars>
      </dgm:prSet>
      <dgm:spPr/>
    </dgm:pt>
    <dgm:pt modelId="{A3DEFEC7-F2AB-4EB9-95C4-C6DB6BF72BE9}" type="pres">
      <dgm:prSet presAssocID="{542F88CD-F213-4997-B6A8-52303CC52E8A}" presName="descendantText" presStyleLbl="alignAccFollowNode1" presStyleIdx="1" presStyleCnt="3">
        <dgm:presLayoutVars>
          <dgm:bulletEnabled val="1"/>
        </dgm:presLayoutVars>
      </dgm:prSet>
      <dgm:spPr/>
    </dgm:pt>
    <dgm:pt modelId="{5C41CE8B-A687-4E26-A913-0A8797DA5EB9}" type="pres">
      <dgm:prSet presAssocID="{5FB7C3BE-65CC-4D9E-A567-AF879E9E652A}" presName="sp" presStyleCnt="0"/>
      <dgm:spPr/>
    </dgm:pt>
    <dgm:pt modelId="{2635EA3B-BFE3-4ACE-96E8-6711B33910F3}" type="pres">
      <dgm:prSet presAssocID="{288EBACC-B6CC-463F-824E-146EC3E4A0A7}" presName="linNode" presStyleCnt="0"/>
      <dgm:spPr/>
    </dgm:pt>
    <dgm:pt modelId="{BA1EE24F-852A-4008-A35E-91AD463A037A}" type="pres">
      <dgm:prSet presAssocID="{288EBACC-B6CC-463F-824E-146EC3E4A0A7}" presName="parentText" presStyleLbl="node1" presStyleIdx="7" presStyleCnt="13">
        <dgm:presLayoutVars>
          <dgm:chMax val="1"/>
          <dgm:bulletEnabled val="1"/>
        </dgm:presLayoutVars>
      </dgm:prSet>
      <dgm:spPr/>
    </dgm:pt>
    <dgm:pt modelId="{D8AE49F8-8653-406F-A20B-32641324AF6E}" type="pres">
      <dgm:prSet presAssocID="{288EBACC-B6CC-463F-824E-146EC3E4A0A7}" presName="descendantText" presStyleLbl="alignAccFollowNode1" presStyleIdx="2" presStyleCnt="3">
        <dgm:presLayoutVars>
          <dgm:bulletEnabled val="1"/>
        </dgm:presLayoutVars>
      </dgm:prSet>
      <dgm:spPr/>
    </dgm:pt>
    <dgm:pt modelId="{87260543-C7CE-4D6D-AF01-84DDF6503A42}" type="pres">
      <dgm:prSet presAssocID="{F035ECCB-E288-4786-A535-63DDB0EF10C9}" presName="sp" presStyleCnt="0"/>
      <dgm:spPr/>
    </dgm:pt>
    <dgm:pt modelId="{88D3132E-31F6-406E-98FB-5E2CF8F5302B}" type="pres">
      <dgm:prSet presAssocID="{F78D2346-EAFE-4F5D-B8D0-303110B486C3}" presName="linNode" presStyleCnt="0"/>
      <dgm:spPr/>
    </dgm:pt>
    <dgm:pt modelId="{47DCD35A-84EB-4C91-9AFC-2292679B5F7D}" type="pres">
      <dgm:prSet presAssocID="{F78D2346-EAFE-4F5D-B8D0-303110B486C3}" presName="parentText" presStyleLbl="node1" presStyleIdx="8" presStyleCnt="13">
        <dgm:presLayoutVars>
          <dgm:chMax val="1"/>
          <dgm:bulletEnabled val="1"/>
        </dgm:presLayoutVars>
      </dgm:prSet>
      <dgm:spPr/>
    </dgm:pt>
    <dgm:pt modelId="{7A19ED3F-62D1-4A9E-A2DE-CF448A92CD20}" type="pres">
      <dgm:prSet presAssocID="{175D5BD6-5E8F-48AF-906E-166FB073E0C7}" presName="sp" presStyleCnt="0"/>
      <dgm:spPr/>
    </dgm:pt>
    <dgm:pt modelId="{54FBD110-F1A3-4742-8F15-FFA34C3A1A44}" type="pres">
      <dgm:prSet presAssocID="{A2A38B98-566E-48F6-90A2-81157746D9FF}" presName="linNode" presStyleCnt="0"/>
      <dgm:spPr/>
    </dgm:pt>
    <dgm:pt modelId="{2BD6EBC7-E803-4867-9C8A-BDFFD12AA562}" type="pres">
      <dgm:prSet presAssocID="{A2A38B98-566E-48F6-90A2-81157746D9FF}" presName="parentText" presStyleLbl="node1" presStyleIdx="9" presStyleCnt="13">
        <dgm:presLayoutVars>
          <dgm:chMax val="1"/>
          <dgm:bulletEnabled val="1"/>
        </dgm:presLayoutVars>
      </dgm:prSet>
      <dgm:spPr/>
    </dgm:pt>
    <dgm:pt modelId="{B91E2150-6784-4F8A-9613-9FA7766B7D96}" type="pres">
      <dgm:prSet presAssocID="{09587518-10EF-4090-A6FA-CA899A2A5EB6}" presName="sp" presStyleCnt="0"/>
      <dgm:spPr/>
    </dgm:pt>
    <dgm:pt modelId="{D6041B5A-67EE-4D86-BA9C-BB549817D1F7}" type="pres">
      <dgm:prSet presAssocID="{DF453C79-3EC5-4221-BE2F-5F79A6BD64BD}" presName="linNode" presStyleCnt="0"/>
      <dgm:spPr/>
    </dgm:pt>
    <dgm:pt modelId="{63502D1B-D51C-45F3-A857-4567D33F2CB5}" type="pres">
      <dgm:prSet presAssocID="{DF453C79-3EC5-4221-BE2F-5F79A6BD64BD}" presName="parentText" presStyleLbl="node1" presStyleIdx="10" presStyleCnt="13">
        <dgm:presLayoutVars>
          <dgm:chMax val="1"/>
          <dgm:bulletEnabled val="1"/>
        </dgm:presLayoutVars>
      </dgm:prSet>
      <dgm:spPr/>
    </dgm:pt>
    <dgm:pt modelId="{AAA2E372-9CFE-4A5A-9F13-EA505A9C8474}" type="pres">
      <dgm:prSet presAssocID="{B4DE32D8-320C-49C7-82D1-BAF8D64003F1}" presName="sp" presStyleCnt="0"/>
      <dgm:spPr/>
    </dgm:pt>
    <dgm:pt modelId="{18953E16-5F19-4733-9B5E-D06A327D5FDE}" type="pres">
      <dgm:prSet presAssocID="{F15F500D-C7B2-4984-B428-ADAF632D838C}" presName="linNode" presStyleCnt="0"/>
      <dgm:spPr/>
    </dgm:pt>
    <dgm:pt modelId="{C2779179-4B50-4951-98A3-17993DF22A43}" type="pres">
      <dgm:prSet presAssocID="{F15F500D-C7B2-4984-B428-ADAF632D838C}" presName="parentText" presStyleLbl="node1" presStyleIdx="11" presStyleCnt="13">
        <dgm:presLayoutVars>
          <dgm:chMax val="1"/>
          <dgm:bulletEnabled val="1"/>
        </dgm:presLayoutVars>
      </dgm:prSet>
      <dgm:spPr/>
    </dgm:pt>
    <dgm:pt modelId="{5C6F34BB-6D08-4B32-AF16-536D570D381C}" type="pres">
      <dgm:prSet presAssocID="{E39599E6-3407-4B91-8B00-9C6378578DBB}" presName="sp" presStyleCnt="0"/>
      <dgm:spPr/>
    </dgm:pt>
    <dgm:pt modelId="{721134E1-8C49-469B-8B53-F1B9EB4E9828}" type="pres">
      <dgm:prSet presAssocID="{E5FF79E4-7585-41B4-B94A-C30EAE7FA75D}" presName="linNode" presStyleCnt="0"/>
      <dgm:spPr/>
    </dgm:pt>
    <dgm:pt modelId="{C14279D8-38C9-4765-8C97-1E5F4C1532FE}" type="pres">
      <dgm:prSet presAssocID="{E5FF79E4-7585-41B4-B94A-C30EAE7FA75D}" presName="parentText" presStyleLbl="node1" presStyleIdx="12" presStyleCnt="13">
        <dgm:presLayoutVars>
          <dgm:chMax val="1"/>
          <dgm:bulletEnabled val="1"/>
        </dgm:presLayoutVars>
      </dgm:prSet>
      <dgm:spPr/>
    </dgm:pt>
  </dgm:ptLst>
  <dgm:cxnLst>
    <dgm:cxn modelId="{58544C08-7457-4438-9E1A-DACBCFFB45EB}" type="presOf" srcId="{8787978A-C308-4955-8DB2-56C4FDB1EF2E}" destId="{ED1CC7E8-B91E-4D1A-B8D4-A010339A7214}" srcOrd="0" destOrd="0" presId="urn:microsoft.com/office/officeart/2005/8/layout/vList5"/>
    <dgm:cxn modelId="{9BBD8A11-4232-4455-B32D-3D63EE4D1D28}" type="presOf" srcId="{491B2F96-609D-4DD5-A65B-F36C84D0548B}" destId="{A3DEFEC7-F2AB-4EB9-95C4-C6DB6BF72BE9}" srcOrd="0" destOrd="4" presId="urn:microsoft.com/office/officeart/2005/8/layout/vList5"/>
    <dgm:cxn modelId="{C8189111-908C-48D6-9A66-C1970E18A09C}" type="presOf" srcId="{163FB53A-249D-4C17-8AFF-D5952E800D40}" destId="{D8AE49F8-8653-406F-A20B-32641324AF6E}" srcOrd="0" destOrd="3" presId="urn:microsoft.com/office/officeart/2005/8/layout/vList5"/>
    <dgm:cxn modelId="{D60CF912-B270-4AA0-A17F-D6AB7E4A238E}" srcId="{2A703618-A394-459C-91E9-239ADC762C2A}" destId="{56FAF222-1702-4711-9D48-F2CA1C9C57B3}" srcOrd="4" destOrd="0" parTransId="{7FBC998B-AF78-4B8E-A649-620EDF915E97}" sibTransId="{04FE646B-A091-48BC-AD88-C615C110C31F}"/>
    <dgm:cxn modelId="{C6525122-60FB-4991-A159-57579E5ED319}" type="presOf" srcId="{B9A17EE5-8F06-469E-B31B-B90398FF88C9}" destId="{D8AE49F8-8653-406F-A20B-32641324AF6E}" srcOrd="0" destOrd="5" presId="urn:microsoft.com/office/officeart/2005/8/layout/vList5"/>
    <dgm:cxn modelId="{4F66CF2D-B62E-4796-AF63-89428868DE51}" type="presOf" srcId="{916A07C3-3310-497B-B704-9F384806FD33}" destId="{D8AE49F8-8653-406F-A20B-32641324AF6E}" srcOrd="0" destOrd="4" presId="urn:microsoft.com/office/officeart/2005/8/layout/vList5"/>
    <dgm:cxn modelId="{18D3EC2E-0F88-4789-8E65-6BF3A1CDE1FB}" srcId="{542F88CD-F213-4997-B6A8-52303CC52E8A}" destId="{B1F3EEB5-61A5-45A2-92EC-F09904A41426}" srcOrd="0" destOrd="0" parTransId="{364C628F-9B3C-4B0A-A0F1-2B20391AF786}" sibTransId="{EAFE9732-9913-4A19-AED0-B7C90B4D048E}"/>
    <dgm:cxn modelId="{8B345431-57C1-4F94-B901-86F1C4111CAB}" type="presOf" srcId="{C7D26831-B90A-47FD-B6EF-07C5311B8E14}" destId="{44FC768D-8A1F-447B-ACAB-050D6765D67D}" srcOrd="0" destOrd="0" presId="urn:microsoft.com/office/officeart/2005/8/layout/vList5"/>
    <dgm:cxn modelId="{5AB62B34-F370-4B16-8A07-763AED91822F}" srcId="{2A703618-A394-459C-91E9-239ADC762C2A}" destId="{E5FF79E4-7585-41B4-B94A-C30EAE7FA75D}" srcOrd="12" destOrd="0" parTransId="{E59949D5-17EE-4725-88B4-F923A6D5CAAB}" sibTransId="{3103097B-7607-47D2-9DB2-B4DA136ADF56}"/>
    <dgm:cxn modelId="{1D403738-75DD-42E7-8F2E-6D8306D3503E}" type="presOf" srcId="{6C6FED15-1995-4024-BF0F-D87B6F4A6C67}" destId="{A3DEFEC7-F2AB-4EB9-95C4-C6DB6BF72BE9}" srcOrd="0" destOrd="2" presId="urn:microsoft.com/office/officeart/2005/8/layout/vList5"/>
    <dgm:cxn modelId="{9F2F3F3B-CE29-44A9-A43F-14634B2A316E}" type="presOf" srcId="{D774A7B0-3AA0-4452-ADDA-8608005657C6}" destId="{D8AE49F8-8653-406F-A20B-32641324AF6E}" srcOrd="0" destOrd="2" presId="urn:microsoft.com/office/officeart/2005/8/layout/vList5"/>
    <dgm:cxn modelId="{F456353C-8008-47A8-8252-491094991DF9}" srcId="{2A703618-A394-459C-91E9-239ADC762C2A}" destId="{542F88CD-F213-4997-B6A8-52303CC52E8A}" srcOrd="6" destOrd="0" parTransId="{617BAE19-5A10-4A89-A8A9-EBD1AABEAFFC}" sibTransId="{5FB7C3BE-65CC-4D9E-A567-AF879E9E652A}"/>
    <dgm:cxn modelId="{5B37BF3F-0525-4526-8A31-BB9B361C8EED}" srcId="{701EE348-A917-4BF9-A68E-9F0ED0D440D8}" destId="{D8C6955A-CE90-4E02-828A-2A552E75EE01}" srcOrd="0" destOrd="0" parTransId="{7A704592-256A-4602-9E94-B09A24484816}" sibTransId="{69676648-C942-4DB2-9236-3FFF8572C433}"/>
    <dgm:cxn modelId="{EB836343-A610-44E2-BC86-9FCEBA9B947D}" srcId="{2A703618-A394-459C-91E9-239ADC762C2A}" destId="{F78D2346-EAFE-4F5D-B8D0-303110B486C3}" srcOrd="8" destOrd="0" parTransId="{E9DD7856-F5A5-452F-9C80-6DD8FD14769E}" sibTransId="{175D5BD6-5E8F-48AF-906E-166FB073E0C7}"/>
    <dgm:cxn modelId="{E40B2465-00C7-438B-8D7C-EE74F68C1F15}" srcId="{2A703618-A394-459C-91E9-239ADC762C2A}" destId="{673732E5-D122-4B07-B80B-CAD0C528DCAB}" srcOrd="0" destOrd="0" parTransId="{B24AC17C-ACDC-4E0B-8E98-1DFD8FB48D85}" sibTransId="{804A7BC4-49D1-4258-A62B-90B4A49461AA}"/>
    <dgm:cxn modelId="{7EF8146A-7673-4528-97C6-3604D05A53BB}" srcId="{2A703618-A394-459C-91E9-239ADC762C2A}" destId="{F61538B0-FA30-4504-AAE2-A159A523CEC0}" srcOrd="2" destOrd="0" parTransId="{D929C876-C40E-4499-BDEF-3010AB593B05}" sibTransId="{CFDD1C88-1E76-4B5B-B35C-4E6096ADAA5A}"/>
    <dgm:cxn modelId="{5839BC4A-955E-40A9-A09F-17B786A4EF79}" srcId="{2A703618-A394-459C-91E9-239ADC762C2A}" destId="{C0FDCB91-9B62-45E0-9E81-81E4A2428FEB}" srcOrd="1" destOrd="0" parTransId="{D999ACE6-1442-4328-B991-3CC20509C04A}" sibTransId="{A80A0915-3F89-4D11-AB4F-6863BFE703F8}"/>
    <dgm:cxn modelId="{45689B4C-DCF4-4FB4-AE15-868483A6BBBA}" srcId="{701EE348-A917-4BF9-A68E-9F0ED0D440D8}" destId="{D774A7B0-3AA0-4452-ADDA-8608005657C6}" srcOrd="1" destOrd="0" parTransId="{B7FEEE38-51AA-4E59-BA56-88D52E13E0E6}" sibTransId="{70608541-48E2-462D-904E-74E5EB5712A4}"/>
    <dgm:cxn modelId="{CBDE764F-4A0F-4322-9C82-C5C9F3766E05}" type="presOf" srcId="{56FAF222-1702-4711-9D48-F2CA1C9C57B3}" destId="{99A844CE-FE80-4DD3-942D-AD6FF69C25CB}" srcOrd="0" destOrd="0" presId="urn:microsoft.com/office/officeart/2005/8/layout/vList5"/>
    <dgm:cxn modelId="{14F8C479-C2A3-45C4-9FBD-E71EDF8A7372}" srcId="{701EE348-A917-4BF9-A68E-9F0ED0D440D8}" destId="{B9A17EE5-8F06-469E-B31B-B90398FF88C9}" srcOrd="4" destOrd="0" parTransId="{F48B3268-ADE7-436B-A640-772EAF44342C}" sibTransId="{DB8545AA-E77B-433D-8189-911D4541D565}"/>
    <dgm:cxn modelId="{67BF2E7B-96FC-4DC6-BBBD-FEFD63D3F7FB}" type="presOf" srcId="{2502183F-B869-4A1D-8FB4-F78AE0BC90E8}" destId="{A3DEFEC7-F2AB-4EB9-95C4-C6DB6BF72BE9}" srcOrd="0" destOrd="3" presId="urn:microsoft.com/office/officeart/2005/8/layout/vList5"/>
    <dgm:cxn modelId="{9E25107D-B58A-4E42-BC17-E7EB8C9183C4}" srcId="{2A703618-A394-459C-91E9-239ADC762C2A}" destId="{588832E7-AC11-44C0-B23C-C06112FE5764}" srcOrd="5" destOrd="0" parTransId="{C00F1A10-CCA8-4721-BFE2-8C1D88C9773E}" sibTransId="{3591B65A-AFEB-4C2C-933C-BCB792BC26C0}"/>
    <dgm:cxn modelId="{E1D6697E-00B6-473F-B744-E209A1BBA896}" srcId="{B1F3EEB5-61A5-45A2-92EC-F09904A41426}" destId="{6C6FED15-1995-4024-BF0F-D87B6F4A6C67}" srcOrd="1" destOrd="0" parTransId="{5F8894E7-E479-404E-85A6-DA6E4A867396}" sibTransId="{1238F02F-DEC0-48A4-BEC2-88698A820503}"/>
    <dgm:cxn modelId="{93C1B784-3758-4DF7-8088-92B2F1FBA8A6}" type="presOf" srcId="{542F88CD-F213-4997-B6A8-52303CC52E8A}" destId="{2B1F89A9-8283-4C93-8AFB-22A44C0538B4}" srcOrd="0" destOrd="0" presId="urn:microsoft.com/office/officeart/2005/8/layout/vList5"/>
    <dgm:cxn modelId="{ED0CB585-6933-41EA-88BC-E6B33604BB89}" type="presOf" srcId="{701EE348-A917-4BF9-A68E-9F0ED0D440D8}" destId="{D8AE49F8-8653-406F-A20B-32641324AF6E}" srcOrd="0" destOrd="0" presId="urn:microsoft.com/office/officeart/2005/8/layout/vList5"/>
    <dgm:cxn modelId="{F3480B8B-EBD7-4CBA-BB7B-77B72A354703}" srcId="{2A703618-A394-459C-91E9-239ADC762C2A}" destId="{8787978A-C308-4955-8DB2-56C4FDB1EF2E}" srcOrd="3" destOrd="0" parTransId="{B81E1FE9-388D-4A02-8760-0D56656395C7}" sibTransId="{90F7CE7A-771D-4C59-8577-9B81E3DD6B02}"/>
    <dgm:cxn modelId="{9837FF8C-B980-4116-A785-9A8B2D954BD2}" srcId="{701EE348-A917-4BF9-A68E-9F0ED0D440D8}" destId="{163FB53A-249D-4C17-8AFF-D5952E800D40}" srcOrd="2" destOrd="0" parTransId="{95C52CBD-7FC2-4554-884F-311F9AC2FB75}" sibTransId="{E3B9C6F8-4311-4064-A1D3-C50DE9D4D489}"/>
    <dgm:cxn modelId="{56B58295-DC9F-4F22-AFF4-439A18D1D931}" type="presOf" srcId="{F78D2346-EAFE-4F5D-B8D0-303110B486C3}" destId="{47DCD35A-84EB-4C91-9AFC-2292679B5F7D}" srcOrd="0" destOrd="0" presId="urn:microsoft.com/office/officeart/2005/8/layout/vList5"/>
    <dgm:cxn modelId="{560AAF95-0F58-40D1-8A73-FE6CCE1F2C59}" type="presOf" srcId="{F61538B0-FA30-4504-AAE2-A159A523CEC0}" destId="{D5E793AA-2A27-47D7-9351-880BB4F870A3}" srcOrd="0" destOrd="0" presId="urn:microsoft.com/office/officeart/2005/8/layout/vList5"/>
    <dgm:cxn modelId="{2E9FE099-D87B-41AC-BCFB-8D5B8D9B5983}" type="presOf" srcId="{E5FF79E4-7585-41B4-B94A-C30EAE7FA75D}" destId="{C14279D8-38C9-4765-8C97-1E5F4C1532FE}" srcOrd="0" destOrd="0" presId="urn:microsoft.com/office/officeart/2005/8/layout/vList5"/>
    <dgm:cxn modelId="{A50BAD9D-7891-4F60-AEDF-BC496DD83122}" type="presOf" srcId="{673732E5-D122-4B07-B80B-CAD0C528DCAB}" destId="{02662749-0409-4EC7-85F5-DD9F5C3749F2}" srcOrd="0" destOrd="0" presId="urn:microsoft.com/office/officeart/2005/8/layout/vList5"/>
    <dgm:cxn modelId="{0663029E-0729-4B19-BBD4-343D855FA149}" type="presOf" srcId="{2A703618-A394-459C-91E9-239ADC762C2A}" destId="{AFADF65B-68A7-4F7A-AE51-CCE56ADEBFA9}" srcOrd="0" destOrd="0" presId="urn:microsoft.com/office/officeart/2005/8/layout/vList5"/>
    <dgm:cxn modelId="{673393A2-CB9E-4E2D-9990-D35F80D31876}" srcId="{2A703618-A394-459C-91E9-239ADC762C2A}" destId="{F15F500D-C7B2-4984-B428-ADAF632D838C}" srcOrd="11" destOrd="0" parTransId="{EED20E68-D8BE-4AC8-9CBB-C37D5042FA97}" sibTransId="{E39599E6-3407-4B91-8B00-9C6378578DBB}"/>
    <dgm:cxn modelId="{FAFD9DA7-EFC4-4C6A-9436-AC09C4CB9D7A}" srcId="{B1F3EEB5-61A5-45A2-92EC-F09904A41426}" destId="{491B2F96-609D-4DD5-A65B-F36C84D0548B}" srcOrd="3" destOrd="0" parTransId="{3AB8BC04-EA7C-4832-8D56-25CB1C16D5AD}" sibTransId="{CDC46308-562C-463D-B18B-1DE8A6B1FB88}"/>
    <dgm:cxn modelId="{7BCAA1AF-FC38-4C4A-8451-C0C48D39601F}" type="presOf" srcId="{1458C88B-B13B-49B4-B980-FB7CB57EA7E1}" destId="{A3DEFEC7-F2AB-4EB9-95C4-C6DB6BF72BE9}" srcOrd="0" destOrd="1" presId="urn:microsoft.com/office/officeart/2005/8/layout/vList5"/>
    <dgm:cxn modelId="{B4E4F0B0-3ADE-4303-919E-9FE6B4F3D2C9}" type="presOf" srcId="{B1F3EEB5-61A5-45A2-92EC-F09904A41426}" destId="{A3DEFEC7-F2AB-4EB9-95C4-C6DB6BF72BE9}" srcOrd="0" destOrd="0" presId="urn:microsoft.com/office/officeart/2005/8/layout/vList5"/>
    <dgm:cxn modelId="{7E273FB1-BE28-4ECE-A152-E34A1DD32119}" srcId="{2A703618-A394-459C-91E9-239ADC762C2A}" destId="{A2A38B98-566E-48F6-90A2-81157746D9FF}" srcOrd="9" destOrd="0" parTransId="{FF1DA27D-74B1-49D5-928A-10A0857F8E24}" sibTransId="{09587518-10EF-4090-A6FA-CA899A2A5EB6}"/>
    <dgm:cxn modelId="{57309FB1-B0AC-4AA9-92D2-3EBD9653B613}" type="presOf" srcId="{588832E7-AC11-44C0-B23C-C06112FE5764}" destId="{2BCFD54C-75A8-4443-9AFD-A96D762CB6AE}" srcOrd="0" destOrd="0" presId="urn:microsoft.com/office/officeart/2005/8/layout/vList5"/>
    <dgm:cxn modelId="{683622B3-2031-4BEA-BEDE-8A1BC24B112F}" type="presOf" srcId="{A2A38B98-566E-48F6-90A2-81157746D9FF}" destId="{2BD6EBC7-E803-4867-9C8A-BDFFD12AA562}" srcOrd="0" destOrd="0" presId="urn:microsoft.com/office/officeart/2005/8/layout/vList5"/>
    <dgm:cxn modelId="{A457F6B5-00E3-4255-BD56-DAA1796DAC84}" srcId="{701EE348-A917-4BF9-A68E-9F0ED0D440D8}" destId="{916A07C3-3310-497B-B704-9F384806FD33}" srcOrd="3" destOrd="0" parTransId="{8152D3FE-5A4F-4923-AFC7-758FFB2D4D8A}" sibTransId="{8EF4A256-F312-4C9F-94C1-5665D9F4A1A2}"/>
    <dgm:cxn modelId="{BEDF66C0-E14B-4E33-847B-B9DF1791353B}" srcId="{588832E7-AC11-44C0-B23C-C06112FE5764}" destId="{C7D26831-B90A-47FD-B6EF-07C5311B8E14}" srcOrd="0" destOrd="0" parTransId="{BC5FF3DA-632D-47A8-9C58-2AE9379D1DF6}" sibTransId="{36D8D76E-C6E8-4A1E-A82A-6FE07384ACA0}"/>
    <dgm:cxn modelId="{5A6F98CD-2A80-4667-9A9F-E2852C5EFE50}" type="presOf" srcId="{F15F500D-C7B2-4984-B428-ADAF632D838C}" destId="{C2779179-4B50-4951-98A3-17993DF22A43}" srcOrd="0" destOrd="0" presId="urn:microsoft.com/office/officeart/2005/8/layout/vList5"/>
    <dgm:cxn modelId="{A5EFB4D3-02F3-49DA-8A54-126DC2EAB729}" srcId="{B1F3EEB5-61A5-45A2-92EC-F09904A41426}" destId="{2502183F-B869-4A1D-8FB4-F78AE0BC90E8}" srcOrd="2" destOrd="0" parTransId="{7CCF1F4C-0DC2-4F8B-A103-8D4295AF6C0C}" sibTransId="{4F2AD9C7-210B-4965-B59B-D0061A910781}"/>
    <dgm:cxn modelId="{E45EF8D6-7C8D-4104-84CC-FC141F564884}" type="presOf" srcId="{D8C6955A-CE90-4E02-828A-2A552E75EE01}" destId="{D8AE49F8-8653-406F-A20B-32641324AF6E}" srcOrd="0" destOrd="1" presId="urn:microsoft.com/office/officeart/2005/8/layout/vList5"/>
    <dgm:cxn modelId="{FB7E8DDC-EA9C-4334-B8BE-9DD1C494E3CA}" type="presOf" srcId="{288EBACC-B6CC-463F-824E-146EC3E4A0A7}" destId="{BA1EE24F-852A-4008-A35E-91AD463A037A}" srcOrd="0" destOrd="0" presId="urn:microsoft.com/office/officeart/2005/8/layout/vList5"/>
    <dgm:cxn modelId="{60AB84DF-FC50-47F1-B2B1-3A2659776F52}" srcId="{288EBACC-B6CC-463F-824E-146EC3E4A0A7}" destId="{701EE348-A917-4BF9-A68E-9F0ED0D440D8}" srcOrd="0" destOrd="0" parTransId="{24BE9BE3-BB61-4273-9704-A13E3AFB2FDA}" sibTransId="{24B7A486-7A0E-4ED4-B32E-484D695B54D4}"/>
    <dgm:cxn modelId="{7DD357EC-269A-4C7D-B8D2-48BB5C3CAD41}" srcId="{2A703618-A394-459C-91E9-239ADC762C2A}" destId="{DF453C79-3EC5-4221-BE2F-5F79A6BD64BD}" srcOrd="10" destOrd="0" parTransId="{2C9277E4-349F-4943-B49C-2E6B21ED4383}" sibTransId="{B4DE32D8-320C-49C7-82D1-BAF8D64003F1}"/>
    <dgm:cxn modelId="{2FBEA1EF-2270-4026-B58D-322D77B65A4A}" srcId="{2A703618-A394-459C-91E9-239ADC762C2A}" destId="{288EBACC-B6CC-463F-824E-146EC3E4A0A7}" srcOrd="7" destOrd="0" parTransId="{128143EC-8A47-47BD-9D45-B61BC06A5363}" sibTransId="{F035ECCB-E288-4786-A535-63DDB0EF10C9}"/>
    <dgm:cxn modelId="{3435EBEF-5D27-40E4-B0FB-542D4CE8C295}" type="presOf" srcId="{C0FDCB91-9B62-45E0-9E81-81E4A2428FEB}" destId="{2A4E93CC-3CCF-48AF-A031-642ED0F4BDCF}" srcOrd="0" destOrd="0" presId="urn:microsoft.com/office/officeart/2005/8/layout/vList5"/>
    <dgm:cxn modelId="{3B5909F1-8E7F-4FE4-8330-F1001139F259}" type="presOf" srcId="{DF453C79-3EC5-4221-BE2F-5F79A6BD64BD}" destId="{63502D1B-D51C-45F3-A857-4567D33F2CB5}" srcOrd="0" destOrd="0" presId="urn:microsoft.com/office/officeart/2005/8/layout/vList5"/>
    <dgm:cxn modelId="{058EEEF7-9B61-4F2F-BD31-B78FFC53E68C}" srcId="{B1F3EEB5-61A5-45A2-92EC-F09904A41426}" destId="{1458C88B-B13B-49B4-B980-FB7CB57EA7E1}" srcOrd="0" destOrd="0" parTransId="{87035F9C-5287-49CF-B16C-9BD330D48A39}" sibTransId="{51C90CBD-9CDE-4CC6-80B2-7156833B87DA}"/>
    <dgm:cxn modelId="{7BFE7FCC-942F-4E26-A343-BC57E12F4BC1}" type="presParOf" srcId="{AFADF65B-68A7-4F7A-AE51-CCE56ADEBFA9}" destId="{BF8E5FEB-8B45-4E10-8F53-6E29E81DA006}" srcOrd="0" destOrd="0" presId="urn:microsoft.com/office/officeart/2005/8/layout/vList5"/>
    <dgm:cxn modelId="{6F1FA783-86DF-41F1-9CBA-54C3107A49A8}" type="presParOf" srcId="{BF8E5FEB-8B45-4E10-8F53-6E29E81DA006}" destId="{02662749-0409-4EC7-85F5-DD9F5C3749F2}" srcOrd="0" destOrd="0" presId="urn:microsoft.com/office/officeart/2005/8/layout/vList5"/>
    <dgm:cxn modelId="{7C2EA42D-E751-40A3-9F6C-1B1941143B1B}" type="presParOf" srcId="{AFADF65B-68A7-4F7A-AE51-CCE56ADEBFA9}" destId="{1306D620-122C-4F4A-B581-CB8FE65FF0C9}" srcOrd="1" destOrd="0" presId="urn:microsoft.com/office/officeart/2005/8/layout/vList5"/>
    <dgm:cxn modelId="{6464D292-222B-43A5-A709-800849FE7C91}" type="presParOf" srcId="{AFADF65B-68A7-4F7A-AE51-CCE56ADEBFA9}" destId="{11293D54-B742-43A7-A1F6-09BF646E7761}" srcOrd="2" destOrd="0" presId="urn:microsoft.com/office/officeart/2005/8/layout/vList5"/>
    <dgm:cxn modelId="{C5A6D751-CD7F-454F-9E10-84E0C3F91394}" type="presParOf" srcId="{11293D54-B742-43A7-A1F6-09BF646E7761}" destId="{2A4E93CC-3CCF-48AF-A031-642ED0F4BDCF}" srcOrd="0" destOrd="0" presId="urn:microsoft.com/office/officeart/2005/8/layout/vList5"/>
    <dgm:cxn modelId="{5C8CD1E8-9A82-4B42-8940-1D4569D7DD1F}" type="presParOf" srcId="{AFADF65B-68A7-4F7A-AE51-CCE56ADEBFA9}" destId="{6495BDC4-412C-4680-B404-B460EE32AE74}" srcOrd="3" destOrd="0" presId="urn:microsoft.com/office/officeart/2005/8/layout/vList5"/>
    <dgm:cxn modelId="{7DCA498B-726C-4A57-99F1-6E423364DE39}" type="presParOf" srcId="{AFADF65B-68A7-4F7A-AE51-CCE56ADEBFA9}" destId="{7F160904-E0CB-4BA5-BDBF-694F19675DFE}" srcOrd="4" destOrd="0" presId="urn:microsoft.com/office/officeart/2005/8/layout/vList5"/>
    <dgm:cxn modelId="{CBB1BF45-6CE2-46E3-93D0-FE00B12186BC}" type="presParOf" srcId="{7F160904-E0CB-4BA5-BDBF-694F19675DFE}" destId="{D5E793AA-2A27-47D7-9351-880BB4F870A3}" srcOrd="0" destOrd="0" presId="urn:microsoft.com/office/officeart/2005/8/layout/vList5"/>
    <dgm:cxn modelId="{6E136248-EBE9-49B6-98A5-D076919BC02F}" type="presParOf" srcId="{AFADF65B-68A7-4F7A-AE51-CCE56ADEBFA9}" destId="{8AD365BE-3B97-4661-A755-D60B214DBA8F}" srcOrd="5" destOrd="0" presId="urn:microsoft.com/office/officeart/2005/8/layout/vList5"/>
    <dgm:cxn modelId="{189CFB95-007D-477A-9921-B485249307DF}" type="presParOf" srcId="{AFADF65B-68A7-4F7A-AE51-CCE56ADEBFA9}" destId="{3982ADC3-CEA3-438A-97CF-80579D3294D6}" srcOrd="6" destOrd="0" presId="urn:microsoft.com/office/officeart/2005/8/layout/vList5"/>
    <dgm:cxn modelId="{AEAAC14E-6A13-406F-B471-FE9FE6C6A15A}" type="presParOf" srcId="{3982ADC3-CEA3-438A-97CF-80579D3294D6}" destId="{ED1CC7E8-B91E-4D1A-B8D4-A010339A7214}" srcOrd="0" destOrd="0" presId="urn:microsoft.com/office/officeart/2005/8/layout/vList5"/>
    <dgm:cxn modelId="{6299662F-D5D8-4A59-9B00-79DFC7ACB572}" type="presParOf" srcId="{AFADF65B-68A7-4F7A-AE51-CCE56ADEBFA9}" destId="{AB7510BA-9EEC-469F-8B94-9992A888BB0E}" srcOrd="7" destOrd="0" presId="urn:microsoft.com/office/officeart/2005/8/layout/vList5"/>
    <dgm:cxn modelId="{EF465F73-4B67-4207-A752-D3D28351DE94}" type="presParOf" srcId="{AFADF65B-68A7-4F7A-AE51-CCE56ADEBFA9}" destId="{95A6642F-43B0-4710-88CC-11F87D184DFE}" srcOrd="8" destOrd="0" presId="urn:microsoft.com/office/officeart/2005/8/layout/vList5"/>
    <dgm:cxn modelId="{F872A970-746D-42DD-88A0-0369D2E9D810}" type="presParOf" srcId="{95A6642F-43B0-4710-88CC-11F87D184DFE}" destId="{99A844CE-FE80-4DD3-942D-AD6FF69C25CB}" srcOrd="0" destOrd="0" presId="urn:microsoft.com/office/officeart/2005/8/layout/vList5"/>
    <dgm:cxn modelId="{1555D25A-AC42-48F8-AC23-45C9AFCBD85F}" type="presParOf" srcId="{AFADF65B-68A7-4F7A-AE51-CCE56ADEBFA9}" destId="{82027005-AC33-4612-B5F9-61C52D1B8C21}" srcOrd="9" destOrd="0" presId="urn:microsoft.com/office/officeart/2005/8/layout/vList5"/>
    <dgm:cxn modelId="{142959AC-9AE7-45F8-AD41-6ABABBE39A94}" type="presParOf" srcId="{AFADF65B-68A7-4F7A-AE51-CCE56ADEBFA9}" destId="{3324D73B-793E-44C4-87CD-FDCE630D46BA}" srcOrd="10" destOrd="0" presId="urn:microsoft.com/office/officeart/2005/8/layout/vList5"/>
    <dgm:cxn modelId="{48FD6C2A-B170-41B1-AB69-703C97E559DA}" type="presParOf" srcId="{3324D73B-793E-44C4-87CD-FDCE630D46BA}" destId="{2BCFD54C-75A8-4443-9AFD-A96D762CB6AE}" srcOrd="0" destOrd="0" presId="urn:microsoft.com/office/officeart/2005/8/layout/vList5"/>
    <dgm:cxn modelId="{632965FF-0136-4841-8587-1128797ABF72}" type="presParOf" srcId="{3324D73B-793E-44C4-87CD-FDCE630D46BA}" destId="{44FC768D-8A1F-447B-ACAB-050D6765D67D}" srcOrd="1" destOrd="0" presId="urn:microsoft.com/office/officeart/2005/8/layout/vList5"/>
    <dgm:cxn modelId="{4037B60B-AC5E-4C16-9C9E-0C305B140E3A}" type="presParOf" srcId="{AFADF65B-68A7-4F7A-AE51-CCE56ADEBFA9}" destId="{64CC9C5D-255F-414E-B071-47BE0C9EAFB8}" srcOrd="11" destOrd="0" presId="urn:microsoft.com/office/officeart/2005/8/layout/vList5"/>
    <dgm:cxn modelId="{CBB78564-2341-46BD-9768-8DF98E8704B1}" type="presParOf" srcId="{AFADF65B-68A7-4F7A-AE51-CCE56ADEBFA9}" destId="{EF64CA08-2C51-43BE-9417-78471F24F088}" srcOrd="12" destOrd="0" presId="urn:microsoft.com/office/officeart/2005/8/layout/vList5"/>
    <dgm:cxn modelId="{402C4937-B37A-4520-8F34-4D792EA605EA}" type="presParOf" srcId="{EF64CA08-2C51-43BE-9417-78471F24F088}" destId="{2B1F89A9-8283-4C93-8AFB-22A44C0538B4}" srcOrd="0" destOrd="0" presId="urn:microsoft.com/office/officeart/2005/8/layout/vList5"/>
    <dgm:cxn modelId="{EE003E35-0CAA-44F7-9E76-9868DEFE38F0}" type="presParOf" srcId="{EF64CA08-2C51-43BE-9417-78471F24F088}" destId="{A3DEFEC7-F2AB-4EB9-95C4-C6DB6BF72BE9}" srcOrd="1" destOrd="0" presId="urn:microsoft.com/office/officeart/2005/8/layout/vList5"/>
    <dgm:cxn modelId="{BFED3986-A3DA-4894-ADD3-909F9C9E0DB7}" type="presParOf" srcId="{AFADF65B-68A7-4F7A-AE51-CCE56ADEBFA9}" destId="{5C41CE8B-A687-4E26-A913-0A8797DA5EB9}" srcOrd="13" destOrd="0" presId="urn:microsoft.com/office/officeart/2005/8/layout/vList5"/>
    <dgm:cxn modelId="{27992C91-6EC0-466E-B0FD-E0C6CF9EAAF5}" type="presParOf" srcId="{AFADF65B-68A7-4F7A-AE51-CCE56ADEBFA9}" destId="{2635EA3B-BFE3-4ACE-96E8-6711B33910F3}" srcOrd="14" destOrd="0" presId="urn:microsoft.com/office/officeart/2005/8/layout/vList5"/>
    <dgm:cxn modelId="{BF27B1F2-3FAD-46B6-90F3-E365493534C3}" type="presParOf" srcId="{2635EA3B-BFE3-4ACE-96E8-6711B33910F3}" destId="{BA1EE24F-852A-4008-A35E-91AD463A037A}" srcOrd="0" destOrd="0" presId="urn:microsoft.com/office/officeart/2005/8/layout/vList5"/>
    <dgm:cxn modelId="{B8D39936-606B-400A-A389-3E80059180D0}" type="presParOf" srcId="{2635EA3B-BFE3-4ACE-96E8-6711B33910F3}" destId="{D8AE49F8-8653-406F-A20B-32641324AF6E}" srcOrd="1" destOrd="0" presId="urn:microsoft.com/office/officeart/2005/8/layout/vList5"/>
    <dgm:cxn modelId="{22E495AC-46D3-4DBF-A5AA-E590B23E260E}" type="presParOf" srcId="{AFADF65B-68A7-4F7A-AE51-CCE56ADEBFA9}" destId="{87260543-C7CE-4D6D-AF01-84DDF6503A42}" srcOrd="15" destOrd="0" presId="urn:microsoft.com/office/officeart/2005/8/layout/vList5"/>
    <dgm:cxn modelId="{4599B23C-2052-4011-B30A-190AE1B728ED}" type="presParOf" srcId="{AFADF65B-68A7-4F7A-AE51-CCE56ADEBFA9}" destId="{88D3132E-31F6-406E-98FB-5E2CF8F5302B}" srcOrd="16" destOrd="0" presId="urn:microsoft.com/office/officeart/2005/8/layout/vList5"/>
    <dgm:cxn modelId="{81ACBF2C-1744-4E48-A6FE-617AF7FE4E7E}" type="presParOf" srcId="{88D3132E-31F6-406E-98FB-5E2CF8F5302B}" destId="{47DCD35A-84EB-4C91-9AFC-2292679B5F7D}" srcOrd="0" destOrd="0" presId="urn:microsoft.com/office/officeart/2005/8/layout/vList5"/>
    <dgm:cxn modelId="{B252D778-ECF8-40CD-AA9E-E57EE8ACB1D1}" type="presParOf" srcId="{AFADF65B-68A7-4F7A-AE51-CCE56ADEBFA9}" destId="{7A19ED3F-62D1-4A9E-A2DE-CF448A92CD20}" srcOrd="17" destOrd="0" presId="urn:microsoft.com/office/officeart/2005/8/layout/vList5"/>
    <dgm:cxn modelId="{712F7606-EFDE-4CBD-969F-B5B0E0C9024D}" type="presParOf" srcId="{AFADF65B-68A7-4F7A-AE51-CCE56ADEBFA9}" destId="{54FBD110-F1A3-4742-8F15-FFA34C3A1A44}" srcOrd="18" destOrd="0" presId="urn:microsoft.com/office/officeart/2005/8/layout/vList5"/>
    <dgm:cxn modelId="{B1A3E0C3-0C3B-4CE6-AAC8-4A2846FCB071}" type="presParOf" srcId="{54FBD110-F1A3-4742-8F15-FFA34C3A1A44}" destId="{2BD6EBC7-E803-4867-9C8A-BDFFD12AA562}" srcOrd="0" destOrd="0" presId="urn:microsoft.com/office/officeart/2005/8/layout/vList5"/>
    <dgm:cxn modelId="{3FDB6845-5808-4DAD-AEB9-3925E59F645A}" type="presParOf" srcId="{AFADF65B-68A7-4F7A-AE51-CCE56ADEBFA9}" destId="{B91E2150-6784-4F8A-9613-9FA7766B7D96}" srcOrd="19" destOrd="0" presId="urn:microsoft.com/office/officeart/2005/8/layout/vList5"/>
    <dgm:cxn modelId="{B8824770-3C2E-42FD-8501-A544A973BF85}" type="presParOf" srcId="{AFADF65B-68A7-4F7A-AE51-CCE56ADEBFA9}" destId="{D6041B5A-67EE-4D86-BA9C-BB549817D1F7}" srcOrd="20" destOrd="0" presId="urn:microsoft.com/office/officeart/2005/8/layout/vList5"/>
    <dgm:cxn modelId="{6A870D04-68B9-4701-8AEA-76BAEE0890A9}" type="presParOf" srcId="{D6041B5A-67EE-4D86-BA9C-BB549817D1F7}" destId="{63502D1B-D51C-45F3-A857-4567D33F2CB5}" srcOrd="0" destOrd="0" presId="urn:microsoft.com/office/officeart/2005/8/layout/vList5"/>
    <dgm:cxn modelId="{76AAA9B2-F912-4572-947C-9F9A4A9CC97A}" type="presParOf" srcId="{AFADF65B-68A7-4F7A-AE51-CCE56ADEBFA9}" destId="{AAA2E372-9CFE-4A5A-9F13-EA505A9C8474}" srcOrd="21" destOrd="0" presId="urn:microsoft.com/office/officeart/2005/8/layout/vList5"/>
    <dgm:cxn modelId="{128EED69-6F47-4678-BD0F-A9BA2422114B}" type="presParOf" srcId="{AFADF65B-68A7-4F7A-AE51-CCE56ADEBFA9}" destId="{18953E16-5F19-4733-9B5E-D06A327D5FDE}" srcOrd="22" destOrd="0" presId="urn:microsoft.com/office/officeart/2005/8/layout/vList5"/>
    <dgm:cxn modelId="{07FAE516-EF58-4027-8B5E-6255961CBAD2}" type="presParOf" srcId="{18953E16-5F19-4733-9B5E-D06A327D5FDE}" destId="{C2779179-4B50-4951-98A3-17993DF22A43}" srcOrd="0" destOrd="0" presId="urn:microsoft.com/office/officeart/2005/8/layout/vList5"/>
    <dgm:cxn modelId="{565BB1E5-9FF0-43DD-83ED-BBABB9A122F9}" type="presParOf" srcId="{AFADF65B-68A7-4F7A-AE51-CCE56ADEBFA9}" destId="{5C6F34BB-6D08-4B32-AF16-536D570D381C}" srcOrd="23" destOrd="0" presId="urn:microsoft.com/office/officeart/2005/8/layout/vList5"/>
    <dgm:cxn modelId="{792C2718-4E68-4E2D-9492-591306F49598}" type="presParOf" srcId="{AFADF65B-68A7-4F7A-AE51-CCE56ADEBFA9}" destId="{721134E1-8C49-469B-8B53-F1B9EB4E9828}" srcOrd="24" destOrd="0" presId="urn:microsoft.com/office/officeart/2005/8/layout/vList5"/>
    <dgm:cxn modelId="{44270364-6AD4-4211-A058-895483414001}" type="presParOf" srcId="{721134E1-8C49-469B-8B53-F1B9EB4E9828}" destId="{C14279D8-38C9-4765-8C97-1E5F4C1532F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A1DEBEC-8A5B-4E75-AAC4-2F215521DCEC}" type="doc">
      <dgm:prSet loTypeId="urn:microsoft.com/office/officeart/2005/8/layout/b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45EF98-D3FD-4FF4-A123-EACDB68D7DC5}">
      <dgm:prSet/>
      <dgm:spPr/>
      <dgm:t>
        <a:bodyPr/>
        <a:lstStyle/>
        <a:p>
          <a:r>
            <a:rPr lang="en-US" b="1"/>
            <a:t>Why AI Needs Tools: From Guessing to Real-World Action</a:t>
          </a:r>
          <a:endParaRPr lang="en-US"/>
        </a:p>
      </dgm:t>
    </dgm:pt>
    <dgm:pt modelId="{47048847-BA69-43B2-AA7B-A696B90646AF}" type="parTrans" cxnId="{F3B8AFA2-4435-415E-972F-6422DEFFEC75}">
      <dgm:prSet/>
      <dgm:spPr/>
      <dgm:t>
        <a:bodyPr/>
        <a:lstStyle/>
        <a:p>
          <a:endParaRPr lang="en-US"/>
        </a:p>
      </dgm:t>
    </dgm:pt>
    <dgm:pt modelId="{9BC53992-82F8-4D80-8AEC-1A34C6B43AA5}" type="sibTrans" cxnId="{F3B8AFA2-4435-415E-972F-6422DEFFEC75}">
      <dgm:prSet/>
      <dgm:spPr/>
      <dgm:t>
        <a:bodyPr/>
        <a:lstStyle/>
        <a:p>
          <a:endParaRPr lang="en-US"/>
        </a:p>
      </dgm:t>
    </dgm:pt>
    <dgm:pt modelId="{A052C7FA-64CC-48D8-BE96-DF3A93EAA363}">
      <dgm:prSet/>
      <dgm:spPr/>
      <dgm:t>
        <a:bodyPr/>
        <a:lstStyle/>
        <a:p>
          <a:r>
            <a:rPr lang="en-US" dirty="0"/>
            <a:t>Tools help </a:t>
          </a:r>
          <a:r>
            <a:rPr lang="en-US" b="1" dirty="0"/>
            <a:t>Large Language Models (LLMs)</a:t>
          </a:r>
          <a:r>
            <a:rPr lang="en-US" dirty="0"/>
            <a:t> move beyond simple text generation and perform </a:t>
          </a:r>
          <a:r>
            <a:rPr lang="en-US" b="1" dirty="0"/>
            <a:t>real-world tasks</a:t>
          </a:r>
          <a:r>
            <a:rPr lang="en-US" dirty="0"/>
            <a:t>.</a:t>
          </a:r>
        </a:p>
      </dgm:t>
    </dgm:pt>
    <dgm:pt modelId="{5466E4FB-1BF3-4065-9F77-B1699ACAA0D5}" type="parTrans" cxnId="{C0425EAA-D363-45F7-82F6-5A06235BB173}">
      <dgm:prSet/>
      <dgm:spPr/>
      <dgm:t>
        <a:bodyPr/>
        <a:lstStyle/>
        <a:p>
          <a:endParaRPr lang="en-US"/>
        </a:p>
      </dgm:t>
    </dgm:pt>
    <dgm:pt modelId="{7EC9BF4A-7974-4752-9CB1-1399C2A3E555}" type="sibTrans" cxnId="{C0425EAA-D363-45F7-82F6-5A06235BB173}">
      <dgm:prSet/>
      <dgm:spPr/>
      <dgm:t>
        <a:bodyPr/>
        <a:lstStyle/>
        <a:p>
          <a:endParaRPr lang="en-US"/>
        </a:p>
      </dgm:t>
    </dgm:pt>
    <dgm:pt modelId="{597789AC-743C-49B4-A02E-A4EC0F2EF827}">
      <dgm:prSet/>
      <dgm:spPr/>
      <dgm:t>
        <a:bodyPr/>
        <a:lstStyle/>
        <a:p>
          <a:r>
            <a:rPr lang="en-US" dirty="0"/>
            <a:t>With tools, LLMs can evolve into </a:t>
          </a:r>
          <a:r>
            <a:rPr lang="en-US" b="1" dirty="0"/>
            <a:t>intelligent agents</a:t>
          </a:r>
          <a:r>
            <a:rPr lang="en-US" dirty="0"/>
            <a:t> that act on information.</a:t>
          </a:r>
        </a:p>
      </dgm:t>
    </dgm:pt>
    <dgm:pt modelId="{6AACDDA3-2A7B-403C-9DBA-AD15B0C9BB40}" type="parTrans" cxnId="{8D999C65-0472-4EEE-9900-5CD46805E586}">
      <dgm:prSet/>
      <dgm:spPr/>
      <dgm:t>
        <a:bodyPr/>
        <a:lstStyle/>
        <a:p>
          <a:endParaRPr lang="en-US"/>
        </a:p>
      </dgm:t>
    </dgm:pt>
    <dgm:pt modelId="{E1DAA858-CF2E-490E-96CE-A23C64D63CE6}" type="sibTrans" cxnId="{8D999C65-0472-4EEE-9900-5CD46805E586}">
      <dgm:prSet/>
      <dgm:spPr/>
      <dgm:t>
        <a:bodyPr/>
        <a:lstStyle/>
        <a:p>
          <a:endParaRPr lang="en-US"/>
        </a:p>
      </dgm:t>
    </dgm:pt>
    <dgm:pt modelId="{789631EC-98E6-4CBC-A0EC-280757601483}">
      <dgm:prSet/>
      <dgm:spPr/>
      <dgm:t>
        <a:bodyPr/>
        <a:lstStyle/>
        <a:p>
          <a:r>
            <a:rPr lang="en-US" b="1"/>
            <a:t>Limitations of LLMs Without Tools</a:t>
          </a:r>
          <a:endParaRPr lang="en-US"/>
        </a:p>
      </dgm:t>
    </dgm:pt>
    <dgm:pt modelId="{1F894758-F28C-40DA-9327-3B2B779700A1}" type="parTrans" cxnId="{477AFA1C-9497-4717-B0F6-077C75960149}">
      <dgm:prSet/>
      <dgm:spPr/>
      <dgm:t>
        <a:bodyPr/>
        <a:lstStyle/>
        <a:p>
          <a:endParaRPr lang="en-US"/>
        </a:p>
      </dgm:t>
    </dgm:pt>
    <dgm:pt modelId="{E0544A6D-06CB-4925-A9D5-7A202439820B}" type="sibTrans" cxnId="{477AFA1C-9497-4717-B0F6-077C75960149}">
      <dgm:prSet/>
      <dgm:spPr/>
      <dgm:t>
        <a:bodyPr/>
        <a:lstStyle/>
        <a:p>
          <a:endParaRPr lang="en-US"/>
        </a:p>
      </dgm:t>
    </dgm:pt>
    <dgm:pt modelId="{A41424F6-A2A5-4687-AAFA-12C35F48C556}">
      <dgm:prSet/>
      <dgm:spPr/>
      <dgm:t>
        <a:bodyPr/>
        <a:lstStyle/>
        <a:p>
          <a:r>
            <a:rPr lang="en-US"/>
            <a:t>LLMs were originally designed for </a:t>
          </a:r>
          <a:r>
            <a:rPr lang="en-US" b="1"/>
            <a:t>text generation</a:t>
          </a:r>
          <a:r>
            <a:rPr lang="en-US"/>
            <a:t>, not for tasks such as:</a:t>
          </a:r>
        </a:p>
      </dgm:t>
    </dgm:pt>
    <dgm:pt modelId="{1D4882EF-1442-4975-A7F0-D5D49DC7FD2D}" type="parTrans" cxnId="{B8F2452F-0D77-4CC2-A5C3-5D4741D831E0}">
      <dgm:prSet/>
      <dgm:spPr/>
      <dgm:t>
        <a:bodyPr/>
        <a:lstStyle/>
        <a:p>
          <a:endParaRPr lang="en-US"/>
        </a:p>
      </dgm:t>
    </dgm:pt>
    <dgm:pt modelId="{7CE134B1-F9F0-49D7-8792-88F0B68CD27B}" type="sibTrans" cxnId="{B8F2452F-0D77-4CC2-A5C3-5D4741D831E0}">
      <dgm:prSet/>
      <dgm:spPr/>
      <dgm:t>
        <a:bodyPr/>
        <a:lstStyle/>
        <a:p>
          <a:endParaRPr lang="en-US"/>
        </a:p>
      </dgm:t>
    </dgm:pt>
    <dgm:pt modelId="{1C1E8F5F-29E6-407C-B8B9-4D57BC52CD83}">
      <dgm:prSet/>
      <dgm:spPr/>
      <dgm:t>
        <a:bodyPr/>
        <a:lstStyle/>
        <a:p>
          <a:r>
            <a:rPr lang="en-US" dirty="0"/>
            <a:t>Complex calculations</a:t>
          </a:r>
        </a:p>
      </dgm:t>
    </dgm:pt>
    <dgm:pt modelId="{C6B59B86-A7A5-4DAC-92FC-FAE1CF268463}" type="parTrans" cxnId="{0E7CF3F7-CB99-440A-8B66-008134C04779}">
      <dgm:prSet/>
      <dgm:spPr/>
      <dgm:t>
        <a:bodyPr/>
        <a:lstStyle/>
        <a:p>
          <a:endParaRPr lang="en-US"/>
        </a:p>
      </dgm:t>
    </dgm:pt>
    <dgm:pt modelId="{F4BE496F-C936-4EF6-8849-4122558FD668}" type="sibTrans" cxnId="{0E7CF3F7-CB99-440A-8B66-008134C04779}">
      <dgm:prSet/>
      <dgm:spPr/>
      <dgm:t>
        <a:bodyPr/>
        <a:lstStyle/>
        <a:p>
          <a:endParaRPr lang="en-US"/>
        </a:p>
      </dgm:t>
    </dgm:pt>
    <dgm:pt modelId="{71C2A5AD-03E9-4424-889C-931E3E38A68D}">
      <dgm:prSet/>
      <dgm:spPr/>
      <dgm:t>
        <a:bodyPr/>
        <a:lstStyle/>
        <a:p>
          <a:r>
            <a:rPr lang="en-US" dirty="0"/>
            <a:t>API calls</a:t>
          </a:r>
        </a:p>
      </dgm:t>
    </dgm:pt>
    <dgm:pt modelId="{2817E77C-3E1F-4051-A53F-900F0D567FF4}" type="parTrans" cxnId="{2297990C-21B7-4A5F-9EE9-257054339615}">
      <dgm:prSet/>
      <dgm:spPr/>
      <dgm:t>
        <a:bodyPr/>
        <a:lstStyle/>
        <a:p>
          <a:endParaRPr lang="en-US"/>
        </a:p>
      </dgm:t>
    </dgm:pt>
    <dgm:pt modelId="{4CB560F7-4E60-4AAC-A32D-9F4E56F1B3FC}" type="sibTrans" cxnId="{2297990C-21B7-4A5F-9EE9-257054339615}">
      <dgm:prSet/>
      <dgm:spPr/>
      <dgm:t>
        <a:bodyPr/>
        <a:lstStyle/>
        <a:p>
          <a:endParaRPr lang="en-US"/>
        </a:p>
      </dgm:t>
    </dgm:pt>
    <dgm:pt modelId="{5E9FD70A-9DFD-4640-A619-F35F1CE7691B}">
      <dgm:prSet/>
      <dgm:spPr/>
      <dgm:t>
        <a:bodyPr/>
        <a:lstStyle/>
        <a:p>
          <a:r>
            <a:rPr lang="en-US" dirty="0"/>
            <a:t>Accessing real-time data</a:t>
          </a:r>
        </a:p>
      </dgm:t>
    </dgm:pt>
    <dgm:pt modelId="{BA6167BE-4508-4A79-B802-52360E15156E}" type="parTrans" cxnId="{5E0E9FDD-7DE6-444E-9974-5E630C33978A}">
      <dgm:prSet/>
      <dgm:spPr/>
      <dgm:t>
        <a:bodyPr/>
        <a:lstStyle/>
        <a:p>
          <a:endParaRPr lang="en-US"/>
        </a:p>
      </dgm:t>
    </dgm:pt>
    <dgm:pt modelId="{1F5F58BE-E6C1-46A3-B5AF-B5B4D167C7B9}" type="sibTrans" cxnId="{5E0E9FDD-7DE6-444E-9974-5E630C33978A}">
      <dgm:prSet/>
      <dgm:spPr/>
      <dgm:t>
        <a:bodyPr/>
        <a:lstStyle/>
        <a:p>
          <a:endParaRPr lang="en-US"/>
        </a:p>
      </dgm:t>
    </dgm:pt>
    <dgm:pt modelId="{362F582B-12AD-4984-A4DE-B5123567089E}">
      <dgm:prSet/>
      <dgm:spPr/>
      <dgm:t>
        <a:bodyPr/>
        <a:lstStyle/>
        <a:p>
          <a:r>
            <a:rPr lang="en-US"/>
            <a:t>Although LLMs produce </a:t>
          </a:r>
          <a:r>
            <a:rPr lang="en-US" b="1"/>
            <a:t>human-like responses</a:t>
          </a:r>
          <a:r>
            <a:rPr lang="en-US"/>
            <a:t>, they often rely on </a:t>
          </a:r>
          <a:r>
            <a:rPr lang="en-US" b="1"/>
            <a:t>patterns learned during training</a:t>
          </a:r>
          <a:r>
            <a:rPr lang="en-US"/>
            <a:t>.</a:t>
          </a:r>
        </a:p>
      </dgm:t>
    </dgm:pt>
    <dgm:pt modelId="{E8399DC2-7A35-4432-8857-1DB9008D7EE3}" type="parTrans" cxnId="{93DD1E82-964C-438F-8516-40AD99C2B166}">
      <dgm:prSet/>
      <dgm:spPr/>
      <dgm:t>
        <a:bodyPr/>
        <a:lstStyle/>
        <a:p>
          <a:endParaRPr lang="en-US"/>
        </a:p>
      </dgm:t>
    </dgm:pt>
    <dgm:pt modelId="{3EBE7318-809E-47E8-9D68-D7CF03DC31ED}" type="sibTrans" cxnId="{93DD1E82-964C-438F-8516-40AD99C2B166}">
      <dgm:prSet/>
      <dgm:spPr/>
      <dgm:t>
        <a:bodyPr/>
        <a:lstStyle/>
        <a:p>
          <a:endParaRPr lang="en-US"/>
        </a:p>
      </dgm:t>
    </dgm:pt>
    <dgm:pt modelId="{1F8267C0-2F3C-46A4-BB71-325F0F89F42A}">
      <dgm:prSet/>
      <dgm:spPr/>
      <dgm:t>
        <a:bodyPr/>
        <a:lstStyle/>
        <a:p>
          <a:r>
            <a:rPr lang="en-US"/>
            <a:t>Key limitations:</a:t>
          </a:r>
        </a:p>
      </dgm:t>
    </dgm:pt>
    <dgm:pt modelId="{1579CF0C-E008-49D5-B07B-E4F92404F7E2}" type="parTrans" cxnId="{C16F6AD5-20C3-4931-AAC1-8B6C05EA5166}">
      <dgm:prSet/>
      <dgm:spPr/>
      <dgm:t>
        <a:bodyPr/>
        <a:lstStyle/>
        <a:p>
          <a:endParaRPr lang="en-US"/>
        </a:p>
      </dgm:t>
    </dgm:pt>
    <dgm:pt modelId="{22579547-5C57-477C-8F4D-C979165B0CE9}" type="sibTrans" cxnId="{C16F6AD5-20C3-4931-AAC1-8B6C05EA5166}">
      <dgm:prSet/>
      <dgm:spPr/>
      <dgm:t>
        <a:bodyPr/>
        <a:lstStyle/>
        <a:p>
          <a:endParaRPr lang="en-US"/>
        </a:p>
      </dgm:t>
    </dgm:pt>
    <dgm:pt modelId="{FB89481F-0EBF-4AE6-8169-DFC4ACC51A75}">
      <dgm:prSet/>
      <dgm:spPr/>
      <dgm:t>
        <a:bodyPr/>
        <a:lstStyle/>
        <a:p>
          <a:r>
            <a:rPr lang="en-US"/>
            <a:t>No access to </a:t>
          </a:r>
          <a:r>
            <a:rPr lang="en-US" b="1"/>
            <a:t>live information</a:t>
          </a:r>
          <a:endParaRPr lang="en-US"/>
        </a:p>
      </dgm:t>
    </dgm:pt>
    <dgm:pt modelId="{03BEDA54-B69F-4676-A660-5DD9F3D35514}" type="parTrans" cxnId="{36D3E731-EE52-49D5-BB6B-BF0FA3AF74B8}">
      <dgm:prSet/>
      <dgm:spPr/>
      <dgm:t>
        <a:bodyPr/>
        <a:lstStyle/>
        <a:p>
          <a:endParaRPr lang="en-US"/>
        </a:p>
      </dgm:t>
    </dgm:pt>
    <dgm:pt modelId="{31F0F31F-5A89-4056-87E7-3BB10A27F65C}" type="sibTrans" cxnId="{36D3E731-EE52-49D5-BB6B-BF0FA3AF74B8}">
      <dgm:prSet/>
      <dgm:spPr/>
      <dgm:t>
        <a:bodyPr/>
        <a:lstStyle/>
        <a:p>
          <a:endParaRPr lang="en-US"/>
        </a:p>
      </dgm:t>
    </dgm:pt>
    <dgm:pt modelId="{BC8095DB-6E0C-4EF3-A5D3-E9FC153BCB3B}">
      <dgm:prSet/>
      <dgm:spPr/>
      <dgm:t>
        <a:bodyPr/>
        <a:lstStyle/>
        <a:p>
          <a:r>
            <a:rPr lang="en-US"/>
            <a:t>Cannot interact with </a:t>
          </a:r>
          <a:r>
            <a:rPr lang="en-US" b="1"/>
            <a:t>external systems</a:t>
          </a:r>
          <a:endParaRPr lang="en-US"/>
        </a:p>
      </dgm:t>
    </dgm:pt>
    <dgm:pt modelId="{5064AED1-C525-4F21-AB77-DCCFE5AEB288}" type="parTrans" cxnId="{6A63355A-AAC4-4E4E-AB61-EEE93185A26E}">
      <dgm:prSet/>
      <dgm:spPr/>
      <dgm:t>
        <a:bodyPr/>
        <a:lstStyle/>
        <a:p>
          <a:endParaRPr lang="en-US"/>
        </a:p>
      </dgm:t>
    </dgm:pt>
    <dgm:pt modelId="{AFCBDB23-6AB5-48D4-9F5A-93B93D7E4BE0}" type="sibTrans" cxnId="{6A63355A-AAC4-4E4E-AB61-EEE93185A26E}">
      <dgm:prSet/>
      <dgm:spPr/>
      <dgm:t>
        <a:bodyPr/>
        <a:lstStyle/>
        <a:p>
          <a:endParaRPr lang="en-US"/>
        </a:p>
      </dgm:t>
    </dgm:pt>
    <dgm:pt modelId="{65FD9B3C-03D4-4632-BC77-5D71E4B70E62}">
      <dgm:prSet/>
      <dgm:spPr/>
      <dgm:t>
        <a:bodyPr/>
        <a:lstStyle/>
        <a:p>
          <a:r>
            <a:rPr lang="en-US" dirty="0"/>
            <a:t>Cannot perform </a:t>
          </a:r>
          <a:r>
            <a:rPr lang="en-US" b="1" dirty="0"/>
            <a:t>reliable calculations</a:t>
          </a:r>
          <a:endParaRPr lang="en-US" dirty="0"/>
        </a:p>
      </dgm:t>
    </dgm:pt>
    <dgm:pt modelId="{484BCE59-7388-42FB-8464-0CB656D0EB0F}" type="parTrans" cxnId="{FFC3DF07-338B-4D31-964E-78C9B5FBB92C}">
      <dgm:prSet/>
      <dgm:spPr/>
      <dgm:t>
        <a:bodyPr/>
        <a:lstStyle/>
        <a:p>
          <a:endParaRPr lang="en-US"/>
        </a:p>
      </dgm:t>
    </dgm:pt>
    <dgm:pt modelId="{E553DE5E-FB0D-4D4F-A25B-2BFAB42DA517}" type="sibTrans" cxnId="{FFC3DF07-338B-4D31-964E-78C9B5FBB92C}">
      <dgm:prSet/>
      <dgm:spPr/>
      <dgm:t>
        <a:bodyPr/>
        <a:lstStyle/>
        <a:p>
          <a:endParaRPr lang="en-US"/>
        </a:p>
      </dgm:t>
    </dgm:pt>
    <dgm:pt modelId="{DD9F2D31-5E50-4E09-A5BF-A79BFA50B937}">
      <dgm:prSet/>
      <dgm:spPr/>
      <dgm:t>
        <a:bodyPr/>
        <a:lstStyle/>
        <a:p>
          <a:r>
            <a:rPr lang="en-US"/>
            <a:t>Cannot retrieve </a:t>
          </a:r>
          <a:r>
            <a:rPr lang="en-US" b="1"/>
            <a:t>private or updated data</a:t>
          </a:r>
          <a:endParaRPr lang="en-US"/>
        </a:p>
      </dgm:t>
    </dgm:pt>
    <dgm:pt modelId="{2ADCE3EB-E02C-4BDF-BD1A-A3F39A7B910C}" type="parTrans" cxnId="{899D2996-17BC-47EF-90ED-B8F5231CD5D7}">
      <dgm:prSet/>
      <dgm:spPr/>
      <dgm:t>
        <a:bodyPr/>
        <a:lstStyle/>
        <a:p>
          <a:endParaRPr lang="en-US"/>
        </a:p>
      </dgm:t>
    </dgm:pt>
    <dgm:pt modelId="{4C643FDB-A200-4842-A952-2816CCA772A5}" type="sibTrans" cxnId="{899D2996-17BC-47EF-90ED-B8F5231CD5D7}">
      <dgm:prSet/>
      <dgm:spPr/>
      <dgm:t>
        <a:bodyPr/>
        <a:lstStyle/>
        <a:p>
          <a:endParaRPr lang="en-US"/>
        </a:p>
      </dgm:t>
    </dgm:pt>
    <dgm:pt modelId="{97ADA258-098D-47AB-BB6A-79EF91E48942}">
      <dgm:prSet/>
      <dgm:spPr/>
      <dgm:t>
        <a:bodyPr/>
        <a:lstStyle/>
        <a:p>
          <a:r>
            <a:rPr lang="en-US" dirty="0"/>
            <a:t>Without tools, LLMs often </a:t>
          </a:r>
          <a:r>
            <a:rPr lang="en-US" b="1" dirty="0"/>
            <a:t>guess answers</a:t>
          </a:r>
          <a:r>
            <a:rPr lang="en-US" dirty="0"/>
            <a:t> based on patterns.</a:t>
          </a:r>
        </a:p>
      </dgm:t>
    </dgm:pt>
    <dgm:pt modelId="{AD7F5209-3B3D-4959-B6E2-332EC51A356E}" type="parTrans" cxnId="{71CBADFF-CB2B-474A-A026-00E267B120DE}">
      <dgm:prSet/>
      <dgm:spPr/>
      <dgm:t>
        <a:bodyPr/>
        <a:lstStyle/>
        <a:p>
          <a:endParaRPr lang="en-US"/>
        </a:p>
      </dgm:t>
    </dgm:pt>
    <dgm:pt modelId="{993A3718-6479-403A-A1EE-8D88D297D303}" type="sibTrans" cxnId="{71CBADFF-CB2B-474A-A026-00E267B120DE}">
      <dgm:prSet/>
      <dgm:spPr/>
      <dgm:t>
        <a:bodyPr/>
        <a:lstStyle/>
        <a:p>
          <a:endParaRPr lang="en-US"/>
        </a:p>
      </dgm:t>
    </dgm:pt>
    <dgm:pt modelId="{BB7EC19D-E1DC-487E-A7CA-68B7C2B62C76}">
      <dgm:prSet/>
      <dgm:spPr/>
      <dgm:t>
        <a:bodyPr/>
        <a:lstStyle/>
        <a:p>
          <a:r>
            <a:rPr lang="en-US" b="1"/>
            <a:t>Why This Happens</a:t>
          </a:r>
          <a:endParaRPr lang="en-US"/>
        </a:p>
      </dgm:t>
    </dgm:pt>
    <dgm:pt modelId="{D9ED8858-7494-4DB0-AA2A-48BB4CF04778}" type="parTrans" cxnId="{962F184F-7D5A-4F71-8D72-20E0920D734B}">
      <dgm:prSet/>
      <dgm:spPr/>
      <dgm:t>
        <a:bodyPr/>
        <a:lstStyle/>
        <a:p>
          <a:endParaRPr lang="en-US"/>
        </a:p>
      </dgm:t>
    </dgm:pt>
    <dgm:pt modelId="{B1FD5288-CFB9-4650-A624-5FFC91E77F5C}" type="sibTrans" cxnId="{962F184F-7D5A-4F71-8D72-20E0920D734B}">
      <dgm:prSet/>
      <dgm:spPr/>
      <dgm:t>
        <a:bodyPr/>
        <a:lstStyle/>
        <a:p>
          <a:endParaRPr lang="en-US"/>
        </a:p>
      </dgm:t>
    </dgm:pt>
    <dgm:pt modelId="{E9AF9148-5EE0-45F5-AE95-7CED0B5751FD}">
      <dgm:prSet/>
      <dgm:spPr/>
      <dgm:t>
        <a:bodyPr/>
        <a:lstStyle/>
        <a:p>
          <a:r>
            <a:rPr lang="en-US" dirty="0"/>
            <a:t>LLMs function primarily as </a:t>
          </a:r>
          <a:r>
            <a:rPr lang="en-US" b="1" dirty="0"/>
            <a:t>pattern recognition systems</a:t>
          </a:r>
          <a:r>
            <a:rPr lang="en-US" dirty="0"/>
            <a:t>.</a:t>
          </a:r>
        </a:p>
      </dgm:t>
    </dgm:pt>
    <dgm:pt modelId="{6121C561-C507-4F2B-9A31-6A6BCA51DCF0}" type="parTrans" cxnId="{22068F61-1527-4953-9C5C-E1237903CBA1}">
      <dgm:prSet/>
      <dgm:spPr/>
      <dgm:t>
        <a:bodyPr/>
        <a:lstStyle/>
        <a:p>
          <a:endParaRPr lang="en-US"/>
        </a:p>
      </dgm:t>
    </dgm:pt>
    <dgm:pt modelId="{18C0F1B6-5FA5-42D0-BD99-F3A3463235B5}" type="sibTrans" cxnId="{22068F61-1527-4953-9C5C-E1237903CBA1}">
      <dgm:prSet/>
      <dgm:spPr/>
      <dgm:t>
        <a:bodyPr/>
        <a:lstStyle/>
        <a:p>
          <a:endParaRPr lang="en-US"/>
        </a:p>
      </dgm:t>
    </dgm:pt>
    <dgm:pt modelId="{A1AE8F00-2B7A-4695-A641-67EAB03DF217}">
      <dgm:prSet/>
      <dgm:spPr/>
      <dgm:t>
        <a:bodyPr/>
        <a:lstStyle/>
        <a:p>
          <a:r>
            <a:rPr lang="en-US"/>
            <a:t>They:</a:t>
          </a:r>
        </a:p>
      </dgm:t>
    </dgm:pt>
    <dgm:pt modelId="{B081CF77-427E-4B19-8B87-62F59D516A64}" type="parTrans" cxnId="{3C32D7C5-8874-4D59-B98F-C4CC8FEF39DE}">
      <dgm:prSet/>
      <dgm:spPr/>
      <dgm:t>
        <a:bodyPr/>
        <a:lstStyle/>
        <a:p>
          <a:endParaRPr lang="en-US"/>
        </a:p>
      </dgm:t>
    </dgm:pt>
    <dgm:pt modelId="{D9DA62F3-C392-4C33-8312-C0E3B7D25C8E}" type="sibTrans" cxnId="{3C32D7C5-8874-4D59-B98F-C4CC8FEF39DE}">
      <dgm:prSet/>
      <dgm:spPr/>
      <dgm:t>
        <a:bodyPr/>
        <a:lstStyle/>
        <a:p>
          <a:endParaRPr lang="en-US"/>
        </a:p>
      </dgm:t>
    </dgm:pt>
    <dgm:pt modelId="{DBC5F36F-1C4A-4D9A-8605-64E2FE630194}">
      <dgm:prSet/>
      <dgm:spPr/>
      <dgm:t>
        <a:bodyPr/>
        <a:lstStyle/>
        <a:p>
          <a:r>
            <a:rPr lang="en-US"/>
            <a:t>Predict likely text sequences</a:t>
          </a:r>
        </a:p>
      </dgm:t>
    </dgm:pt>
    <dgm:pt modelId="{1BC76FD7-9155-4976-8BDC-CC2E090054F3}" type="parTrans" cxnId="{B0A9824A-1203-4BDB-9C30-44E087C7F987}">
      <dgm:prSet/>
      <dgm:spPr/>
      <dgm:t>
        <a:bodyPr/>
        <a:lstStyle/>
        <a:p>
          <a:endParaRPr lang="en-US"/>
        </a:p>
      </dgm:t>
    </dgm:pt>
    <dgm:pt modelId="{2581458A-BF59-453B-9156-E9B2DE298FF1}" type="sibTrans" cxnId="{B0A9824A-1203-4BDB-9C30-44E087C7F987}">
      <dgm:prSet/>
      <dgm:spPr/>
      <dgm:t>
        <a:bodyPr/>
        <a:lstStyle/>
        <a:p>
          <a:endParaRPr lang="en-US"/>
        </a:p>
      </dgm:t>
    </dgm:pt>
    <dgm:pt modelId="{17236380-9EA5-45EC-8D99-49F951B686ED}">
      <dgm:prSet/>
      <dgm:spPr/>
      <dgm:t>
        <a:bodyPr/>
        <a:lstStyle/>
        <a:p>
          <a:r>
            <a:rPr lang="en-US"/>
            <a:t>Do not truly “know” real-world facts</a:t>
          </a:r>
        </a:p>
      </dgm:t>
    </dgm:pt>
    <dgm:pt modelId="{6E8E14B0-8DDD-48D5-9958-C01BAB215819}" type="parTrans" cxnId="{C7A718BA-1939-4208-A8CA-1BD64F66CF79}">
      <dgm:prSet/>
      <dgm:spPr/>
      <dgm:t>
        <a:bodyPr/>
        <a:lstStyle/>
        <a:p>
          <a:endParaRPr lang="en-US"/>
        </a:p>
      </dgm:t>
    </dgm:pt>
    <dgm:pt modelId="{9D9C6153-17E9-4253-B1C4-33DA3AE5E874}" type="sibTrans" cxnId="{C7A718BA-1939-4208-A8CA-1BD64F66CF79}">
      <dgm:prSet/>
      <dgm:spPr/>
      <dgm:t>
        <a:bodyPr/>
        <a:lstStyle/>
        <a:p>
          <a:endParaRPr lang="en-US"/>
        </a:p>
      </dgm:t>
    </dgm:pt>
    <dgm:pt modelId="{6E959B1D-8F38-4FE8-BB1D-D6B13519E7C6}">
      <dgm:prSet/>
      <dgm:spPr/>
      <dgm:t>
        <a:bodyPr/>
        <a:lstStyle/>
        <a:p>
          <a:r>
            <a:rPr lang="en-US"/>
            <a:t>Cannot directly access APIs or databases</a:t>
          </a:r>
        </a:p>
      </dgm:t>
    </dgm:pt>
    <dgm:pt modelId="{0A7E66AA-758F-458E-8902-DB29466A00B5}" type="parTrans" cxnId="{F612F42D-2C12-41DC-B0B5-B09F0789F216}">
      <dgm:prSet/>
      <dgm:spPr/>
      <dgm:t>
        <a:bodyPr/>
        <a:lstStyle/>
        <a:p>
          <a:endParaRPr lang="en-US"/>
        </a:p>
      </dgm:t>
    </dgm:pt>
    <dgm:pt modelId="{3F91014E-17A8-4959-B8B0-13C1713C403F}" type="sibTrans" cxnId="{F612F42D-2C12-41DC-B0B5-B09F0789F216}">
      <dgm:prSet/>
      <dgm:spPr/>
      <dgm:t>
        <a:bodyPr/>
        <a:lstStyle/>
        <a:p>
          <a:endParaRPr lang="en-US"/>
        </a:p>
      </dgm:t>
    </dgm:pt>
    <dgm:pt modelId="{34A1A972-75D9-4940-84DF-FEB3DE4D6FBD}">
      <dgm:prSet/>
      <dgm:spPr/>
      <dgm:t>
        <a:bodyPr/>
        <a:lstStyle/>
        <a:p>
          <a:r>
            <a:rPr lang="en-US"/>
            <a:t>It is like asking a </a:t>
          </a:r>
          <a:r>
            <a:rPr lang="en-US" b="1"/>
            <a:t>very intelligent person to solve a problem while blindfolded</a:t>
          </a:r>
          <a:r>
            <a:rPr lang="en-US"/>
            <a:t>, without a calculator, internet access, or communication tools.</a:t>
          </a:r>
        </a:p>
      </dgm:t>
    </dgm:pt>
    <dgm:pt modelId="{4C01282F-AD89-42FA-84FF-4610BCA98723}" type="parTrans" cxnId="{F61EB882-9A35-4114-A737-87A0E5543E1D}">
      <dgm:prSet/>
      <dgm:spPr/>
      <dgm:t>
        <a:bodyPr/>
        <a:lstStyle/>
        <a:p>
          <a:endParaRPr lang="en-US"/>
        </a:p>
      </dgm:t>
    </dgm:pt>
    <dgm:pt modelId="{13DAE6C7-868A-4584-8C44-2A87643B8033}" type="sibTrans" cxnId="{F61EB882-9A35-4114-A737-87A0E5543E1D}">
      <dgm:prSet/>
      <dgm:spPr/>
      <dgm:t>
        <a:bodyPr/>
        <a:lstStyle/>
        <a:p>
          <a:endParaRPr lang="en-US"/>
        </a:p>
      </dgm:t>
    </dgm:pt>
    <dgm:pt modelId="{8CFCCD75-FC97-4D1E-A196-B1B4D20623F2}" type="pres">
      <dgm:prSet presAssocID="{3A1DEBEC-8A5B-4E75-AAC4-2F215521DCEC}" presName="Name0" presStyleCnt="0">
        <dgm:presLayoutVars>
          <dgm:dir/>
          <dgm:resizeHandles/>
        </dgm:presLayoutVars>
      </dgm:prSet>
      <dgm:spPr/>
    </dgm:pt>
    <dgm:pt modelId="{68332396-E6D2-4C01-AFF8-FADC72249A4C}" type="pres">
      <dgm:prSet presAssocID="{5745EF98-D3FD-4FF4-A123-EACDB68D7DC5}" presName="compNode" presStyleCnt="0"/>
      <dgm:spPr/>
    </dgm:pt>
    <dgm:pt modelId="{FCDB124C-A707-49BC-A9CB-C3A3F89B5173}" type="pres">
      <dgm:prSet presAssocID="{5745EF98-D3FD-4FF4-A123-EACDB68D7DC5}" presName="dummyConnPt" presStyleCnt="0"/>
      <dgm:spPr/>
    </dgm:pt>
    <dgm:pt modelId="{307D5FBF-7F1A-43A4-BC0E-4152FFCB7E07}" type="pres">
      <dgm:prSet presAssocID="{5745EF98-D3FD-4FF4-A123-EACDB68D7DC5}" presName="node" presStyleLbl="node1" presStyleIdx="0" presStyleCnt="16">
        <dgm:presLayoutVars>
          <dgm:bulletEnabled val="1"/>
        </dgm:presLayoutVars>
      </dgm:prSet>
      <dgm:spPr/>
    </dgm:pt>
    <dgm:pt modelId="{3CA9AAED-562B-47E5-90F9-B743784B3F54}" type="pres">
      <dgm:prSet presAssocID="{9BC53992-82F8-4D80-8AEC-1A34C6B43AA5}" presName="sibTrans" presStyleLbl="bgSibTrans2D1" presStyleIdx="0" presStyleCnt="15"/>
      <dgm:spPr/>
    </dgm:pt>
    <dgm:pt modelId="{958F54A2-74CA-47F2-86D7-E5F850A909BB}" type="pres">
      <dgm:prSet presAssocID="{A052C7FA-64CC-48D8-BE96-DF3A93EAA363}" presName="compNode" presStyleCnt="0"/>
      <dgm:spPr/>
    </dgm:pt>
    <dgm:pt modelId="{70919DF4-7799-4CEA-A987-E738AF5EC615}" type="pres">
      <dgm:prSet presAssocID="{A052C7FA-64CC-48D8-BE96-DF3A93EAA363}" presName="dummyConnPt" presStyleCnt="0"/>
      <dgm:spPr/>
    </dgm:pt>
    <dgm:pt modelId="{7A7F8E6F-872D-4E98-95DA-9C74B4F08490}" type="pres">
      <dgm:prSet presAssocID="{A052C7FA-64CC-48D8-BE96-DF3A93EAA363}" presName="node" presStyleLbl="node1" presStyleIdx="1" presStyleCnt="16">
        <dgm:presLayoutVars>
          <dgm:bulletEnabled val="1"/>
        </dgm:presLayoutVars>
      </dgm:prSet>
      <dgm:spPr/>
    </dgm:pt>
    <dgm:pt modelId="{1BAF3BC6-BC1B-4982-99F6-0CC3C79D6963}" type="pres">
      <dgm:prSet presAssocID="{7EC9BF4A-7974-4752-9CB1-1399C2A3E555}" presName="sibTrans" presStyleLbl="bgSibTrans2D1" presStyleIdx="1" presStyleCnt="15"/>
      <dgm:spPr/>
    </dgm:pt>
    <dgm:pt modelId="{A542E5D6-14BA-4875-B8CD-19D9E95AF26D}" type="pres">
      <dgm:prSet presAssocID="{597789AC-743C-49B4-A02E-A4EC0F2EF827}" presName="compNode" presStyleCnt="0"/>
      <dgm:spPr/>
    </dgm:pt>
    <dgm:pt modelId="{5F60A27B-C010-4582-82D7-56FCD8200567}" type="pres">
      <dgm:prSet presAssocID="{597789AC-743C-49B4-A02E-A4EC0F2EF827}" presName="dummyConnPt" presStyleCnt="0"/>
      <dgm:spPr/>
    </dgm:pt>
    <dgm:pt modelId="{78BA1AC0-82AB-4898-B768-8A81892F89C6}" type="pres">
      <dgm:prSet presAssocID="{597789AC-743C-49B4-A02E-A4EC0F2EF827}" presName="node" presStyleLbl="node1" presStyleIdx="2" presStyleCnt="16">
        <dgm:presLayoutVars>
          <dgm:bulletEnabled val="1"/>
        </dgm:presLayoutVars>
      </dgm:prSet>
      <dgm:spPr/>
    </dgm:pt>
    <dgm:pt modelId="{7D517E8B-723B-4981-83EB-1CCD413B6271}" type="pres">
      <dgm:prSet presAssocID="{E1DAA858-CF2E-490E-96CE-A23C64D63CE6}" presName="sibTrans" presStyleLbl="bgSibTrans2D1" presStyleIdx="2" presStyleCnt="15"/>
      <dgm:spPr/>
    </dgm:pt>
    <dgm:pt modelId="{EABB5148-0A21-4EAD-8728-ADF2579A2540}" type="pres">
      <dgm:prSet presAssocID="{789631EC-98E6-4CBC-A0EC-280757601483}" presName="compNode" presStyleCnt="0"/>
      <dgm:spPr/>
    </dgm:pt>
    <dgm:pt modelId="{2905C88F-9280-4615-B369-EB70F2856234}" type="pres">
      <dgm:prSet presAssocID="{789631EC-98E6-4CBC-A0EC-280757601483}" presName="dummyConnPt" presStyleCnt="0"/>
      <dgm:spPr/>
    </dgm:pt>
    <dgm:pt modelId="{561C702C-F3B1-484A-B9AD-655E544DE0AA}" type="pres">
      <dgm:prSet presAssocID="{789631EC-98E6-4CBC-A0EC-280757601483}" presName="node" presStyleLbl="node1" presStyleIdx="3" presStyleCnt="16">
        <dgm:presLayoutVars>
          <dgm:bulletEnabled val="1"/>
        </dgm:presLayoutVars>
      </dgm:prSet>
      <dgm:spPr/>
    </dgm:pt>
    <dgm:pt modelId="{EE06ACD7-1AE3-428B-995B-D263BC750917}" type="pres">
      <dgm:prSet presAssocID="{E0544A6D-06CB-4925-A9D5-7A202439820B}" presName="sibTrans" presStyleLbl="bgSibTrans2D1" presStyleIdx="3" presStyleCnt="15"/>
      <dgm:spPr/>
    </dgm:pt>
    <dgm:pt modelId="{C2EDD3C4-8F24-4FA6-91E9-F09A4FDA6541}" type="pres">
      <dgm:prSet presAssocID="{A41424F6-A2A5-4687-AAFA-12C35F48C556}" presName="compNode" presStyleCnt="0"/>
      <dgm:spPr/>
    </dgm:pt>
    <dgm:pt modelId="{E5884259-05D1-45E9-A31D-F350C10D791E}" type="pres">
      <dgm:prSet presAssocID="{A41424F6-A2A5-4687-AAFA-12C35F48C556}" presName="dummyConnPt" presStyleCnt="0"/>
      <dgm:spPr/>
    </dgm:pt>
    <dgm:pt modelId="{FE420F4E-D19B-4690-99F1-2AD045C9CA06}" type="pres">
      <dgm:prSet presAssocID="{A41424F6-A2A5-4687-AAFA-12C35F48C556}" presName="node" presStyleLbl="node1" presStyleIdx="4" presStyleCnt="16">
        <dgm:presLayoutVars>
          <dgm:bulletEnabled val="1"/>
        </dgm:presLayoutVars>
      </dgm:prSet>
      <dgm:spPr/>
    </dgm:pt>
    <dgm:pt modelId="{761A5FE3-FAC9-4BF8-AE92-74255995D916}" type="pres">
      <dgm:prSet presAssocID="{7CE134B1-F9F0-49D7-8792-88F0B68CD27B}" presName="sibTrans" presStyleLbl="bgSibTrans2D1" presStyleIdx="4" presStyleCnt="15"/>
      <dgm:spPr/>
    </dgm:pt>
    <dgm:pt modelId="{BC989B8D-22F5-450F-905E-FCDC6B262A32}" type="pres">
      <dgm:prSet presAssocID="{362F582B-12AD-4984-A4DE-B5123567089E}" presName="compNode" presStyleCnt="0"/>
      <dgm:spPr/>
    </dgm:pt>
    <dgm:pt modelId="{357FED61-D9F4-47A3-B554-F26FBA1938FB}" type="pres">
      <dgm:prSet presAssocID="{362F582B-12AD-4984-A4DE-B5123567089E}" presName="dummyConnPt" presStyleCnt="0"/>
      <dgm:spPr/>
    </dgm:pt>
    <dgm:pt modelId="{69665B99-EDC2-45A9-95F5-6D0D38BEAB59}" type="pres">
      <dgm:prSet presAssocID="{362F582B-12AD-4984-A4DE-B5123567089E}" presName="node" presStyleLbl="node1" presStyleIdx="5" presStyleCnt="16">
        <dgm:presLayoutVars>
          <dgm:bulletEnabled val="1"/>
        </dgm:presLayoutVars>
      </dgm:prSet>
      <dgm:spPr/>
    </dgm:pt>
    <dgm:pt modelId="{74DCDB7A-291C-4D4E-8DFA-E95E94C5B836}" type="pres">
      <dgm:prSet presAssocID="{3EBE7318-809E-47E8-9D68-D7CF03DC31ED}" presName="sibTrans" presStyleLbl="bgSibTrans2D1" presStyleIdx="5" presStyleCnt="15"/>
      <dgm:spPr/>
    </dgm:pt>
    <dgm:pt modelId="{8CA81AB5-A639-404C-826E-368DEC81E70F}" type="pres">
      <dgm:prSet presAssocID="{1F8267C0-2F3C-46A4-BB71-325F0F89F42A}" presName="compNode" presStyleCnt="0"/>
      <dgm:spPr/>
    </dgm:pt>
    <dgm:pt modelId="{30949892-A478-4BD4-A2A1-6A868963E764}" type="pres">
      <dgm:prSet presAssocID="{1F8267C0-2F3C-46A4-BB71-325F0F89F42A}" presName="dummyConnPt" presStyleCnt="0"/>
      <dgm:spPr/>
    </dgm:pt>
    <dgm:pt modelId="{07142BAB-9B1C-42D1-B6AD-6A46FCE8EAE3}" type="pres">
      <dgm:prSet presAssocID="{1F8267C0-2F3C-46A4-BB71-325F0F89F42A}" presName="node" presStyleLbl="node1" presStyleIdx="6" presStyleCnt="16">
        <dgm:presLayoutVars>
          <dgm:bulletEnabled val="1"/>
        </dgm:presLayoutVars>
      </dgm:prSet>
      <dgm:spPr/>
    </dgm:pt>
    <dgm:pt modelId="{78338EEE-6177-486E-A05E-BC6A3C3F35FF}" type="pres">
      <dgm:prSet presAssocID="{22579547-5C57-477C-8F4D-C979165B0CE9}" presName="sibTrans" presStyleLbl="bgSibTrans2D1" presStyleIdx="6" presStyleCnt="15"/>
      <dgm:spPr/>
    </dgm:pt>
    <dgm:pt modelId="{815D3AE9-CDB7-4CD0-8AAE-D36DEC538B23}" type="pres">
      <dgm:prSet presAssocID="{FB89481F-0EBF-4AE6-8169-DFC4ACC51A75}" presName="compNode" presStyleCnt="0"/>
      <dgm:spPr/>
    </dgm:pt>
    <dgm:pt modelId="{BAF472A3-C984-46D0-9AB9-F8872D4BD30F}" type="pres">
      <dgm:prSet presAssocID="{FB89481F-0EBF-4AE6-8169-DFC4ACC51A75}" presName="dummyConnPt" presStyleCnt="0"/>
      <dgm:spPr/>
    </dgm:pt>
    <dgm:pt modelId="{6EB03421-89B0-415A-BD17-035321FDDC37}" type="pres">
      <dgm:prSet presAssocID="{FB89481F-0EBF-4AE6-8169-DFC4ACC51A75}" presName="node" presStyleLbl="node1" presStyleIdx="7" presStyleCnt="16">
        <dgm:presLayoutVars>
          <dgm:bulletEnabled val="1"/>
        </dgm:presLayoutVars>
      </dgm:prSet>
      <dgm:spPr/>
    </dgm:pt>
    <dgm:pt modelId="{C998C6A8-EEEE-41F0-BDF6-5CF858413FFD}" type="pres">
      <dgm:prSet presAssocID="{31F0F31F-5A89-4056-87E7-3BB10A27F65C}" presName="sibTrans" presStyleLbl="bgSibTrans2D1" presStyleIdx="7" presStyleCnt="15"/>
      <dgm:spPr/>
    </dgm:pt>
    <dgm:pt modelId="{54700F77-8018-4068-9E3C-4E107698F8D9}" type="pres">
      <dgm:prSet presAssocID="{BC8095DB-6E0C-4EF3-A5D3-E9FC153BCB3B}" presName="compNode" presStyleCnt="0"/>
      <dgm:spPr/>
    </dgm:pt>
    <dgm:pt modelId="{6884BC66-C002-41DD-B125-E09FB07900FA}" type="pres">
      <dgm:prSet presAssocID="{BC8095DB-6E0C-4EF3-A5D3-E9FC153BCB3B}" presName="dummyConnPt" presStyleCnt="0"/>
      <dgm:spPr/>
    </dgm:pt>
    <dgm:pt modelId="{9B2BDDD0-9705-41AE-930B-603D6E8393EE}" type="pres">
      <dgm:prSet presAssocID="{BC8095DB-6E0C-4EF3-A5D3-E9FC153BCB3B}" presName="node" presStyleLbl="node1" presStyleIdx="8" presStyleCnt="16">
        <dgm:presLayoutVars>
          <dgm:bulletEnabled val="1"/>
        </dgm:presLayoutVars>
      </dgm:prSet>
      <dgm:spPr/>
    </dgm:pt>
    <dgm:pt modelId="{1F3812C6-A517-4273-BCCB-7B2756B66DBF}" type="pres">
      <dgm:prSet presAssocID="{AFCBDB23-6AB5-48D4-9F5A-93B93D7E4BE0}" presName="sibTrans" presStyleLbl="bgSibTrans2D1" presStyleIdx="8" presStyleCnt="15"/>
      <dgm:spPr/>
    </dgm:pt>
    <dgm:pt modelId="{9D335E6F-D01A-4B24-A10B-B72837A27D47}" type="pres">
      <dgm:prSet presAssocID="{65FD9B3C-03D4-4632-BC77-5D71E4B70E62}" presName="compNode" presStyleCnt="0"/>
      <dgm:spPr/>
    </dgm:pt>
    <dgm:pt modelId="{242BDADE-2B07-49E5-9E62-5AAEC415F7DA}" type="pres">
      <dgm:prSet presAssocID="{65FD9B3C-03D4-4632-BC77-5D71E4B70E62}" presName="dummyConnPt" presStyleCnt="0"/>
      <dgm:spPr/>
    </dgm:pt>
    <dgm:pt modelId="{01D5E0C8-BAAA-472A-8422-82B0F8D5F4A1}" type="pres">
      <dgm:prSet presAssocID="{65FD9B3C-03D4-4632-BC77-5D71E4B70E62}" presName="node" presStyleLbl="node1" presStyleIdx="9" presStyleCnt="16">
        <dgm:presLayoutVars>
          <dgm:bulletEnabled val="1"/>
        </dgm:presLayoutVars>
      </dgm:prSet>
      <dgm:spPr/>
    </dgm:pt>
    <dgm:pt modelId="{D6DF5142-F2CC-4BB8-A0CF-0A62625AF012}" type="pres">
      <dgm:prSet presAssocID="{E553DE5E-FB0D-4D4F-A25B-2BFAB42DA517}" presName="sibTrans" presStyleLbl="bgSibTrans2D1" presStyleIdx="9" presStyleCnt="15"/>
      <dgm:spPr/>
    </dgm:pt>
    <dgm:pt modelId="{30612720-1C4C-4616-826A-049E783D4C43}" type="pres">
      <dgm:prSet presAssocID="{DD9F2D31-5E50-4E09-A5BF-A79BFA50B937}" presName="compNode" presStyleCnt="0"/>
      <dgm:spPr/>
    </dgm:pt>
    <dgm:pt modelId="{6F31D8D8-31EA-4A36-A237-9593730F23CB}" type="pres">
      <dgm:prSet presAssocID="{DD9F2D31-5E50-4E09-A5BF-A79BFA50B937}" presName="dummyConnPt" presStyleCnt="0"/>
      <dgm:spPr/>
    </dgm:pt>
    <dgm:pt modelId="{EA055B79-7130-41DD-A310-EF2AD4560DCE}" type="pres">
      <dgm:prSet presAssocID="{DD9F2D31-5E50-4E09-A5BF-A79BFA50B937}" presName="node" presStyleLbl="node1" presStyleIdx="10" presStyleCnt="16">
        <dgm:presLayoutVars>
          <dgm:bulletEnabled val="1"/>
        </dgm:presLayoutVars>
      </dgm:prSet>
      <dgm:spPr/>
    </dgm:pt>
    <dgm:pt modelId="{98B3A569-53DC-4C99-9A8F-2E9EFC7B35B7}" type="pres">
      <dgm:prSet presAssocID="{4C643FDB-A200-4842-A952-2816CCA772A5}" presName="sibTrans" presStyleLbl="bgSibTrans2D1" presStyleIdx="10" presStyleCnt="15"/>
      <dgm:spPr/>
    </dgm:pt>
    <dgm:pt modelId="{35DC00B6-B63B-4E47-8B5F-17A69E46D02C}" type="pres">
      <dgm:prSet presAssocID="{97ADA258-098D-47AB-BB6A-79EF91E48942}" presName="compNode" presStyleCnt="0"/>
      <dgm:spPr/>
    </dgm:pt>
    <dgm:pt modelId="{E31C122B-3FA0-4EE9-A944-21F2EC251C15}" type="pres">
      <dgm:prSet presAssocID="{97ADA258-098D-47AB-BB6A-79EF91E48942}" presName="dummyConnPt" presStyleCnt="0"/>
      <dgm:spPr/>
    </dgm:pt>
    <dgm:pt modelId="{AFA9FA87-CD16-4D6E-8E6B-29D3713D46D2}" type="pres">
      <dgm:prSet presAssocID="{97ADA258-098D-47AB-BB6A-79EF91E48942}" presName="node" presStyleLbl="node1" presStyleIdx="11" presStyleCnt="16">
        <dgm:presLayoutVars>
          <dgm:bulletEnabled val="1"/>
        </dgm:presLayoutVars>
      </dgm:prSet>
      <dgm:spPr/>
    </dgm:pt>
    <dgm:pt modelId="{CB55517D-2828-4600-A9FA-DE0BAE52F618}" type="pres">
      <dgm:prSet presAssocID="{993A3718-6479-403A-A1EE-8D88D297D303}" presName="sibTrans" presStyleLbl="bgSibTrans2D1" presStyleIdx="11" presStyleCnt="15"/>
      <dgm:spPr/>
    </dgm:pt>
    <dgm:pt modelId="{8610E1E3-93C2-49F5-A43C-5F44AD33A2FA}" type="pres">
      <dgm:prSet presAssocID="{BB7EC19D-E1DC-487E-A7CA-68B7C2B62C76}" presName="compNode" presStyleCnt="0"/>
      <dgm:spPr/>
    </dgm:pt>
    <dgm:pt modelId="{2C5A70CE-D46C-4B0E-BBB8-AD4DD9737562}" type="pres">
      <dgm:prSet presAssocID="{BB7EC19D-E1DC-487E-A7CA-68B7C2B62C76}" presName="dummyConnPt" presStyleCnt="0"/>
      <dgm:spPr/>
    </dgm:pt>
    <dgm:pt modelId="{1E878358-C587-41D6-8804-093B8D5B41D2}" type="pres">
      <dgm:prSet presAssocID="{BB7EC19D-E1DC-487E-A7CA-68B7C2B62C76}" presName="node" presStyleLbl="node1" presStyleIdx="12" presStyleCnt="16">
        <dgm:presLayoutVars>
          <dgm:bulletEnabled val="1"/>
        </dgm:presLayoutVars>
      </dgm:prSet>
      <dgm:spPr/>
    </dgm:pt>
    <dgm:pt modelId="{9127B2D1-D2E1-4620-A70A-9E4730AF1136}" type="pres">
      <dgm:prSet presAssocID="{B1FD5288-CFB9-4650-A624-5FFC91E77F5C}" presName="sibTrans" presStyleLbl="bgSibTrans2D1" presStyleIdx="12" presStyleCnt="15"/>
      <dgm:spPr/>
    </dgm:pt>
    <dgm:pt modelId="{32C9FE70-7166-415E-A61E-089F44082AE2}" type="pres">
      <dgm:prSet presAssocID="{E9AF9148-5EE0-45F5-AE95-7CED0B5751FD}" presName="compNode" presStyleCnt="0"/>
      <dgm:spPr/>
    </dgm:pt>
    <dgm:pt modelId="{AAD998C1-C133-437C-95AB-F325FFB5F2F1}" type="pres">
      <dgm:prSet presAssocID="{E9AF9148-5EE0-45F5-AE95-7CED0B5751FD}" presName="dummyConnPt" presStyleCnt="0"/>
      <dgm:spPr/>
    </dgm:pt>
    <dgm:pt modelId="{BBD37B2A-6334-44E7-BAE6-A776A74F4895}" type="pres">
      <dgm:prSet presAssocID="{E9AF9148-5EE0-45F5-AE95-7CED0B5751FD}" presName="node" presStyleLbl="node1" presStyleIdx="13" presStyleCnt="16">
        <dgm:presLayoutVars>
          <dgm:bulletEnabled val="1"/>
        </dgm:presLayoutVars>
      </dgm:prSet>
      <dgm:spPr/>
    </dgm:pt>
    <dgm:pt modelId="{E6FA5104-0F7C-4CE0-8931-0B953F2C6CBC}" type="pres">
      <dgm:prSet presAssocID="{18C0F1B6-5FA5-42D0-BD99-F3A3463235B5}" presName="sibTrans" presStyleLbl="bgSibTrans2D1" presStyleIdx="13" presStyleCnt="15"/>
      <dgm:spPr/>
    </dgm:pt>
    <dgm:pt modelId="{7BAD34B9-B2F4-47ED-8ECF-7745FD8F53F7}" type="pres">
      <dgm:prSet presAssocID="{A1AE8F00-2B7A-4695-A641-67EAB03DF217}" presName="compNode" presStyleCnt="0"/>
      <dgm:spPr/>
    </dgm:pt>
    <dgm:pt modelId="{D4BEB7CF-B03B-42EA-88B9-9C9ED5F7F455}" type="pres">
      <dgm:prSet presAssocID="{A1AE8F00-2B7A-4695-A641-67EAB03DF217}" presName="dummyConnPt" presStyleCnt="0"/>
      <dgm:spPr/>
    </dgm:pt>
    <dgm:pt modelId="{15E593C9-C65F-4A8C-906D-D0E9DF3B6F62}" type="pres">
      <dgm:prSet presAssocID="{A1AE8F00-2B7A-4695-A641-67EAB03DF217}" presName="node" presStyleLbl="node1" presStyleIdx="14" presStyleCnt="16">
        <dgm:presLayoutVars>
          <dgm:bulletEnabled val="1"/>
        </dgm:presLayoutVars>
      </dgm:prSet>
      <dgm:spPr/>
    </dgm:pt>
    <dgm:pt modelId="{82F7E4E2-B9B9-4BB9-B830-312EF2FB992B}" type="pres">
      <dgm:prSet presAssocID="{D9DA62F3-C392-4C33-8312-C0E3B7D25C8E}" presName="sibTrans" presStyleLbl="bgSibTrans2D1" presStyleIdx="14" presStyleCnt="15"/>
      <dgm:spPr/>
    </dgm:pt>
    <dgm:pt modelId="{B25C0D18-DB53-40A9-ADD8-C6C8E87617DD}" type="pres">
      <dgm:prSet presAssocID="{34A1A972-75D9-4940-84DF-FEB3DE4D6FBD}" presName="compNode" presStyleCnt="0"/>
      <dgm:spPr/>
    </dgm:pt>
    <dgm:pt modelId="{34D1B339-8F7A-4D4E-A278-474B8CC694B8}" type="pres">
      <dgm:prSet presAssocID="{34A1A972-75D9-4940-84DF-FEB3DE4D6FBD}" presName="dummyConnPt" presStyleCnt="0"/>
      <dgm:spPr/>
    </dgm:pt>
    <dgm:pt modelId="{0A3A3E5E-1DBA-4567-A55E-9DA1331C4E1C}" type="pres">
      <dgm:prSet presAssocID="{34A1A972-75D9-4940-84DF-FEB3DE4D6FBD}" presName="node" presStyleLbl="node1" presStyleIdx="15" presStyleCnt="16">
        <dgm:presLayoutVars>
          <dgm:bulletEnabled val="1"/>
        </dgm:presLayoutVars>
      </dgm:prSet>
      <dgm:spPr/>
    </dgm:pt>
  </dgm:ptLst>
  <dgm:cxnLst>
    <dgm:cxn modelId="{FFC3DF07-338B-4D31-964E-78C9B5FBB92C}" srcId="{3A1DEBEC-8A5B-4E75-AAC4-2F215521DCEC}" destId="{65FD9B3C-03D4-4632-BC77-5D71E4B70E62}" srcOrd="9" destOrd="0" parTransId="{484BCE59-7388-42FB-8464-0CB656D0EB0F}" sibTransId="{E553DE5E-FB0D-4D4F-A25B-2BFAB42DA517}"/>
    <dgm:cxn modelId="{81D20B09-06F6-4203-87B2-B2F7741706FB}" type="presOf" srcId="{E553DE5E-FB0D-4D4F-A25B-2BFAB42DA517}" destId="{D6DF5142-F2CC-4BB8-A0CF-0A62625AF012}" srcOrd="0" destOrd="0" presId="urn:microsoft.com/office/officeart/2005/8/layout/bProcess4"/>
    <dgm:cxn modelId="{4539290A-002A-49C7-B8F7-B9DE67DBA5A2}" type="presOf" srcId="{17236380-9EA5-45EC-8D99-49F951B686ED}" destId="{15E593C9-C65F-4A8C-906D-D0E9DF3B6F62}" srcOrd="0" destOrd="2" presId="urn:microsoft.com/office/officeart/2005/8/layout/bProcess4"/>
    <dgm:cxn modelId="{2297990C-21B7-4A5F-9EE9-257054339615}" srcId="{A41424F6-A2A5-4687-AAFA-12C35F48C556}" destId="{71C2A5AD-03E9-4424-889C-931E3E38A68D}" srcOrd="1" destOrd="0" parTransId="{2817E77C-3E1F-4051-A53F-900F0D567FF4}" sibTransId="{4CB560F7-4E60-4AAC-A32D-9F4E56F1B3FC}"/>
    <dgm:cxn modelId="{66883914-74AB-49DD-9311-F484EBF9268C}" type="presOf" srcId="{BC8095DB-6E0C-4EF3-A5D3-E9FC153BCB3B}" destId="{9B2BDDD0-9705-41AE-930B-603D6E8393EE}" srcOrd="0" destOrd="0" presId="urn:microsoft.com/office/officeart/2005/8/layout/bProcess4"/>
    <dgm:cxn modelId="{477AFA1C-9497-4717-B0F6-077C75960149}" srcId="{3A1DEBEC-8A5B-4E75-AAC4-2F215521DCEC}" destId="{789631EC-98E6-4CBC-A0EC-280757601483}" srcOrd="3" destOrd="0" parTransId="{1F894758-F28C-40DA-9327-3B2B779700A1}" sibTransId="{E0544A6D-06CB-4925-A9D5-7A202439820B}"/>
    <dgm:cxn modelId="{E6005F24-763B-4F77-ABE9-C7242A9DEE55}" type="presOf" srcId="{A052C7FA-64CC-48D8-BE96-DF3A93EAA363}" destId="{7A7F8E6F-872D-4E98-95DA-9C74B4F08490}" srcOrd="0" destOrd="0" presId="urn:microsoft.com/office/officeart/2005/8/layout/bProcess4"/>
    <dgm:cxn modelId="{8713DB24-299F-4849-802F-D1AD03F6DF39}" type="presOf" srcId="{BB7EC19D-E1DC-487E-A7CA-68B7C2B62C76}" destId="{1E878358-C587-41D6-8804-093B8D5B41D2}" srcOrd="0" destOrd="0" presId="urn:microsoft.com/office/officeart/2005/8/layout/bProcess4"/>
    <dgm:cxn modelId="{1402282A-ED1D-40A3-97D4-5E4C5BE4DCE5}" type="presOf" srcId="{4C643FDB-A200-4842-A952-2816CCA772A5}" destId="{98B3A569-53DC-4C99-9A8F-2E9EFC7B35B7}" srcOrd="0" destOrd="0" presId="urn:microsoft.com/office/officeart/2005/8/layout/bProcess4"/>
    <dgm:cxn modelId="{F612F42D-2C12-41DC-B0B5-B09F0789F216}" srcId="{A1AE8F00-2B7A-4695-A641-67EAB03DF217}" destId="{6E959B1D-8F38-4FE8-BB1D-D6B13519E7C6}" srcOrd="2" destOrd="0" parTransId="{0A7E66AA-758F-458E-8902-DB29466A00B5}" sibTransId="{3F91014E-17A8-4959-B8B0-13C1713C403F}"/>
    <dgm:cxn modelId="{B8F2452F-0D77-4CC2-A5C3-5D4741D831E0}" srcId="{3A1DEBEC-8A5B-4E75-AAC4-2F215521DCEC}" destId="{A41424F6-A2A5-4687-AAFA-12C35F48C556}" srcOrd="4" destOrd="0" parTransId="{1D4882EF-1442-4975-A7F0-D5D49DC7FD2D}" sibTransId="{7CE134B1-F9F0-49D7-8792-88F0B68CD27B}"/>
    <dgm:cxn modelId="{36D3E731-EE52-49D5-BB6B-BF0FA3AF74B8}" srcId="{3A1DEBEC-8A5B-4E75-AAC4-2F215521DCEC}" destId="{FB89481F-0EBF-4AE6-8169-DFC4ACC51A75}" srcOrd="7" destOrd="0" parTransId="{03BEDA54-B69F-4676-A660-5DD9F3D35514}" sibTransId="{31F0F31F-5A89-4056-87E7-3BB10A27F65C}"/>
    <dgm:cxn modelId="{73E10B37-5A56-4173-8C3C-FD82FEF6E2FA}" type="presOf" srcId="{1C1E8F5F-29E6-407C-B8B9-4D57BC52CD83}" destId="{FE420F4E-D19B-4690-99F1-2AD045C9CA06}" srcOrd="0" destOrd="1" presId="urn:microsoft.com/office/officeart/2005/8/layout/bProcess4"/>
    <dgm:cxn modelId="{D5238638-4931-4E3C-B776-264419615509}" type="presOf" srcId="{5745EF98-D3FD-4FF4-A123-EACDB68D7DC5}" destId="{307D5FBF-7F1A-43A4-BC0E-4152FFCB7E07}" srcOrd="0" destOrd="0" presId="urn:microsoft.com/office/officeart/2005/8/layout/bProcess4"/>
    <dgm:cxn modelId="{8882F73B-2923-47F6-93AE-D81D89F9C30E}" type="presOf" srcId="{18C0F1B6-5FA5-42D0-BD99-F3A3463235B5}" destId="{E6FA5104-0F7C-4CE0-8931-0B953F2C6CBC}" srcOrd="0" destOrd="0" presId="urn:microsoft.com/office/officeart/2005/8/layout/bProcess4"/>
    <dgm:cxn modelId="{10D8F65B-0D30-413E-A877-0DB6D5E797A2}" type="presOf" srcId="{B1FD5288-CFB9-4650-A624-5FFC91E77F5C}" destId="{9127B2D1-D2E1-4620-A70A-9E4730AF1136}" srcOrd="0" destOrd="0" presId="urn:microsoft.com/office/officeart/2005/8/layout/bProcess4"/>
    <dgm:cxn modelId="{AACFA65D-E1C3-46F6-A6DC-FCF881E47C44}" type="presOf" srcId="{6E959B1D-8F38-4FE8-BB1D-D6B13519E7C6}" destId="{15E593C9-C65F-4A8C-906D-D0E9DF3B6F62}" srcOrd="0" destOrd="3" presId="urn:microsoft.com/office/officeart/2005/8/layout/bProcess4"/>
    <dgm:cxn modelId="{ADEE3441-E31E-4583-A2D0-B1605D01A759}" type="presOf" srcId="{362F582B-12AD-4984-A4DE-B5123567089E}" destId="{69665B99-EDC2-45A9-95F5-6D0D38BEAB59}" srcOrd="0" destOrd="0" presId="urn:microsoft.com/office/officeart/2005/8/layout/bProcess4"/>
    <dgm:cxn modelId="{22068F61-1527-4953-9C5C-E1237903CBA1}" srcId="{3A1DEBEC-8A5B-4E75-AAC4-2F215521DCEC}" destId="{E9AF9148-5EE0-45F5-AE95-7CED0B5751FD}" srcOrd="13" destOrd="0" parTransId="{6121C561-C507-4F2B-9A31-6A6BCA51DCF0}" sibTransId="{18C0F1B6-5FA5-42D0-BD99-F3A3463235B5}"/>
    <dgm:cxn modelId="{4F129665-51F5-4117-ABCA-03564C3A0214}" type="presOf" srcId="{993A3718-6479-403A-A1EE-8D88D297D303}" destId="{CB55517D-2828-4600-A9FA-DE0BAE52F618}" srcOrd="0" destOrd="0" presId="urn:microsoft.com/office/officeart/2005/8/layout/bProcess4"/>
    <dgm:cxn modelId="{8D999C65-0472-4EEE-9900-5CD46805E586}" srcId="{3A1DEBEC-8A5B-4E75-AAC4-2F215521DCEC}" destId="{597789AC-743C-49B4-A02E-A4EC0F2EF827}" srcOrd="2" destOrd="0" parTransId="{6AACDDA3-2A7B-403C-9DBA-AD15B0C9BB40}" sibTransId="{E1DAA858-CF2E-490E-96CE-A23C64D63CE6}"/>
    <dgm:cxn modelId="{1094CE68-AB41-4320-9D3A-70FD7E9B7F5E}" type="presOf" srcId="{3EBE7318-809E-47E8-9D68-D7CF03DC31ED}" destId="{74DCDB7A-291C-4D4E-8DFA-E95E94C5B836}" srcOrd="0" destOrd="0" presId="urn:microsoft.com/office/officeart/2005/8/layout/bProcess4"/>
    <dgm:cxn modelId="{B0A9824A-1203-4BDB-9C30-44E087C7F987}" srcId="{A1AE8F00-2B7A-4695-A641-67EAB03DF217}" destId="{DBC5F36F-1C4A-4D9A-8605-64E2FE630194}" srcOrd="0" destOrd="0" parTransId="{1BC76FD7-9155-4976-8BDC-CC2E090054F3}" sibTransId="{2581458A-BF59-453B-9156-E9B2DE298FF1}"/>
    <dgm:cxn modelId="{7493C74C-7ACE-4251-BEF7-9C70C0A2FA36}" type="presOf" srcId="{97ADA258-098D-47AB-BB6A-79EF91E48942}" destId="{AFA9FA87-CD16-4D6E-8E6B-29D3713D46D2}" srcOrd="0" destOrd="0" presId="urn:microsoft.com/office/officeart/2005/8/layout/bProcess4"/>
    <dgm:cxn modelId="{C3337E4E-96C6-431B-AA5C-E72BD9D6A254}" type="presOf" srcId="{789631EC-98E6-4CBC-A0EC-280757601483}" destId="{561C702C-F3B1-484A-B9AD-655E544DE0AA}" srcOrd="0" destOrd="0" presId="urn:microsoft.com/office/officeart/2005/8/layout/bProcess4"/>
    <dgm:cxn modelId="{962F184F-7D5A-4F71-8D72-20E0920D734B}" srcId="{3A1DEBEC-8A5B-4E75-AAC4-2F215521DCEC}" destId="{BB7EC19D-E1DC-487E-A7CA-68B7C2B62C76}" srcOrd="12" destOrd="0" parTransId="{D9ED8858-7494-4DB0-AA2A-48BB4CF04778}" sibTransId="{B1FD5288-CFB9-4650-A624-5FFC91E77F5C}"/>
    <dgm:cxn modelId="{10C15C6F-1680-4909-A67E-495E081FD131}" type="presOf" srcId="{5E9FD70A-9DFD-4640-A619-F35F1CE7691B}" destId="{FE420F4E-D19B-4690-99F1-2AD045C9CA06}" srcOrd="0" destOrd="3" presId="urn:microsoft.com/office/officeart/2005/8/layout/bProcess4"/>
    <dgm:cxn modelId="{945D9551-A570-4E9B-8732-86BB7B21DBB5}" type="presOf" srcId="{D9DA62F3-C392-4C33-8312-C0E3B7D25C8E}" destId="{82F7E4E2-B9B9-4BB9-B830-312EF2FB992B}" srcOrd="0" destOrd="0" presId="urn:microsoft.com/office/officeart/2005/8/layout/bProcess4"/>
    <dgm:cxn modelId="{4B08F271-5184-43BC-85AC-3B1D4DF35AF7}" type="presOf" srcId="{DBC5F36F-1C4A-4D9A-8605-64E2FE630194}" destId="{15E593C9-C65F-4A8C-906D-D0E9DF3B6F62}" srcOrd="0" destOrd="1" presId="urn:microsoft.com/office/officeart/2005/8/layout/bProcess4"/>
    <dgm:cxn modelId="{F8363C53-D4A4-441B-99F4-DFCEEEA9643A}" type="presOf" srcId="{31F0F31F-5A89-4056-87E7-3BB10A27F65C}" destId="{C998C6A8-EEEE-41F0-BDF6-5CF858413FFD}" srcOrd="0" destOrd="0" presId="urn:microsoft.com/office/officeart/2005/8/layout/bProcess4"/>
    <dgm:cxn modelId="{33DAC055-0ED2-4E65-ACB5-74AAAB23EC00}" type="presOf" srcId="{7EC9BF4A-7974-4752-9CB1-1399C2A3E555}" destId="{1BAF3BC6-BC1B-4982-99F6-0CC3C79D6963}" srcOrd="0" destOrd="0" presId="urn:microsoft.com/office/officeart/2005/8/layout/bProcess4"/>
    <dgm:cxn modelId="{BEBF7F76-11E7-41B3-9C7B-A9E6DE8334B7}" type="presOf" srcId="{DD9F2D31-5E50-4E09-A5BF-A79BFA50B937}" destId="{EA055B79-7130-41DD-A310-EF2AD4560DCE}" srcOrd="0" destOrd="0" presId="urn:microsoft.com/office/officeart/2005/8/layout/bProcess4"/>
    <dgm:cxn modelId="{02F67277-2FE4-4AFA-BF42-ECC49F1FB901}" type="presOf" srcId="{7CE134B1-F9F0-49D7-8792-88F0B68CD27B}" destId="{761A5FE3-FAC9-4BF8-AE92-74255995D916}" srcOrd="0" destOrd="0" presId="urn:microsoft.com/office/officeart/2005/8/layout/bProcess4"/>
    <dgm:cxn modelId="{687A0979-849F-43CD-B63E-2800DA2A7FAF}" type="presOf" srcId="{65FD9B3C-03D4-4632-BC77-5D71E4B70E62}" destId="{01D5E0C8-BAAA-472A-8422-82B0F8D5F4A1}" srcOrd="0" destOrd="0" presId="urn:microsoft.com/office/officeart/2005/8/layout/bProcess4"/>
    <dgm:cxn modelId="{6A63355A-AAC4-4E4E-AB61-EEE93185A26E}" srcId="{3A1DEBEC-8A5B-4E75-AAC4-2F215521DCEC}" destId="{BC8095DB-6E0C-4EF3-A5D3-E9FC153BCB3B}" srcOrd="8" destOrd="0" parTransId="{5064AED1-C525-4F21-AB77-DCCFE5AEB288}" sibTransId="{AFCBDB23-6AB5-48D4-9F5A-93B93D7E4BE0}"/>
    <dgm:cxn modelId="{93DD1E82-964C-438F-8516-40AD99C2B166}" srcId="{3A1DEBEC-8A5B-4E75-AAC4-2F215521DCEC}" destId="{362F582B-12AD-4984-A4DE-B5123567089E}" srcOrd="5" destOrd="0" parTransId="{E8399DC2-7A35-4432-8857-1DB9008D7EE3}" sibTransId="{3EBE7318-809E-47E8-9D68-D7CF03DC31ED}"/>
    <dgm:cxn modelId="{F61EB882-9A35-4114-A737-87A0E5543E1D}" srcId="{3A1DEBEC-8A5B-4E75-AAC4-2F215521DCEC}" destId="{34A1A972-75D9-4940-84DF-FEB3DE4D6FBD}" srcOrd="15" destOrd="0" parTransId="{4C01282F-AD89-42FA-84FF-4610BCA98723}" sibTransId="{13DAE6C7-868A-4584-8C44-2A87643B8033}"/>
    <dgm:cxn modelId="{7FC41289-64F0-43D1-BBF3-13794A457807}" type="presOf" srcId="{22579547-5C57-477C-8F4D-C979165B0CE9}" destId="{78338EEE-6177-486E-A05E-BC6A3C3F35FF}" srcOrd="0" destOrd="0" presId="urn:microsoft.com/office/officeart/2005/8/layout/bProcess4"/>
    <dgm:cxn modelId="{DAE6A18C-4F35-41F7-9EBC-01C4CA6FA14B}" type="presOf" srcId="{1F8267C0-2F3C-46A4-BB71-325F0F89F42A}" destId="{07142BAB-9B1C-42D1-B6AD-6A46FCE8EAE3}" srcOrd="0" destOrd="0" presId="urn:microsoft.com/office/officeart/2005/8/layout/bProcess4"/>
    <dgm:cxn modelId="{899D2996-17BC-47EF-90ED-B8F5231CD5D7}" srcId="{3A1DEBEC-8A5B-4E75-AAC4-2F215521DCEC}" destId="{DD9F2D31-5E50-4E09-A5BF-A79BFA50B937}" srcOrd="10" destOrd="0" parTransId="{2ADCE3EB-E02C-4BDF-BD1A-A3F39A7B910C}" sibTransId="{4C643FDB-A200-4842-A952-2816CCA772A5}"/>
    <dgm:cxn modelId="{F006FC97-EC25-4EDC-A769-E11E20AF5B50}" type="presOf" srcId="{A1AE8F00-2B7A-4695-A641-67EAB03DF217}" destId="{15E593C9-C65F-4A8C-906D-D0E9DF3B6F62}" srcOrd="0" destOrd="0" presId="urn:microsoft.com/office/officeart/2005/8/layout/bProcess4"/>
    <dgm:cxn modelId="{DE21A6A0-C1CA-4CB8-9183-5A69D954C972}" type="presOf" srcId="{A41424F6-A2A5-4687-AAFA-12C35F48C556}" destId="{FE420F4E-D19B-4690-99F1-2AD045C9CA06}" srcOrd="0" destOrd="0" presId="urn:microsoft.com/office/officeart/2005/8/layout/bProcess4"/>
    <dgm:cxn modelId="{F3B8AFA2-4435-415E-972F-6422DEFFEC75}" srcId="{3A1DEBEC-8A5B-4E75-AAC4-2F215521DCEC}" destId="{5745EF98-D3FD-4FF4-A123-EACDB68D7DC5}" srcOrd="0" destOrd="0" parTransId="{47048847-BA69-43B2-AA7B-A696B90646AF}" sibTransId="{9BC53992-82F8-4D80-8AEC-1A34C6B43AA5}"/>
    <dgm:cxn modelId="{C0425EAA-D363-45F7-82F6-5A06235BB173}" srcId="{3A1DEBEC-8A5B-4E75-AAC4-2F215521DCEC}" destId="{A052C7FA-64CC-48D8-BE96-DF3A93EAA363}" srcOrd="1" destOrd="0" parTransId="{5466E4FB-1BF3-4065-9F77-B1699ACAA0D5}" sibTransId="{7EC9BF4A-7974-4752-9CB1-1399C2A3E555}"/>
    <dgm:cxn modelId="{B56A5FB3-102E-49CD-9DA7-D16BED5CB1BE}" type="presOf" srcId="{71C2A5AD-03E9-4424-889C-931E3E38A68D}" destId="{FE420F4E-D19B-4690-99F1-2AD045C9CA06}" srcOrd="0" destOrd="2" presId="urn:microsoft.com/office/officeart/2005/8/layout/bProcess4"/>
    <dgm:cxn modelId="{C7A718BA-1939-4208-A8CA-1BD64F66CF79}" srcId="{A1AE8F00-2B7A-4695-A641-67EAB03DF217}" destId="{17236380-9EA5-45EC-8D99-49F951B686ED}" srcOrd="1" destOrd="0" parTransId="{6E8E14B0-8DDD-48D5-9958-C01BAB215819}" sibTransId="{9D9C6153-17E9-4253-B1C4-33DA3AE5E874}"/>
    <dgm:cxn modelId="{759586BB-B257-457C-B653-CAFD8F49ED9A}" type="presOf" srcId="{3A1DEBEC-8A5B-4E75-AAC4-2F215521DCEC}" destId="{8CFCCD75-FC97-4D1E-A196-B1B4D20623F2}" srcOrd="0" destOrd="0" presId="urn:microsoft.com/office/officeart/2005/8/layout/bProcess4"/>
    <dgm:cxn modelId="{7667DFBD-1F2C-4AA4-896E-48F9C1D7CB54}" type="presOf" srcId="{597789AC-743C-49B4-A02E-A4EC0F2EF827}" destId="{78BA1AC0-82AB-4898-B768-8A81892F89C6}" srcOrd="0" destOrd="0" presId="urn:microsoft.com/office/officeart/2005/8/layout/bProcess4"/>
    <dgm:cxn modelId="{6050D2C2-8E15-4F2E-A67D-3022777E40B8}" type="presOf" srcId="{9BC53992-82F8-4D80-8AEC-1A34C6B43AA5}" destId="{3CA9AAED-562B-47E5-90F9-B743784B3F54}" srcOrd="0" destOrd="0" presId="urn:microsoft.com/office/officeart/2005/8/layout/bProcess4"/>
    <dgm:cxn modelId="{EE6AD7C2-9890-44BA-9E99-249AC3FE6BFD}" type="presOf" srcId="{E1DAA858-CF2E-490E-96CE-A23C64D63CE6}" destId="{7D517E8B-723B-4981-83EB-1CCD413B6271}" srcOrd="0" destOrd="0" presId="urn:microsoft.com/office/officeart/2005/8/layout/bProcess4"/>
    <dgm:cxn modelId="{3C32D7C5-8874-4D59-B98F-C4CC8FEF39DE}" srcId="{3A1DEBEC-8A5B-4E75-AAC4-2F215521DCEC}" destId="{A1AE8F00-2B7A-4695-A641-67EAB03DF217}" srcOrd="14" destOrd="0" parTransId="{B081CF77-427E-4B19-8B87-62F59D516A64}" sibTransId="{D9DA62F3-C392-4C33-8312-C0E3B7D25C8E}"/>
    <dgm:cxn modelId="{A9BBBAD1-FCE5-441C-86C0-CBA36312D281}" type="presOf" srcId="{AFCBDB23-6AB5-48D4-9F5A-93B93D7E4BE0}" destId="{1F3812C6-A517-4273-BCCB-7B2756B66DBF}" srcOrd="0" destOrd="0" presId="urn:microsoft.com/office/officeart/2005/8/layout/bProcess4"/>
    <dgm:cxn modelId="{C16F6AD5-20C3-4931-AAC1-8B6C05EA5166}" srcId="{3A1DEBEC-8A5B-4E75-AAC4-2F215521DCEC}" destId="{1F8267C0-2F3C-46A4-BB71-325F0F89F42A}" srcOrd="6" destOrd="0" parTransId="{1579CF0C-E008-49D5-B07B-E4F92404F7E2}" sibTransId="{22579547-5C57-477C-8F4D-C979165B0CE9}"/>
    <dgm:cxn modelId="{6064D0DA-8B9B-4307-979D-4C3693A7A953}" type="presOf" srcId="{FB89481F-0EBF-4AE6-8169-DFC4ACC51A75}" destId="{6EB03421-89B0-415A-BD17-035321FDDC37}" srcOrd="0" destOrd="0" presId="urn:microsoft.com/office/officeart/2005/8/layout/bProcess4"/>
    <dgm:cxn modelId="{E18F84DB-D3A3-43AA-9B35-9B5D9C0008C5}" type="presOf" srcId="{34A1A972-75D9-4940-84DF-FEB3DE4D6FBD}" destId="{0A3A3E5E-1DBA-4567-A55E-9DA1331C4E1C}" srcOrd="0" destOrd="0" presId="urn:microsoft.com/office/officeart/2005/8/layout/bProcess4"/>
    <dgm:cxn modelId="{5E0E9FDD-7DE6-444E-9974-5E630C33978A}" srcId="{A41424F6-A2A5-4687-AAFA-12C35F48C556}" destId="{5E9FD70A-9DFD-4640-A619-F35F1CE7691B}" srcOrd="2" destOrd="0" parTransId="{BA6167BE-4508-4A79-B802-52360E15156E}" sibTransId="{1F5F58BE-E6C1-46A3-B5AF-B5B4D167C7B9}"/>
    <dgm:cxn modelId="{A41D60E0-9E40-4FBF-9B99-8316BC4EAEF1}" type="presOf" srcId="{E0544A6D-06CB-4925-A9D5-7A202439820B}" destId="{EE06ACD7-1AE3-428B-995B-D263BC750917}" srcOrd="0" destOrd="0" presId="urn:microsoft.com/office/officeart/2005/8/layout/bProcess4"/>
    <dgm:cxn modelId="{7C776EEA-0AC7-41B2-8A4C-EA7B2384A5D0}" type="presOf" srcId="{E9AF9148-5EE0-45F5-AE95-7CED0B5751FD}" destId="{BBD37B2A-6334-44E7-BAE6-A776A74F4895}" srcOrd="0" destOrd="0" presId="urn:microsoft.com/office/officeart/2005/8/layout/bProcess4"/>
    <dgm:cxn modelId="{0E7CF3F7-CB99-440A-8B66-008134C04779}" srcId="{A41424F6-A2A5-4687-AAFA-12C35F48C556}" destId="{1C1E8F5F-29E6-407C-B8B9-4D57BC52CD83}" srcOrd="0" destOrd="0" parTransId="{C6B59B86-A7A5-4DAC-92FC-FAE1CF268463}" sibTransId="{F4BE496F-C936-4EF6-8849-4122558FD668}"/>
    <dgm:cxn modelId="{71CBADFF-CB2B-474A-A026-00E267B120DE}" srcId="{3A1DEBEC-8A5B-4E75-AAC4-2F215521DCEC}" destId="{97ADA258-098D-47AB-BB6A-79EF91E48942}" srcOrd="11" destOrd="0" parTransId="{AD7F5209-3B3D-4959-B6E2-332EC51A356E}" sibTransId="{993A3718-6479-403A-A1EE-8D88D297D303}"/>
    <dgm:cxn modelId="{6EDC2E86-1C4F-4C63-AE39-15EFBADC8A6E}" type="presParOf" srcId="{8CFCCD75-FC97-4D1E-A196-B1B4D20623F2}" destId="{68332396-E6D2-4C01-AFF8-FADC72249A4C}" srcOrd="0" destOrd="0" presId="urn:microsoft.com/office/officeart/2005/8/layout/bProcess4"/>
    <dgm:cxn modelId="{9F2E8A47-8B94-442F-A7B3-B56CBD78FD01}" type="presParOf" srcId="{68332396-E6D2-4C01-AFF8-FADC72249A4C}" destId="{FCDB124C-A707-49BC-A9CB-C3A3F89B5173}" srcOrd="0" destOrd="0" presId="urn:microsoft.com/office/officeart/2005/8/layout/bProcess4"/>
    <dgm:cxn modelId="{9F6C594F-61D3-4411-AA63-D468D793AB3E}" type="presParOf" srcId="{68332396-E6D2-4C01-AFF8-FADC72249A4C}" destId="{307D5FBF-7F1A-43A4-BC0E-4152FFCB7E07}" srcOrd="1" destOrd="0" presId="urn:microsoft.com/office/officeart/2005/8/layout/bProcess4"/>
    <dgm:cxn modelId="{0F8E1DAF-E89D-45C8-9426-6F23C9E41FF2}" type="presParOf" srcId="{8CFCCD75-FC97-4D1E-A196-B1B4D20623F2}" destId="{3CA9AAED-562B-47E5-90F9-B743784B3F54}" srcOrd="1" destOrd="0" presId="urn:microsoft.com/office/officeart/2005/8/layout/bProcess4"/>
    <dgm:cxn modelId="{A74124DF-D876-4757-9904-3C1DFC7A10AD}" type="presParOf" srcId="{8CFCCD75-FC97-4D1E-A196-B1B4D20623F2}" destId="{958F54A2-74CA-47F2-86D7-E5F850A909BB}" srcOrd="2" destOrd="0" presId="urn:microsoft.com/office/officeart/2005/8/layout/bProcess4"/>
    <dgm:cxn modelId="{2936F570-779E-4925-9B5F-EFA48D3B8C68}" type="presParOf" srcId="{958F54A2-74CA-47F2-86D7-E5F850A909BB}" destId="{70919DF4-7799-4CEA-A987-E738AF5EC615}" srcOrd="0" destOrd="0" presId="urn:microsoft.com/office/officeart/2005/8/layout/bProcess4"/>
    <dgm:cxn modelId="{AA87A13F-E43D-44E1-B902-3E520BCC3297}" type="presParOf" srcId="{958F54A2-74CA-47F2-86D7-E5F850A909BB}" destId="{7A7F8E6F-872D-4E98-95DA-9C74B4F08490}" srcOrd="1" destOrd="0" presId="urn:microsoft.com/office/officeart/2005/8/layout/bProcess4"/>
    <dgm:cxn modelId="{25C2F508-92BD-48DC-8BA1-D7EA28057C26}" type="presParOf" srcId="{8CFCCD75-FC97-4D1E-A196-B1B4D20623F2}" destId="{1BAF3BC6-BC1B-4982-99F6-0CC3C79D6963}" srcOrd="3" destOrd="0" presId="urn:microsoft.com/office/officeart/2005/8/layout/bProcess4"/>
    <dgm:cxn modelId="{FEAD8BD8-EB9A-4A1C-9505-904BA187F273}" type="presParOf" srcId="{8CFCCD75-FC97-4D1E-A196-B1B4D20623F2}" destId="{A542E5D6-14BA-4875-B8CD-19D9E95AF26D}" srcOrd="4" destOrd="0" presId="urn:microsoft.com/office/officeart/2005/8/layout/bProcess4"/>
    <dgm:cxn modelId="{768FA305-A900-4F5F-9C04-DEDE0C6F82A2}" type="presParOf" srcId="{A542E5D6-14BA-4875-B8CD-19D9E95AF26D}" destId="{5F60A27B-C010-4582-82D7-56FCD8200567}" srcOrd="0" destOrd="0" presId="urn:microsoft.com/office/officeart/2005/8/layout/bProcess4"/>
    <dgm:cxn modelId="{574D52C3-3D4A-4FDB-A7A0-090E1B653886}" type="presParOf" srcId="{A542E5D6-14BA-4875-B8CD-19D9E95AF26D}" destId="{78BA1AC0-82AB-4898-B768-8A81892F89C6}" srcOrd="1" destOrd="0" presId="urn:microsoft.com/office/officeart/2005/8/layout/bProcess4"/>
    <dgm:cxn modelId="{97E9B50E-318D-4408-A892-6F1B0990B63E}" type="presParOf" srcId="{8CFCCD75-FC97-4D1E-A196-B1B4D20623F2}" destId="{7D517E8B-723B-4981-83EB-1CCD413B6271}" srcOrd="5" destOrd="0" presId="urn:microsoft.com/office/officeart/2005/8/layout/bProcess4"/>
    <dgm:cxn modelId="{60415497-9FBC-455A-984D-CEDBFCAEF6CE}" type="presParOf" srcId="{8CFCCD75-FC97-4D1E-A196-B1B4D20623F2}" destId="{EABB5148-0A21-4EAD-8728-ADF2579A2540}" srcOrd="6" destOrd="0" presId="urn:microsoft.com/office/officeart/2005/8/layout/bProcess4"/>
    <dgm:cxn modelId="{5C045D8E-302E-48BF-9B8B-C3DE7A0DB555}" type="presParOf" srcId="{EABB5148-0A21-4EAD-8728-ADF2579A2540}" destId="{2905C88F-9280-4615-B369-EB70F2856234}" srcOrd="0" destOrd="0" presId="urn:microsoft.com/office/officeart/2005/8/layout/bProcess4"/>
    <dgm:cxn modelId="{F3E1652F-1574-4C7C-8AD4-26B169639CA2}" type="presParOf" srcId="{EABB5148-0A21-4EAD-8728-ADF2579A2540}" destId="{561C702C-F3B1-484A-B9AD-655E544DE0AA}" srcOrd="1" destOrd="0" presId="urn:microsoft.com/office/officeart/2005/8/layout/bProcess4"/>
    <dgm:cxn modelId="{30AB701E-601D-4FC4-AB5D-E2BD7FC98C68}" type="presParOf" srcId="{8CFCCD75-FC97-4D1E-A196-B1B4D20623F2}" destId="{EE06ACD7-1AE3-428B-995B-D263BC750917}" srcOrd="7" destOrd="0" presId="urn:microsoft.com/office/officeart/2005/8/layout/bProcess4"/>
    <dgm:cxn modelId="{AE838D8C-19CE-4920-B7AE-0386BFE2241A}" type="presParOf" srcId="{8CFCCD75-FC97-4D1E-A196-B1B4D20623F2}" destId="{C2EDD3C4-8F24-4FA6-91E9-F09A4FDA6541}" srcOrd="8" destOrd="0" presId="urn:microsoft.com/office/officeart/2005/8/layout/bProcess4"/>
    <dgm:cxn modelId="{D99D72C8-1E0F-495B-997D-B88261BF0C50}" type="presParOf" srcId="{C2EDD3C4-8F24-4FA6-91E9-F09A4FDA6541}" destId="{E5884259-05D1-45E9-A31D-F350C10D791E}" srcOrd="0" destOrd="0" presId="urn:microsoft.com/office/officeart/2005/8/layout/bProcess4"/>
    <dgm:cxn modelId="{CC639FE7-7AD4-4AA1-88DA-BBF40BE2F000}" type="presParOf" srcId="{C2EDD3C4-8F24-4FA6-91E9-F09A4FDA6541}" destId="{FE420F4E-D19B-4690-99F1-2AD045C9CA06}" srcOrd="1" destOrd="0" presId="urn:microsoft.com/office/officeart/2005/8/layout/bProcess4"/>
    <dgm:cxn modelId="{386CAC53-4595-452A-8B0A-7D2D4245BE7F}" type="presParOf" srcId="{8CFCCD75-FC97-4D1E-A196-B1B4D20623F2}" destId="{761A5FE3-FAC9-4BF8-AE92-74255995D916}" srcOrd="9" destOrd="0" presId="urn:microsoft.com/office/officeart/2005/8/layout/bProcess4"/>
    <dgm:cxn modelId="{FD54B540-A979-4105-A46B-63A0F8F8C136}" type="presParOf" srcId="{8CFCCD75-FC97-4D1E-A196-B1B4D20623F2}" destId="{BC989B8D-22F5-450F-905E-FCDC6B262A32}" srcOrd="10" destOrd="0" presId="urn:microsoft.com/office/officeart/2005/8/layout/bProcess4"/>
    <dgm:cxn modelId="{7BBF6A32-08DD-44C5-9058-01FE0C940E00}" type="presParOf" srcId="{BC989B8D-22F5-450F-905E-FCDC6B262A32}" destId="{357FED61-D9F4-47A3-B554-F26FBA1938FB}" srcOrd="0" destOrd="0" presId="urn:microsoft.com/office/officeart/2005/8/layout/bProcess4"/>
    <dgm:cxn modelId="{C2EC14DD-807D-4933-92C2-724AAEAC0BD2}" type="presParOf" srcId="{BC989B8D-22F5-450F-905E-FCDC6B262A32}" destId="{69665B99-EDC2-45A9-95F5-6D0D38BEAB59}" srcOrd="1" destOrd="0" presId="urn:microsoft.com/office/officeart/2005/8/layout/bProcess4"/>
    <dgm:cxn modelId="{CE169D34-5CCD-4D34-8271-51E9B4152002}" type="presParOf" srcId="{8CFCCD75-FC97-4D1E-A196-B1B4D20623F2}" destId="{74DCDB7A-291C-4D4E-8DFA-E95E94C5B836}" srcOrd="11" destOrd="0" presId="urn:microsoft.com/office/officeart/2005/8/layout/bProcess4"/>
    <dgm:cxn modelId="{53013F8B-FFAC-4AE9-A1BD-5673AA6C84CE}" type="presParOf" srcId="{8CFCCD75-FC97-4D1E-A196-B1B4D20623F2}" destId="{8CA81AB5-A639-404C-826E-368DEC81E70F}" srcOrd="12" destOrd="0" presId="urn:microsoft.com/office/officeart/2005/8/layout/bProcess4"/>
    <dgm:cxn modelId="{320AB2CB-4A2A-43C7-A37F-56212B411AE0}" type="presParOf" srcId="{8CA81AB5-A639-404C-826E-368DEC81E70F}" destId="{30949892-A478-4BD4-A2A1-6A868963E764}" srcOrd="0" destOrd="0" presId="urn:microsoft.com/office/officeart/2005/8/layout/bProcess4"/>
    <dgm:cxn modelId="{31820F2C-A685-4660-859D-67FA9D39DD18}" type="presParOf" srcId="{8CA81AB5-A639-404C-826E-368DEC81E70F}" destId="{07142BAB-9B1C-42D1-B6AD-6A46FCE8EAE3}" srcOrd="1" destOrd="0" presId="urn:microsoft.com/office/officeart/2005/8/layout/bProcess4"/>
    <dgm:cxn modelId="{27903667-C5C4-427A-8666-4F8172ED32E6}" type="presParOf" srcId="{8CFCCD75-FC97-4D1E-A196-B1B4D20623F2}" destId="{78338EEE-6177-486E-A05E-BC6A3C3F35FF}" srcOrd="13" destOrd="0" presId="urn:microsoft.com/office/officeart/2005/8/layout/bProcess4"/>
    <dgm:cxn modelId="{A2C08BA9-4D0A-4F6E-BBAA-2770C3719EE2}" type="presParOf" srcId="{8CFCCD75-FC97-4D1E-A196-B1B4D20623F2}" destId="{815D3AE9-CDB7-4CD0-8AAE-D36DEC538B23}" srcOrd="14" destOrd="0" presId="urn:microsoft.com/office/officeart/2005/8/layout/bProcess4"/>
    <dgm:cxn modelId="{BEFD07BD-2205-48B2-93A5-D5BDDB255B15}" type="presParOf" srcId="{815D3AE9-CDB7-4CD0-8AAE-D36DEC538B23}" destId="{BAF472A3-C984-46D0-9AB9-F8872D4BD30F}" srcOrd="0" destOrd="0" presId="urn:microsoft.com/office/officeart/2005/8/layout/bProcess4"/>
    <dgm:cxn modelId="{E85E4799-4F45-4EAF-8C94-D2B36016CF0F}" type="presParOf" srcId="{815D3AE9-CDB7-4CD0-8AAE-D36DEC538B23}" destId="{6EB03421-89B0-415A-BD17-035321FDDC37}" srcOrd="1" destOrd="0" presId="urn:microsoft.com/office/officeart/2005/8/layout/bProcess4"/>
    <dgm:cxn modelId="{D6BD507A-B3C2-4A51-8A56-8B515C2497F9}" type="presParOf" srcId="{8CFCCD75-FC97-4D1E-A196-B1B4D20623F2}" destId="{C998C6A8-EEEE-41F0-BDF6-5CF858413FFD}" srcOrd="15" destOrd="0" presId="urn:microsoft.com/office/officeart/2005/8/layout/bProcess4"/>
    <dgm:cxn modelId="{6B6164AD-4FBB-48EB-BFDB-09C79A898BE9}" type="presParOf" srcId="{8CFCCD75-FC97-4D1E-A196-B1B4D20623F2}" destId="{54700F77-8018-4068-9E3C-4E107698F8D9}" srcOrd="16" destOrd="0" presId="urn:microsoft.com/office/officeart/2005/8/layout/bProcess4"/>
    <dgm:cxn modelId="{794D9257-5A7E-4F7E-A9F9-C67965B6390B}" type="presParOf" srcId="{54700F77-8018-4068-9E3C-4E107698F8D9}" destId="{6884BC66-C002-41DD-B125-E09FB07900FA}" srcOrd="0" destOrd="0" presId="urn:microsoft.com/office/officeart/2005/8/layout/bProcess4"/>
    <dgm:cxn modelId="{1D0E88B2-4FD9-4B19-8BAB-A4BC92B9EBD3}" type="presParOf" srcId="{54700F77-8018-4068-9E3C-4E107698F8D9}" destId="{9B2BDDD0-9705-41AE-930B-603D6E8393EE}" srcOrd="1" destOrd="0" presId="urn:microsoft.com/office/officeart/2005/8/layout/bProcess4"/>
    <dgm:cxn modelId="{E12E7E55-E5CD-4E34-8234-CF9547FE323E}" type="presParOf" srcId="{8CFCCD75-FC97-4D1E-A196-B1B4D20623F2}" destId="{1F3812C6-A517-4273-BCCB-7B2756B66DBF}" srcOrd="17" destOrd="0" presId="urn:microsoft.com/office/officeart/2005/8/layout/bProcess4"/>
    <dgm:cxn modelId="{1D718189-A450-4C5F-B426-731C59FAE006}" type="presParOf" srcId="{8CFCCD75-FC97-4D1E-A196-B1B4D20623F2}" destId="{9D335E6F-D01A-4B24-A10B-B72837A27D47}" srcOrd="18" destOrd="0" presId="urn:microsoft.com/office/officeart/2005/8/layout/bProcess4"/>
    <dgm:cxn modelId="{48818804-8A87-422D-9A0B-6CA1A40AA045}" type="presParOf" srcId="{9D335E6F-D01A-4B24-A10B-B72837A27D47}" destId="{242BDADE-2B07-49E5-9E62-5AAEC415F7DA}" srcOrd="0" destOrd="0" presId="urn:microsoft.com/office/officeart/2005/8/layout/bProcess4"/>
    <dgm:cxn modelId="{8C29151B-AC63-40B1-9A26-7BD44E184C61}" type="presParOf" srcId="{9D335E6F-D01A-4B24-A10B-B72837A27D47}" destId="{01D5E0C8-BAAA-472A-8422-82B0F8D5F4A1}" srcOrd="1" destOrd="0" presId="urn:microsoft.com/office/officeart/2005/8/layout/bProcess4"/>
    <dgm:cxn modelId="{9BF57425-7926-48C2-A44F-8C1A9E0D4C11}" type="presParOf" srcId="{8CFCCD75-FC97-4D1E-A196-B1B4D20623F2}" destId="{D6DF5142-F2CC-4BB8-A0CF-0A62625AF012}" srcOrd="19" destOrd="0" presId="urn:microsoft.com/office/officeart/2005/8/layout/bProcess4"/>
    <dgm:cxn modelId="{DE07ED7E-46B1-4A5E-82CA-719612E77DC0}" type="presParOf" srcId="{8CFCCD75-FC97-4D1E-A196-B1B4D20623F2}" destId="{30612720-1C4C-4616-826A-049E783D4C43}" srcOrd="20" destOrd="0" presId="urn:microsoft.com/office/officeart/2005/8/layout/bProcess4"/>
    <dgm:cxn modelId="{4ADC3B84-26EE-4C13-97ED-033AD3489A3A}" type="presParOf" srcId="{30612720-1C4C-4616-826A-049E783D4C43}" destId="{6F31D8D8-31EA-4A36-A237-9593730F23CB}" srcOrd="0" destOrd="0" presId="urn:microsoft.com/office/officeart/2005/8/layout/bProcess4"/>
    <dgm:cxn modelId="{03A5F7D4-B8E7-4292-8247-EBB645922CFD}" type="presParOf" srcId="{30612720-1C4C-4616-826A-049E783D4C43}" destId="{EA055B79-7130-41DD-A310-EF2AD4560DCE}" srcOrd="1" destOrd="0" presId="urn:microsoft.com/office/officeart/2005/8/layout/bProcess4"/>
    <dgm:cxn modelId="{098020E6-B707-4FFA-AEF8-4F03CF06C5AF}" type="presParOf" srcId="{8CFCCD75-FC97-4D1E-A196-B1B4D20623F2}" destId="{98B3A569-53DC-4C99-9A8F-2E9EFC7B35B7}" srcOrd="21" destOrd="0" presId="urn:microsoft.com/office/officeart/2005/8/layout/bProcess4"/>
    <dgm:cxn modelId="{F195993E-59EB-4969-AE48-2BAA8B6791C6}" type="presParOf" srcId="{8CFCCD75-FC97-4D1E-A196-B1B4D20623F2}" destId="{35DC00B6-B63B-4E47-8B5F-17A69E46D02C}" srcOrd="22" destOrd="0" presId="urn:microsoft.com/office/officeart/2005/8/layout/bProcess4"/>
    <dgm:cxn modelId="{7EA95E30-D9BF-43EA-971F-04B7DF15C9A3}" type="presParOf" srcId="{35DC00B6-B63B-4E47-8B5F-17A69E46D02C}" destId="{E31C122B-3FA0-4EE9-A944-21F2EC251C15}" srcOrd="0" destOrd="0" presId="urn:microsoft.com/office/officeart/2005/8/layout/bProcess4"/>
    <dgm:cxn modelId="{0E118F5D-19E1-4AE2-BFAF-0CB986F3EBAF}" type="presParOf" srcId="{35DC00B6-B63B-4E47-8B5F-17A69E46D02C}" destId="{AFA9FA87-CD16-4D6E-8E6B-29D3713D46D2}" srcOrd="1" destOrd="0" presId="urn:microsoft.com/office/officeart/2005/8/layout/bProcess4"/>
    <dgm:cxn modelId="{45530F90-712C-4917-BBB6-9CB1B88C92F8}" type="presParOf" srcId="{8CFCCD75-FC97-4D1E-A196-B1B4D20623F2}" destId="{CB55517D-2828-4600-A9FA-DE0BAE52F618}" srcOrd="23" destOrd="0" presId="urn:microsoft.com/office/officeart/2005/8/layout/bProcess4"/>
    <dgm:cxn modelId="{125EBB40-7506-4175-994D-0C26750699D3}" type="presParOf" srcId="{8CFCCD75-FC97-4D1E-A196-B1B4D20623F2}" destId="{8610E1E3-93C2-49F5-A43C-5F44AD33A2FA}" srcOrd="24" destOrd="0" presId="urn:microsoft.com/office/officeart/2005/8/layout/bProcess4"/>
    <dgm:cxn modelId="{623815F0-D6F6-4AE4-A85B-DBFB26B2091F}" type="presParOf" srcId="{8610E1E3-93C2-49F5-A43C-5F44AD33A2FA}" destId="{2C5A70CE-D46C-4B0E-BBB8-AD4DD9737562}" srcOrd="0" destOrd="0" presId="urn:microsoft.com/office/officeart/2005/8/layout/bProcess4"/>
    <dgm:cxn modelId="{7C6AAE17-AE2B-47D2-AC7B-2F9249621CB3}" type="presParOf" srcId="{8610E1E3-93C2-49F5-A43C-5F44AD33A2FA}" destId="{1E878358-C587-41D6-8804-093B8D5B41D2}" srcOrd="1" destOrd="0" presId="urn:microsoft.com/office/officeart/2005/8/layout/bProcess4"/>
    <dgm:cxn modelId="{BB9BFDC4-B553-4973-9A05-ACD13B40392A}" type="presParOf" srcId="{8CFCCD75-FC97-4D1E-A196-B1B4D20623F2}" destId="{9127B2D1-D2E1-4620-A70A-9E4730AF1136}" srcOrd="25" destOrd="0" presId="urn:microsoft.com/office/officeart/2005/8/layout/bProcess4"/>
    <dgm:cxn modelId="{A767FF6B-BC6C-4C62-8C88-B8F0BFB0AD51}" type="presParOf" srcId="{8CFCCD75-FC97-4D1E-A196-B1B4D20623F2}" destId="{32C9FE70-7166-415E-A61E-089F44082AE2}" srcOrd="26" destOrd="0" presId="urn:microsoft.com/office/officeart/2005/8/layout/bProcess4"/>
    <dgm:cxn modelId="{FE15BE94-1326-4C93-BFEA-16BCAF904F1A}" type="presParOf" srcId="{32C9FE70-7166-415E-A61E-089F44082AE2}" destId="{AAD998C1-C133-437C-95AB-F325FFB5F2F1}" srcOrd="0" destOrd="0" presId="urn:microsoft.com/office/officeart/2005/8/layout/bProcess4"/>
    <dgm:cxn modelId="{2C9A1865-1C26-4AED-9A3D-BB832446780C}" type="presParOf" srcId="{32C9FE70-7166-415E-A61E-089F44082AE2}" destId="{BBD37B2A-6334-44E7-BAE6-A776A74F4895}" srcOrd="1" destOrd="0" presId="urn:microsoft.com/office/officeart/2005/8/layout/bProcess4"/>
    <dgm:cxn modelId="{C5586250-9571-47B1-A8B0-1CE0A4D742B7}" type="presParOf" srcId="{8CFCCD75-FC97-4D1E-A196-B1B4D20623F2}" destId="{E6FA5104-0F7C-4CE0-8931-0B953F2C6CBC}" srcOrd="27" destOrd="0" presId="urn:microsoft.com/office/officeart/2005/8/layout/bProcess4"/>
    <dgm:cxn modelId="{727F6C6F-17D9-42CF-B515-869DE253C191}" type="presParOf" srcId="{8CFCCD75-FC97-4D1E-A196-B1B4D20623F2}" destId="{7BAD34B9-B2F4-47ED-8ECF-7745FD8F53F7}" srcOrd="28" destOrd="0" presId="urn:microsoft.com/office/officeart/2005/8/layout/bProcess4"/>
    <dgm:cxn modelId="{397CF3AA-6FA0-4A4B-9929-EFFB6E19DDD0}" type="presParOf" srcId="{7BAD34B9-B2F4-47ED-8ECF-7745FD8F53F7}" destId="{D4BEB7CF-B03B-42EA-88B9-9C9ED5F7F455}" srcOrd="0" destOrd="0" presId="urn:microsoft.com/office/officeart/2005/8/layout/bProcess4"/>
    <dgm:cxn modelId="{6FDCB123-BE1A-491B-A1E9-3E074F5FB715}" type="presParOf" srcId="{7BAD34B9-B2F4-47ED-8ECF-7745FD8F53F7}" destId="{15E593C9-C65F-4A8C-906D-D0E9DF3B6F62}" srcOrd="1" destOrd="0" presId="urn:microsoft.com/office/officeart/2005/8/layout/bProcess4"/>
    <dgm:cxn modelId="{02871F00-0480-4E60-9EC7-3EEA15A805F2}" type="presParOf" srcId="{8CFCCD75-FC97-4D1E-A196-B1B4D20623F2}" destId="{82F7E4E2-B9B9-4BB9-B830-312EF2FB992B}" srcOrd="29" destOrd="0" presId="urn:microsoft.com/office/officeart/2005/8/layout/bProcess4"/>
    <dgm:cxn modelId="{E7FDA9EA-4654-4E04-AC97-C16BC7E04153}" type="presParOf" srcId="{8CFCCD75-FC97-4D1E-A196-B1B4D20623F2}" destId="{B25C0D18-DB53-40A9-ADD8-C6C8E87617DD}" srcOrd="30" destOrd="0" presId="urn:microsoft.com/office/officeart/2005/8/layout/bProcess4"/>
    <dgm:cxn modelId="{B18EF8F9-0409-4FA7-A3D0-4FFDD8D9F9FE}" type="presParOf" srcId="{B25C0D18-DB53-40A9-ADD8-C6C8E87617DD}" destId="{34D1B339-8F7A-4D4E-A278-474B8CC694B8}" srcOrd="0" destOrd="0" presId="urn:microsoft.com/office/officeart/2005/8/layout/bProcess4"/>
    <dgm:cxn modelId="{DD06C2B2-2B69-43BD-BE6E-CEA6346F1009}" type="presParOf" srcId="{B25C0D18-DB53-40A9-ADD8-C6C8E87617DD}" destId="{0A3A3E5E-1DBA-4567-A55E-9DA1331C4E1C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87378F4-856E-4D9A-969A-4D42E5ACAF9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BD9DFF7-C12F-4CF1-82F4-032273CB4861}">
      <dgm:prSet/>
      <dgm:spPr/>
      <dgm:t>
        <a:bodyPr/>
        <a:lstStyle/>
        <a:p>
          <a:r>
            <a:rPr lang="en-US" b="1" dirty="0"/>
            <a:t>What is RAG? </a:t>
          </a:r>
        </a:p>
        <a:p>
          <a:r>
            <a:rPr lang="en-US" dirty="0"/>
            <a:t>Retrieval-Augmented Generation</a:t>
          </a:r>
        </a:p>
      </dgm:t>
    </dgm:pt>
    <dgm:pt modelId="{432B8D64-DCE7-4646-831C-DFB6468DB3A7}" type="parTrans" cxnId="{545F2222-1681-4B38-BDFC-7894C3E6A13E}">
      <dgm:prSet/>
      <dgm:spPr/>
      <dgm:t>
        <a:bodyPr/>
        <a:lstStyle/>
        <a:p>
          <a:endParaRPr lang="en-US"/>
        </a:p>
      </dgm:t>
    </dgm:pt>
    <dgm:pt modelId="{B0D03D27-80B3-4D24-9F07-3E658327AC60}" type="sibTrans" cxnId="{545F2222-1681-4B38-BDFC-7894C3E6A13E}">
      <dgm:prSet/>
      <dgm:spPr/>
      <dgm:t>
        <a:bodyPr/>
        <a:lstStyle/>
        <a:p>
          <a:endParaRPr lang="en-US"/>
        </a:p>
      </dgm:t>
    </dgm:pt>
    <dgm:pt modelId="{BAEBFE04-A0F7-4B72-9817-F6804C76B209}">
      <dgm:prSet/>
      <dgm:spPr/>
      <dgm:t>
        <a:bodyPr/>
        <a:lstStyle/>
        <a:p>
          <a:r>
            <a:rPr lang="en-US" dirty="0"/>
            <a:t>RAG enhances LLM performance by allowing the model to </a:t>
          </a:r>
          <a:r>
            <a:rPr lang="en-US" b="1" dirty="0"/>
            <a:t>retrieve relevant information from external data sources</a:t>
          </a:r>
          <a:r>
            <a:rPr lang="en-US" dirty="0"/>
            <a:t> before generating a response.</a:t>
          </a:r>
        </a:p>
      </dgm:t>
    </dgm:pt>
    <dgm:pt modelId="{59B76CC3-B8B9-4BE8-98CE-787FF69EFF55}" type="parTrans" cxnId="{36F7AF81-93C9-4289-B48C-AED0382D79B0}">
      <dgm:prSet/>
      <dgm:spPr/>
      <dgm:t>
        <a:bodyPr/>
        <a:lstStyle/>
        <a:p>
          <a:endParaRPr lang="en-US"/>
        </a:p>
      </dgm:t>
    </dgm:pt>
    <dgm:pt modelId="{2CBB3532-9F65-4135-8EFB-A23AC775C3DE}" type="sibTrans" cxnId="{36F7AF81-93C9-4289-B48C-AED0382D79B0}">
      <dgm:prSet/>
      <dgm:spPr/>
      <dgm:t>
        <a:bodyPr/>
        <a:lstStyle/>
        <a:p>
          <a:endParaRPr lang="en-US"/>
        </a:p>
      </dgm:t>
    </dgm:pt>
    <dgm:pt modelId="{3631A421-27B3-467C-B2B4-3617D4FB4931}">
      <dgm:prSet/>
      <dgm:spPr/>
      <dgm:t>
        <a:bodyPr/>
        <a:lstStyle/>
        <a:p>
          <a:r>
            <a:rPr lang="en-US"/>
            <a:t>Why this is important:</a:t>
          </a:r>
        </a:p>
      </dgm:t>
    </dgm:pt>
    <dgm:pt modelId="{B4607E21-3C8B-41F4-B590-80337A018901}" type="parTrans" cxnId="{B07DFFA7-BFC9-417E-BA30-87C5C57CBE13}">
      <dgm:prSet/>
      <dgm:spPr/>
      <dgm:t>
        <a:bodyPr/>
        <a:lstStyle/>
        <a:p>
          <a:endParaRPr lang="en-US"/>
        </a:p>
      </dgm:t>
    </dgm:pt>
    <dgm:pt modelId="{A89E81C1-9F8A-4E13-8F31-DC69CDC02C57}" type="sibTrans" cxnId="{B07DFFA7-BFC9-417E-BA30-87C5C57CBE13}">
      <dgm:prSet/>
      <dgm:spPr/>
      <dgm:t>
        <a:bodyPr/>
        <a:lstStyle/>
        <a:p>
          <a:endParaRPr lang="en-US"/>
        </a:p>
      </dgm:t>
    </dgm:pt>
    <dgm:pt modelId="{698C181D-9A79-4766-8CDC-937D30753C89}">
      <dgm:prSet/>
      <dgm:spPr/>
      <dgm:t>
        <a:bodyPr/>
        <a:lstStyle/>
        <a:p>
          <a:r>
            <a:rPr lang="en-US"/>
            <a:t>Pre-trained LLMs perform well on </a:t>
          </a:r>
          <a:r>
            <a:rPr lang="en-US" b="1"/>
            <a:t>general knowledge tasks</a:t>
          </a:r>
          <a:endParaRPr lang="en-US"/>
        </a:p>
      </dgm:t>
    </dgm:pt>
    <dgm:pt modelId="{1F8AE707-A694-4148-A2A1-C30569E7BAE7}" type="parTrans" cxnId="{B2E0A860-8B9E-4656-8F7B-45ACEA8FD554}">
      <dgm:prSet/>
      <dgm:spPr/>
      <dgm:t>
        <a:bodyPr/>
        <a:lstStyle/>
        <a:p>
          <a:endParaRPr lang="en-US"/>
        </a:p>
      </dgm:t>
    </dgm:pt>
    <dgm:pt modelId="{9209AE3F-12CD-40C5-90A2-0FBF025E83DE}" type="sibTrans" cxnId="{B2E0A860-8B9E-4656-8F7B-45ACEA8FD554}">
      <dgm:prSet/>
      <dgm:spPr/>
      <dgm:t>
        <a:bodyPr/>
        <a:lstStyle/>
        <a:p>
          <a:endParaRPr lang="en-US"/>
        </a:p>
      </dgm:t>
    </dgm:pt>
    <dgm:pt modelId="{2C8C7FBB-C2BD-4762-A5D8-0F5D745ED962}">
      <dgm:prSet/>
      <dgm:spPr/>
      <dgm:t>
        <a:bodyPr/>
        <a:lstStyle/>
        <a:p>
          <a:r>
            <a:rPr lang="en-US"/>
            <a:t>However, they may struggle with </a:t>
          </a:r>
          <a:r>
            <a:rPr lang="en-US" b="1"/>
            <a:t>specialized or domain-specific information</a:t>
          </a:r>
          <a:endParaRPr lang="en-US"/>
        </a:p>
      </dgm:t>
    </dgm:pt>
    <dgm:pt modelId="{52F74A7B-4354-4CA3-925E-9C84BE2805C0}" type="parTrans" cxnId="{9752CF8A-E253-4ED2-A0B2-CD4BC573BF35}">
      <dgm:prSet/>
      <dgm:spPr/>
      <dgm:t>
        <a:bodyPr/>
        <a:lstStyle/>
        <a:p>
          <a:endParaRPr lang="en-US"/>
        </a:p>
      </dgm:t>
    </dgm:pt>
    <dgm:pt modelId="{19FBB089-CBE6-4399-9002-08C7856EF104}" type="sibTrans" cxnId="{9752CF8A-E253-4ED2-A0B2-CD4BC573BF35}">
      <dgm:prSet/>
      <dgm:spPr/>
      <dgm:t>
        <a:bodyPr/>
        <a:lstStyle/>
        <a:p>
          <a:endParaRPr lang="en-US"/>
        </a:p>
      </dgm:t>
    </dgm:pt>
    <dgm:pt modelId="{B1A7C694-0842-439F-98F8-304A6FFD45B2}">
      <dgm:prSet/>
      <dgm:spPr/>
      <dgm:t>
        <a:bodyPr/>
        <a:lstStyle/>
        <a:p>
          <a:r>
            <a:rPr lang="en-US"/>
            <a:t>Adding </a:t>
          </a:r>
          <a:r>
            <a:rPr lang="en-US" b="1"/>
            <a:t>external knowledge sources</a:t>
          </a:r>
          <a:r>
            <a:rPr lang="en-US"/>
            <a:t> helps the model provide </a:t>
          </a:r>
          <a:r>
            <a:rPr lang="en-US" b="1"/>
            <a:t>more reliable and accurate answers</a:t>
          </a:r>
          <a:r>
            <a:rPr lang="en-US"/>
            <a:t>.</a:t>
          </a:r>
        </a:p>
      </dgm:t>
    </dgm:pt>
    <dgm:pt modelId="{A1F94AC2-E02B-4DF4-96E5-3B01AC8B4171}" type="parTrans" cxnId="{BEFA8A5B-DD18-4B5D-A877-0BD9265B4B8F}">
      <dgm:prSet/>
      <dgm:spPr/>
      <dgm:t>
        <a:bodyPr/>
        <a:lstStyle/>
        <a:p>
          <a:endParaRPr lang="en-US"/>
        </a:p>
      </dgm:t>
    </dgm:pt>
    <dgm:pt modelId="{471B13CC-860C-45F5-9B33-23B66001114A}" type="sibTrans" cxnId="{BEFA8A5B-DD18-4B5D-A877-0BD9265B4B8F}">
      <dgm:prSet/>
      <dgm:spPr/>
      <dgm:t>
        <a:bodyPr/>
        <a:lstStyle/>
        <a:p>
          <a:endParaRPr lang="en-US"/>
        </a:p>
      </dgm:t>
    </dgm:pt>
    <dgm:pt modelId="{855D55EF-8DAF-4502-8DFC-EE9C05DA5FDE}">
      <dgm:prSet/>
      <dgm:spPr/>
      <dgm:t>
        <a:bodyPr/>
        <a:lstStyle/>
        <a:p>
          <a:r>
            <a:rPr lang="en-US" b="1"/>
            <a:t>Example Scenario</a:t>
          </a:r>
          <a:endParaRPr lang="en-US"/>
        </a:p>
      </dgm:t>
    </dgm:pt>
    <dgm:pt modelId="{1D78800F-2613-4B2C-A04C-8FF924CA26C3}" type="parTrans" cxnId="{13BCB756-3371-47BC-9514-9BD1B3853B6D}">
      <dgm:prSet/>
      <dgm:spPr/>
      <dgm:t>
        <a:bodyPr/>
        <a:lstStyle/>
        <a:p>
          <a:endParaRPr lang="en-US"/>
        </a:p>
      </dgm:t>
    </dgm:pt>
    <dgm:pt modelId="{9E91473F-07B1-4249-8AE7-59DC14E6B8DE}" type="sibTrans" cxnId="{13BCB756-3371-47BC-9514-9BD1B3853B6D}">
      <dgm:prSet/>
      <dgm:spPr/>
      <dgm:t>
        <a:bodyPr/>
        <a:lstStyle/>
        <a:p>
          <a:endParaRPr lang="en-US"/>
        </a:p>
      </dgm:t>
    </dgm:pt>
    <dgm:pt modelId="{DD80460D-4D9A-4587-8920-449B15EF6A85}">
      <dgm:prSet/>
      <dgm:spPr/>
      <dgm:t>
        <a:bodyPr/>
        <a:lstStyle/>
        <a:p>
          <a:r>
            <a:rPr lang="en-US"/>
            <a:t>Consider a chatbot that answers questions about a </a:t>
          </a:r>
          <a:r>
            <a:rPr lang="en-US" b="1"/>
            <a:t>company’s internal mobile policy</a:t>
          </a:r>
          <a:r>
            <a:rPr lang="en-US"/>
            <a:t>.</a:t>
          </a:r>
        </a:p>
      </dgm:t>
    </dgm:pt>
    <dgm:pt modelId="{A5FC74CA-BEB3-4BE9-BEE2-A012D5D4F456}" type="parTrans" cxnId="{050D09F2-97A1-4233-A7DA-3DE1E394A9EA}">
      <dgm:prSet/>
      <dgm:spPr/>
      <dgm:t>
        <a:bodyPr/>
        <a:lstStyle/>
        <a:p>
          <a:endParaRPr lang="en-US"/>
        </a:p>
      </dgm:t>
    </dgm:pt>
    <dgm:pt modelId="{60B54B8E-34D4-435F-A449-D73AE388D7F2}" type="sibTrans" cxnId="{050D09F2-97A1-4233-A7DA-3DE1E394A9EA}">
      <dgm:prSet/>
      <dgm:spPr/>
      <dgm:t>
        <a:bodyPr/>
        <a:lstStyle/>
        <a:p>
          <a:endParaRPr lang="en-US"/>
        </a:p>
      </dgm:t>
    </dgm:pt>
    <dgm:pt modelId="{DF4C74A0-D50B-4AE8-9EEF-B208FE3D2EBD}">
      <dgm:prSet/>
      <dgm:spPr/>
      <dgm:t>
        <a:bodyPr/>
        <a:lstStyle/>
        <a:p>
          <a:r>
            <a:rPr lang="en-US" dirty="0"/>
            <a:t>Company policies are </a:t>
          </a:r>
          <a:r>
            <a:rPr lang="en-US" b="1" dirty="0"/>
            <a:t>confidential and not publicly available</a:t>
          </a:r>
          <a:endParaRPr lang="en-US" dirty="0"/>
        </a:p>
      </dgm:t>
    </dgm:pt>
    <dgm:pt modelId="{1A515DAE-2A5C-4DD8-A11B-5FF4F63F58E3}" type="parTrans" cxnId="{F03AC5A1-046C-466A-BFB1-5E991EB831B4}">
      <dgm:prSet/>
      <dgm:spPr/>
      <dgm:t>
        <a:bodyPr/>
        <a:lstStyle/>
        <a:p>
          <a:endParaRPr lang="en-US"/>
        </a:p>
      </dgm:t>
    </dgm:pt>
    <dgm:pt modelId="{05F6060F-2287-4F7D-B61D-591335EA4680}" type="sibTrans" cxnId="{F03AC5A1-046C-466A-BFB1-5E991EB831B4}">
      <dgm:prSet/>
      <dgm:spPr/>
      <dgm:t>
        <a:bodyPr/>
        <a:lstStyle/>
        <a:p>
          <a:endParaRPr lang="en-US"/>
        </a:p>
      </dgm:t>
    </dgm:pt>
    <dgm:pt modelId="{1732D996-9A6F-4F48-B9D8-B7488B7F14D1}">
      <dgm:prSet/>
      <dgm:spPr/>
      <dgm:t>
        <a:bodyPr/>
        <a:lstStyle/>
        <a:p>
          <a:r>
            <a:rPr lang="en-US" dirty="0"/>
            <a:t>A general LLM may </a:t>
          </a:r>
          <a:r>
            <a:rPr lang="en-US" b="1" dirty="0"/>
            <a:t>not know this information</a:t>
          </a:r>
          <a:endParaRPr lang="en-US" dirty="0"/>
        </a:p>
      </dgm:t>
    </dgm:pt>
    <dgm:pt modelId="{736F80DE-FCC3-46F6-869A-85C46FCA4037}" type="parTrans" cxnId="{D0A445D3-A143-45BE-AF63-E65C7A46DBE0}">
      <dgm:prSet/>
      <dgm:spPr/>
      <dgm:t>
        <a:bodyPr/>
        <a:lstStyle/>
        <a:p>
          <a:endParaRPr lang="en-US"/>
        </a:p>
      </dgm:t>
    </dgm:pt>
    <dgm:pt modelId="{793333A6-FB3B-4EB1-83C5-FCF191232C53}" type="sibTrans" cxnId="{D0A445D3-A143-45BE-AF63-E65C7A46DBE0}">
      <dgm:prSet/>
      <dgm:spPr/>
      <dgm:t>
        <a:bodyPr/>
        <a:lstStyle/>
        <a:p>
          <a:endParaRPr lang="en-US"/>
        </a:p>
      </dgm:t>
    </dgm:pt>
    <dgm:pt modelId="{A5A1A84E-3380-44E3-886A-82292707C6B5}">
      <dgm:prSet/>
      <dgm:spPr/>
      <dgm:t>
        <a:bodyPr/>
        <a:lstStyle/>
        <a:p>
          <a:r>
            <a:rPr lang="en-US" dirty="0"/>
            <a:t>Using RAG, the chatbot can </a:t>
          </a:r>
          <a:r>
            <a:rPr lang="en-US" b="1" dirty="0"/>
            <a:t>retrieve information directly from the company’s internal documents</a:t>
          </a:r>
          <a:r>
            <a:rPr lang="en-US" dirty="0"/>
            <a:t> and generate an accurate response.</a:t>
          </a:r>
        </a:p>
      </dgm:t>
    </dgm:pt>
    <dgm:pt modelId="{5C0593ED-2799-4B73-9DFC-2F9E5A1354AE}" type="parTrans" cxnId="{E1ED4450-4CBA-4CB1-A20C-B2A188925BA0}">
      <dgm:prSet/>
      <dgm:spPr/>
      <dgm:t>
        <a:bodyPr/>
        <a:lstStyle/>
        <a:p>
          <a:endParaRPr lang="en-US"/>
        </a:p>
      </dgm:t>
    </dgm:pt>
    <dgm:pt modelId="{25D9EB56-D017-4BD8-9FBA-574D96697576}" type="sibTrans" cxnId="{E1ED4450-4CBA-4CB1-A20C-B2A188925BA0}">
      <dgm:prSet/>
      <dgm:spPr/>
      <dgm:t>
        <a:bodyPr/>
        <a:lstStyle/>
        <a:p>
          <a:endParaRPr lang="en-US"/>
        </a:p>
      </dgm:t>
    </dgm:pt>
    <dgm:pt modelId="{098772CC-F701-4D18-B915-D41B42AFFDEC}" type="pres">
      <dgm:prSet presAssocID="{487378F4-856E-4D9A-969A-4D42E5ACAF9C}" presName="Name0" presStyleCnt="0">
        <dgm:presLayoutVars>
          <dgm:dir/>
          <dgm:resizeHandles val="exact"/>
        </dgm:presLayoutVars>
      </dgm:prSet>
      <dgm:spPr/>
    </dgm:pt>
    <dgm:pt modelId="{3F34635F-9A01-429B-B3FE-905DB3EE87A2}" type="pres">
      <dgm:prSet presAssocID="{9BD9DFF7-C12F-4CF1-82F4-032273CB4861}" presName="node" presStyleLbl="node1" presStyleIdx="0" presStyleCnt="11">
        <dgm:presLayoutVars>
          <dgm:bulletEnabled val="1"/>
        </dgm:presLayoutVars>
      </dgm:prSet>
      <dgm:spPr/>
    </dgm:pt>
    <dgm:pt modelId="{78CDE9F2-8A8A-436E-9B12-DD3C7061FDCE}" type="pres">
      <dgm:prSet presAssocID="{B0D03D27-80B3-4D24-9F07-3E658327AC60}" presName="sibTrans" presStyleLbl="sibTrans1D1" presStyleIdx="0" presStyleCnt="10"/>
      <dgm:spPr/>
    </dgm:pt>
    <dgm:pt modelId="{875F72A1-4D9D-4269-8D8A-A3F1BF75A405}" type="pres">
      <dgm:prSet presAssocID="{B0D03D27-80B3-4D24-9F07-3E658327AC60}" presName="connectorText" presStyleLbl="sibTrans1D1" presStyleIdx="0" presStyleCnt="10"/>
      <dgm:spPr/>
    </dgm:pt>
    <dgm:pt modelId="{C882E47E-A108-436E-8013-C81312A39624}" type="pres">
      <dgm:prSet presAssocID="{BAEBFE04-A0F7-4B72-9817-F6804C76B209}" presName="node" presStyleLbl="node1" presStyleIdx="1" presStyleCnt="11">
        <dgm:presLayoutVars>
          <dgm:bulletEnabled val="1"/>
        </dgm:presLayoutVars>
      </dgm:prSet>
      <dgm:spPr/>
    </dgm:pt>
    <dgm:pt modelId="{FAC4925C-6626-43E8-BF9A-CF2F822ED40B}" type="pres">
      <dgm:prSet presAssocID="{2CBB3532-9F65-4135-8EFB-A23AC775C3DE}" presName="sibTrans" presStyleLbl="sibTrans1D1" presStyleIdx="1" presStyleCnt="10"/>
      <dgm:spPr/>
    </dgm:pt>
    <dgm:pt modelId="{1AC6EBFD-2851-4DD8-ABD2-3C5F21D56D88}" type="pres">
      <dgm:prSet presAssocID="{2CBB3532-9F65-4135-8EFB-A23AC775C3DE}" presName="connectorText" presStyleLbl="sibTrans1D1" presStyleIdx="1" presStyleCnt="10"/>
      <dgm:spPr/>
    </dgm:pt>
    <dgm:pt modelId="{DEBA6078-448C-47FD-8078-17D32CFF9700}" type="pres">
      <dgm:prSet presAssocID="{3631A421-27B3-467C-B2B4-3617D4FB4931}" presName="node" presStyleLbl="node1" presStyleIdx="2" presStyleCnt="11">
        <dgm:presLayoutVars>
          <dgm:bulletEnabled val="1"/>
        </dgm:presLayoutVars>
      </dgm:prSet>
      <dgm:spPr/>
    </dgm:pt>
    <dgm:pt modelId="{95694176-172E-4DA7-AC1A-6509A410A550}" type="pres">
      <dgm:prSet presAssocID="{A89E81C1-9F8A-4E13-8F31-DC69CDC02C57}" presName="sibTrans" presStyleLbl="sibTrans1D1" presStyleIdx="2" presStyleCnt="10"/>
      <dgm:spPr/>
    </dgm:pt>
    <dgm:pt modelId="{C2407F35-D747-495E-8FE7-718DE6009FD9}" type="pres">
      <dgm:prSet presAssocID="{A89E81C1-9F8A-4E13-8F31-DC69CDC02C57}" presName="connectorText" presStyleLbl="sibTrans1D1" presStyleIdx="2" presStyleCnt="10"/>
      <dgm:spPr/>
    </dgm:pt>
    <dgm:pt modelId="{057C60B0-5FFB-48A3-A335-67D958BAF535}" type="pres">
      <dgm:prSet presAssocID="{698C181D-9A79-4766-8CDC-937D30753C89}" presName="node" presStyleLbl="node1" presStyleIdx="3" presStyleCnt="11">
        <dgm:presLayoutVars>
          <dgm:bulletEnabled val="1"/>
        </dgm:presLayoutVars>
      </dgm:prSet>
      <dgm:spPr/>
    </dgm:pt>
    <dgm:pt modelId="{A712F87F-CBA9-4206-B348-BF75EBE06885}" type="pres">
      <dgm:prSet presAssocID="{9209AE3F-12CD-40C5-90A2-0FBF025E83DE}" presName="sibTrans" presStyleLbl="sibTrans1D1" presStyleIdx="3" presStyleCnt="10"/>
      <dgm:spPr/>
    </dgm:pt>
    <dgm:pt modelId="{4999420B-6AEF-49F6-9D52-2EC721F43075}" type="pres">
      <dgm:prSet presAssocID="{9209AE3F-12CD-40C5-90A2-0FBF025E83DE}" presName="connectorText" presStyleLbl="sibTrans1D1" presStyleIdx="3" presStyleCnt="10"/>
      <dgm:spPr/>
    </dgm:pt>
    <dgm:pt modelId="{4138E1A8-641E-4CE8-934F-8F401E48D608}" type="pres">
      <dgm:prSet presAssocID="{2C8C7FBB-C2BD-4762-A5D8-0F5D745ED962}" presName="node" presStyleLbl="node1" presStyleIdx="4" presStyleCnt="11">
        <dgm:presLayoutVars>
          <dgm:bulletEnabled val="1"/>
        </dgm:presLayoutVars>
      </dgm:prSet>
      <dgm:spPr/>
    </dgm:pt>
    <dgm:pt modelId="{EBFBC9D3-B0AD-4A4E-9325-4C6CCB0B580B}" type="pres">
      <dgm:prSet presAssocID="{19FBB089-CBE6-4399-9002-08C7856EF104}" presName="sibTrans" presStyleLbl="sibTrans1D1" presStyleIdx="4" presStyleCnt="10"/>
      <dgm:spPr/>
    </dgm:pt>
    <dgm:pt modelId="{31F17991-A1E8-4DD4-BF3D-53738F954D29}" type="pres">
      <dgm:prSet presAssocID="{19FBB089-CBE6-4399-9002-08C7856EF104}" presName="connectorText" presStyleLbl="sibTrans1D1" presStyleIdx="4" presStyleCnt="10"/>
      <dgm:spPr/>
    </dgm:pt>
    <dgm:pt modelId="{52F4209B-A176-4164-A116-43914AAE95BC}" type="pres">
      <dgm:prSet presAssocID="{B1A7C694-0842-439F-98F8-304A6FFD45B2}" presName="node" presStyleLbl="node1" presStyleIdx="5" presStyleCnt="11">
        <dgm:presLayoutVars>
          <dgm:bulletEnabled val="1"/>
        </dgm:presLayoutVars>
      </dgm:prSet>
      <dgm:spPr/>
    </dgm:pt>
    <dgm:pt modelId="{A5D86BA0-69AE-46EB-98C8-FC003CE9528E}" type="pres">
      <dgm:prSet presAssocID="{471B13CC-860C-45F5-9B33-23B66001114A}" presName="sibTrans" presStyleLbl="sibTrans1D1" presStyleIdx="5" presStyleCnt="10"/>
      <dgm:spPr/>
    </dgm:pt>
    <dgm:pt modelId="{E65EA0CB-6F36-476E-A3C3-B84C4645874C}" type="pres">
      <dgm:prSet presAssocID="{471B13CC-860C-45F5-9B33-23B66001114A}" presName="connectorText" presStyleLbl="sibTrans1D1" presStyleIdx="5" presStyleCnt="10"/>
      <dgm:spPr/>
    </dgm:pt>
    <dgm:pt modelId="{1423E411-2487-40CF-8C79-E800D30A3C6F}" type="pres">
      <dgm:prSet presAssocID="{855D55EF-8DAF-4502-8DFC-EE9C05DA5FDE}" presName="node" presStyleLbl="node1" presStyleIdx="6" presStyleCnt="11">
        <dgm:presLayoutVars>
          <dgm:bulletEnabled val="1"/>
        </dgm:presLayoutVars>
      </dgm:prSet>
      <dgm:spPr/>
    </dgm:pt>
    <dgm:pt modelId="{D9C2EFB6-8301-4441-8189-E268D5808716}" type="pres">
      <dgm:prSet presAssocID="{9E91473F-07B1-4249-8AE7-59DC14E6B8DE}" presName="sibTrans" presStyleLbl="sibTrans1D1" presStyleIdx="6" presStyleCnt="10"/>
      <dgm:spPr/>
    </dgm:pt>
    <dgm:pt modelId="{6404D0BB-E607-4E23-9EE7-EC951DCC987D}" type="pres">
      <dgm:prSet presAssocID="{9E91473F-07B1-4249-8AE7-59DC14E6B8DE}" presName="connectorText" presStyleLbl="sibTrans1D1" presStyleIdx="6" presStyleCnt="10"/>
      <dgm:spPr/>
    </dgm:pt>
    <dgm:pt modelId="{ADD23E47-1021-483D-B75A-7F989B298FEB}" type="pres">
      <dgm:prSet presAssocID="{DD80460D-4D9A-4587-8920-449B15EF6A85}" presName="node" presStyleLbl="node1" presStyleIdx="7" presStyleCnt="11">
        <dgm:presLayoutVars>
          <dgm:bulletEnabled val="1"/>
        </dgm:presLayoutVars>
      </dgm:prSet>
      <dgm:spPr/>
    </dgm:pt>
    <dgm:pt modelId="{0D0283F0-6321-449F-B93F-0BC59EA440B4}" type="pres">
      <dgm:prSet presAssocID="{60B54B8E-34D4-435F-A449-D73AE388D7F2}" presName="sibTrans" presStyleLbl="sibTrans1D1" presStyleIdx="7" presStyleCnt="10"/>
      <dgm:spPr/>
    </dgm:pt>
    <dgm:pt modelId="{FD5620DC-010E-4178-9195-3D20EDE3B4B4}" type="pres">
      <dgm:prSet presAssocID="{60B54B8E-34D4-435F-A449-D73AE388D7F2}" presName="connectorText" presStyleLbl="sibTrans1D1" presStyleIdx="7" presStyleCnt="10"/>
      <dgm:spPr/>
    </dgm:pt>
    <dgm:pt modelId="{C3E53892-DEE2-46EA-8639-E8F2329FF372}" type="pres">
      <dgm:prSet presAssocID="{DF4C74A0-D50B-4AE8-9EEF-B208FE3D2EBD}" presName="node" presStyleLbl="node1" presStyleIdx="8" presStyleCnt="11">
        <dgm:presLayoutVars>
          <dgm:bulletEnabled val="1"/>
        </dgm:presLayoutVars>
      </dgm:prSet>
      <dgm:spPr/>
    </dgm:pt>
    <dgm:pt modelId="{DFA347A4-9452-467C-9E34-466F35E859FB}" type="pres">
      <dgm:prSet presAssocID="{05F6060F-2287-4F7D-B61D-591335EA4680}" presName="sibTrans" presStyleLbl="sibTrans1D1" presStyleIdx="8" presStyleCnt="10"/>
      <dgm:spPr/>
    </dgm:pt>
    <dgm:pt modelId="{5ADAF1DC-71A8-412A-AF72-2225A60DCAC8}" type="pres">
      <dgm:prSet presAssocID="{05F6060F-2287-4F7D-B61D-591335EA4680}" presName="connectorText" presStyleLbl="sibTrans1D1" presStyleIdx="8" presStyleCnt="10"/>
      <dgm:spPr/>
    </dgm:pt>
    <dgm:pt modelId="{3F65CD27-18BF-4D95-B3CC-1B475CE58592}" type="pres">
      <dgm:prSet presAssocID="{1732D996-9A6F-4F48-B9D8-B7488B7F14D1}" presName="node" presStyleLbl="node1" presStyleIdx="9" presStyleCnt="11">
        <dgm:presLayoutVars>
          <dgm:bulletEnabled val="1"/>
        </dgm:presLayoutVars>
      </dgm:prSet>
      <dgm:spPr/>
    </dgm:pt>
    <dgm:pt modelId="{FF41698C-261A-4020-B382-E9B2CC0F5A8D}" type="pres">
      <dgm:prSet presAssocID="{793333A6-FB3B-4EB1-83C5-FCF191232C53}" presName="sibTrans" presStyleLbl="sibTrans1D1" presStyleIdx="9" presStyleCnt="10"/>
      <dgm:spPr/>
    </dgm:pt>
    <dgm:pt modelId="{618FB12B-9068-477F-A753-D6FF8A0E0569}" type="pres">
      <dgm:prSet presAssocID="{793333A6-FB3B-4EB1-83C5-FCF191232C53}" presName="connectorText" presStyleLbl="sibTrans1D1" presStyleIdx="9" presStyleCnt="10"/>
      <dgm:spPr/>
    </dgm:pt>
    <dgm:pt modelId="{B0164227-A70D-4B26-B28C-A5DE66BE2AF4}" type="pres">
      <dgm:prSet presAssocID="{A5A1A84E-3380-44E3-886A-82292707C6B5}" presName="node" presStyleLbl="node1" presStyleIdx="10" presStyleCnt="11">
        <dgm:presLayoutVars>
          <dgm:bulletEnabled val="1"/>
        </dgm:presLayoutVars>
      </dgm:prSet>
      <dgm:spPr/>
    </dgm:pt>
  </dgm:ptLst>
  <dgm:cxnLst>
    <dgm:cxn modelId="{F24D1805-CADE-46AE-B7A7-B5C67BF35274}" type="presOf" srcId="{A89E81C1-9F8A-4E13-8F31-DC69CDC02C57}" destId="{95694176-172E-4DA7-AC1A-6509A410A550}" srcOrd="0" destOrd="0" presId="urn:microsoft.com/office/officeart/2016/7/layout/RepeatingBendingProcessNew"/>
    <dgm:cxn modelId="{DAB1F518-68BC-465D-81FE-ABA0DDD7487C}" type="presOf" srcId="{855D55EF-8DAF-4502-8DFC-EE9C05DA5FDE}" destId="{1423E411-2487-40CF-8C79-E800D30A3C6F}" srcOrd="0" destOrd="0" presId="urn:microsoft.com/office/officeart/2016/7/layout/RepeatingBendingProcessNew"/>
    <dgm:cxn modelId="{5BBE191A-9D43-45A2-B52E-9701108BE820}" type="presOf" srcId="{9BD9DFF7-C12F-4CF1-82F4-032273CB4861}" destId="{3F34635F-9A01-429B-B3FE-905DB3EE87A2}" srcOrd="0" destOrd="0" presId="urn:microsoft.com/office/officeart/2016/7/layout/RepeatingBendingProcessNew"/>
    <dgm:cxn modelId="{4D868D1B-AA4B-4625-B071-83AFFEBE1FFB}" type="presOf" srcId="{60B54B8E-34D4-435F-A449-D73AE388D7F2}" destId="{FD5620DC-010E-4178-9195-3D20EDE3B4B4}" srcOrd="1" destOrd="0" presId="urn:microsoft.com/office/officeart/2016/7/layout/RepeatingBendingProcessNew"/>
    <dgm:cxn modelId="{62B75C1E-5CEF-4ACB-B7E4-FE6206CA2989}" type="presOf" srcId="{3631A421-27B3-467C-B2B4-3617D4FB4931}" destId="{DEBA6078-448C-47FD-8078-17D32CFF9700}" srcOrd="0" destOrd="0" presId="urn:microsoft.com/office/officeart/2016/7/layout/RepeatingBendingProcessNew"/>
    <dgm:cxn modelId="{604B0D21-6F04-45F4-A26F-F329FD8CB483}" type="presOf" srcId="{471B13CC-860C-45F5-9B33-23B66001114A}" destId="{A5D86BA0-69AE-46EB-98C8-FC003CE9528E}" srcOrd="0" destOrd="0" presId="urn:microsoft.com/office/officeart/2016/7/layout/RepeatingBendingProcessNew"/>
    <dgm:cxn modelId="{545F2222-1681-4B38-BDFC-7894C3E6A13E}" srcId="{487378F4-856E-4D9A-969A-4D42E5ACAF9C}" destId="{9BD9DFF7-C12F-4CF1-82F4-032273CB4861}" srcOrd="0" destOrd="0" parTransId="{432B8D64-DCE7-4646-831C-DFB6468DB3A7}" sibTransId="{B0D03D27-80B3-4D24-9F07-3E658327AC60}"/>
    <dgm:cxn modelId="{D79C4623-06B5-4D7C-9344-1CEF14CEAD42}" type="presOf" srcId="{2C8C7FBB-C2BD-4762-A5D8-0F5D745ED962}" destId="{4138E1A8-641E-4CE8-934F-8F401E48D608}" srcOrd="0" destOrd="0" presId="urn:microsoft.com/office/officeart/2016/7/layout/RepeatingBendingProcessNew"/>
    <dgm:cxn modelId="{1D0E3526-DBBF-43FF-8B57-ECE09C383E1A}" type="presOf" srcId="{BAEBFE04-A0F7-4B72-9817-F6804C76B209}" destId="{C882E47E-A108-436E-8013-C81312A39624}" srcOrd="0" destOrd="0" presId="urn:microsoft.com/office/officeart/2016/7/layout/RepeatingBendingProcessNew"/>
    <dgm:cxn modelId="{F18E872C-09FA-4F29-994C-11D40EDD7C2F}" type="presOf" srcId="{9E91473F-07B1-4249-8AE7-59DC14E6B8DE}" destId="{D9C2EFB6-8301-4441-8189-E268D5808716}" srcOrd="0" destOrd="0" presId="urn:microsoft.com/office/officeart/2016/7/layout/RepeatingBendingProcessNew"/>
    <dgm:cxn modelId="{8FF4802E-604C-478D-8EA5-91939B201ECB}" type="presOf" srcId="{A89E81C1-9F8A-4E13-8F31-DC69CDC02C57}" destId="{C2407F35-D747-495E-8FE7-718DE6009FD9}" srcOrd="1" destOrd="0" presId="urn:microsoft.com/office/officeart/2016/7/layout/RepeatingBendingProcessNew"/>
    <dgm:cxn modelId="{351E9039-D27A-47B1-B7FA-E695D78F0B5D}" type="presOf" srcId="{B0D03D27-80B3-4D24-9F07-3E658327AC60}" destId="{875F72A1-4D9D-4269-8D8A-A3F1BF75A405}" srcOrd="1" destOrd="0" presId="urn:microsoft.com/office/officeart/2016/7/layout/RepeatingBendingProcessNew"/>
    <dgm:cxn modelId="{BEFA8A5B-DD18-4B5D-A877-0BD9265B4B8F}" srcId="{487378F4-856E-4D9A-969A-4D42E5ACAF9C}" destId="{B1A7C694-0842-439F-98F8-304A6FFD45B2}" srcOrd="5" destOrd="0" parTransId="{A1F94AC2-E02B-4DF4-96E5-3B01AC8B4171}" sibTransId="{471B13CC-860C-45F5-9B33-23B66001114A}"/>
    <dgm:cxn modelId="{A47EA05B-5D94-4DE4-A6D8-9B6A6400EB73}" type="presOf" srcId="{2CBB3532-9F65-4135-8EFB-A23AC775C3DE}" destId="{FAC4925C-6626-43E8-BF9A-CF2F822ED40B}" srcOrd="0" destOrd="0" presId="urn:microsoft.com/office/officeart/2016/7/layout/RepeatingBendingProcessNew"/>
    <dgm:cxn modelId="{B2B9BC5E-3408-4FAF-BBD1-77318E06A2A1}" type="presOf" srcId="{9E91473F-07B1-4249-8AE7-59DC14E6B8DE}" destId="{6404D0BB-E607-4E23-9EE7-EC951DCC987D}" srcOrd="1" destOrd="0" presId="urn:microsoft.com/office/officeart/2016/7/layout/RepeatingBendingProcessNew"/>
    <dgm:cxn modelId="{B2E0A860-8B9E-4656-8F7B-45ACEA8FD554}" srcId="{487378F4-856E-4D9A-969A-4D42E5ACAF9C}" destId="{698C181D-9A79-4766-8CDC-937D30753C89}" srcOrd="3" destOrd="0" parTransId="{1F8AE707-A694-4148-A2A1-C30569E7BAE7}" sibTransId="{9209AE3F-12CD-40C5-90A2-0FBF025E83DE}"/>
    <dgm:cxn modelId="{A2F17166-66A8-45D7-846A-FBD9A90E02BC}" type="presOf" srcId="{9209AE3F-12CD-40C5-90A2-0FBF025E83DE}" destId="{4999420B-6AEF-49F6-9D52-2EC721F43075}" srcOrd="1" destOrd="0" presId="urn:microsoft.com/office/officeart/2016/7/layout/RepeatingBendingProcessNew"/>
    <dgm:cxn modelId="{EC3D0068-256F-4305-BAC3-3BDECA24426B}" type="presOf" srcId="{9209AE3F-12CD-40C5-90A2-0FBF025E83DE}" destId="{A712F87F-CBA9-4206-B348-BF75EBE06885}" srcOrd="0" destOrd="0" presId="urn:microsoft.com/office/officeart/2016/7/layout/RepeatingBendingProcessNew"/>
    <dgm:cxn modelId="{A10E3E48-22AC-45DF-AC51-7CE7A19A1520}" type="presOf" srcId="{698C181D-9A79-4766-8CDC-937D30753C89}" destId="{057C60B0-5FFB-48A3-A335-67D958BAF535}" srcOrd="0" destOrd="0" presId="urn:microsoft.com/office/officeart/2016/7/layout/RepeatingBendingProcessNew"/>
    <dgm:cxn modelId="{2503FE6C-1007-446E-977D-85380250065E}" type="presOf" srcId="{793333A6-FB3B-4EB1-83C5-FCF191232C53}" destId="{FF41698C-261A-4020-B382-E9B2CC0F5A8D}" srcOrd="0" destOrd="0" presId="urn:microsoft.com/office/officeart/2016/7/layout/RepeatingBendingProcessNew"/>
    <dgm:cxn modelId="{E1ED4450-4CBA-4CB1-A20C-B2A188925BA0}" srcId="{487378F4-856E-4D9A-969A-4D42E5ACAF9C}" destId="{A5A1A84E-3380-44E3-886A-82292707C6B5}" srcOrd="10" destOrd="0" parTransId="{5C0593ED-2799-4B73-9DFC-2F9E5A1354AE}" sibTransId="{25D9EB56-D017-4BD8-9FBA-574D96697576}"/>
    <dgm:cxn modelId="{0F7C5A73-5655-4A27-8EF2-4519AC2D5DC5}" type="presOf" srcId="{A5A1A84E-3380-44E3-886A-82292707C6B5}" destId="{B0164227-A70D-4B26-B28C-A5DE66BE2AF4}" srcOrd="0" destOrd="0" presId="urn:microsoft.com/office/officeart/2016/7/layout/RepeatingBendingProcessNew"/>
    <dgm:cxn modelId="{DE865574-4431-4A42-BDE3-7B2C5C9A8AD9}" type="presOf" srcId="{DD80460D-4D9A-4587-8920-449B15EF6A85}" destId="{ADD23E47-1021-483D-B75A-7F989B298FEB}" srcOrd="0" destOrd="0" presId="urn:microsoft.com/office/officeart/2016/7/layout/RepeatingBendingProcessNew"/>
    <dgm:cxn modelId="{13BCB756-3371-47BC-9514-9BD1B3853B6D}" srcId="{487378F4-856E-4D9A-969A-4D42E5ACAF9C}" destId="{855D55EF-8DAF-4502-8DFC-EE9C05DA5FDE}" srcOrd="6" destOrd="0" parTransId="{1D78800F-2613-4B2C-A04C-8FF924CA26C3}" sibTransId="{9E91473F-07B1-4249-8AE7-59DC14E6B8DE}"/>
    <dgm:cxn modelId="{3D39D258-C29A-4890-8132-36D3A652FD4B}" type="presOf" srcId="{60B54B8E-34D4-435F-A449-D73AE388D7F2}" destId="{0D0283F0-6321-449F-B93F-0BC59EA440B4}" srcOrd="0" destOrd="0" presId="urn:microsoft.com/office/officeart/2016/7/layout/RepeatingBendingProcessNew"/>
    <dgm:cxn modelId="{5F42ED78-6F15-4B4A-84A9-ECFC8A091EFF}" type="presOf" srcId="{487378F4-856E-4D9A-969A-4D42E5ACAF9C}" destId="{098772CC-F701-4D18-B915-D41B42AFFDEC}" srcOrd="0" destOrd="0" presId="urn:microsoft.com/office/officeart/2016/7/layout/RepeatingBendingProcessNew"/>
    <dgm:cxn modelId="{36F7AF81-93C9-4289-B48C-AED0382D79B0}" srcId="{487378F4-856E-4D9A-969A-4D42E5ACAF9C}" destId="{BAEBFE04-A0F7-4B72-9817-F6804C76B209}" srcOrd="1" destOrd="0" parTransId="{59B76CC3-B8B9-4BE8-98CE-787FF69EFF55}" sibTransId="{2CBB3532-9F65-4135-8EFB-A23AC775C3DE}"/>
    <dgm:cxn modelId="{E9726B88-2261-4D06-B282-248CCDBA1114}" type="presOf" srcId="{05F6060F-2287-4F7D-B61D-591335EA4680}" destId="{5ADAF1DC-71A8-412A-AF72-2225A60DCAC8}" srcOrd="1" destOrd="0" presId="urn:microsoft.com/office/officeart/2016/7/layout/RepeatingBendingProcessNew"/>
    <dgm:cxn modelId="{9752CF8A-E253-4ED2-A0B2-CD4BC573BF35}" srcId="{487378F4-856E-4D9A-969A-4D42E5ACAF9C}" destId="{2C8C7FBB-C2BD-4762-A5D8-0F5D745ED962}" srcOrd="4" destOrd="0" parTransId="{52F74A7B-4354-4CA3-925E-9C84BE2805C0}" sibTransId="{19FBB089-CBE6-4399-9002-08C7856EF104}"/>
    <dgm:cxn modelId="{5FA6848F-CD46-4AF5-B0C2-26461441A0C1}" type="presOf" srcId="{1732D996-9A6F-4F48-B9D8-B7488B7F14D1}" destId="{3F65CD27-18BF-4D95-B3CC-1B475CE58592}" srcOrd="0" destOrd="0" presId="urn:microsoft.com/office/officeart/2016/7/layout/RepeatingBendingProcessNew"/>
    <dgm:cxn modelId="{AEBDBE8F-BC70-473A-8E79-3C430A27BFE5}" type="presOf" srcId="{2CBB3532-9F65-4135-8EFB-A23AC775C3DE}" destId="{1AC6EBFD-2851-4DD8-ABD2-3C5F21D56D88}" srcOrd="1" destOrd="0" presId="urn:microsoft.com/office/officeart/2016/7/layout/RepeatingBendingProcessNew"/>
    <dgm:cxn modelId="{EDABE99A-C5E0-41EA-BA4C-68CB80C83296}" type="presOf" srcId="{471B13CC-860C-45F5-9B33-23B66001114A}" destId="{E65EA0CB-6F36-476E-A3C3-B84C4645874C}" srcOrd="1" destOrd="0" presId="urn:microsoft.com/office/officeart/2016/7/layout/RepeatingBendingProcessNew"/>
    <dgm:cxn modelId="{AD57FB9F-0BAE-44EA-9D25-460CEEBF973E}" type="presOf" srcId="{19FBB089-CBE6-4399-9002-08C7856EF104}" destId="{EBFBC9D3-B0AD-4A4E-9325-4C6CCB0B580B}" srcOrd="0" destOrd="0" presId="urn:microsoft.com/office/officeart/2016/7/layout/RepeatingBendingProcessNew"/>
    <dgm:cxn modelId="{F03AC5A1-046C-466A-BFB1-5E991EB831B4}" srcId="{487378F4-856E-4D9A-969A-4D42E5ACAF9C}" destId="{DF4C74A0-D50B-4AE8-9EEF-B208FE3D2EBD}" srcOrd="8" destOrd="0" parTransId="{1A515DAE-2A5C-4DD8-A11B-5FF4F63F58E3}" sibTransId="{05F6060F-2287-4F7D-B61D-591335EA4680}"/>
    <dgm:cxn modelId="{B07DFFA7-BFC9-417E-BA30-87C5C57CBE13}" srcId="{487378F4-856E-4D9A-969A-4D42E5ACAF9C}" destId="{3631A421-27B3-467C-B2B4-3617D4FB4931}" srcOrd="2" destOrd="0" parTransId="{B4607E21-3C8B-41F4-B590-80337A018901}" sibTransId="{A89E81C1-9F8A-4E13-8F31-DC69CDC02C57}"/>
    <dgm:cxn modelId="{59DB84C4-8A0F-4C97-93C3-130A0287758F}" type="presOf" srcId="{B0D03D27-80B3-4D24-9F07-3E658327AC60}" destId="{78CDE9F2-8A8A-436E-9B12-DD3C7061FDCE}" srcOrd="0" destOrd="0" presId="urn:microsoft.com/office/officeart/2016/7/layout/RepeatingBendingProcessNew"/>
    <dgm:cxn modelId="{41E24FC8-9A33-4354-9C68-8A9505654816}" type="presOf" srcId="{DF4C74A0-D50B-4AE8-9EEF-B208FE3D2EBD}" destId="{C3E53892-DEE2-46EA-8639-E8F2329FF372}" srcOrd="0" destOrd="0" presId="urn:microsoft.com/office/officeart/2016/7/layout/RepeatingBendingProcessNew"/>
    <dgm:cxn modelId="{9E3EFAC8-6935-44BC-8EED-4E60C48D44D0}" type="presOf" srcId="{793333A6-FB3B-4EB1-83C5-FCF191232C53}" destId="{618FB12B-9068-477F-A753-D6FF8A0E0569}" srcOrd="1" destOrd="0" presId="urn:microsoft.com/office/officeart/2016/7/layout/RepeatingBendingProcessNew"/>
    <dgm:cxn modelId="{4B51F4D1-775F-48B3-BF01-B6B382612DF8}" type="presOf" srcId="{B1A7C694-0842-439F-98F8-304A6FFD45B2}" destId="{52F4209B-A176-4164-A116-43914AAE95BC}" srcOrd="0" destOrd="0" presId="urn:microsoft.com/office/officeart/2016/7/layout/RepeatingBendingProcessNew"/>
    <dgm:cxn modelId="{D0A445D3-A143-45BE-AF63-E65C7A46DBE0}" srcId="{487378F4-856E-4D9A-969A-4D42E5ACAF9C}" destId="{1732D996-9A6F-4F48-B9D8-B7488B7F14D1}" srcOrd="9" destOrd="0" parTransId="{736F80DE-FCC3-46F6-869A-85C46FCA4037}" sibTransId="{793333A6-FB3B-4EB1-83C5-FCF191232C53}"/>
    <dgm:cxn modelId="{2BE34AF1-EEA4-41C2-82BA-A5B39EB59597}" type="presOf" srcId="{05F6060F-2287-4F7D-B61D-591335EA4680}" destId="{DFA347A4-9452-467C-9E34-466F35E859FB}" srcOrd="0" destOrd="0" presId="urn:microsoft.com/office/officeart/2016/7/layout/RepeatingBendingProcessNew"/>
    <dgm:cxn modelId="{050D09F2-97A1-4233-A7DA-3DE1E394A9EA}" srcId="{487378F4-856E-4D9A-969A-4D42E5ACAF9C}" destId="{DD80460D-4D9A-4587-8920-449B15EF6A85}" srcOrd="7" destOrd="0" parTransId="{A5FC74CA-BEB3-4BE9-BEE2-A012D5D4F456}" sibTransId="{60B54B8E-34D4-435F-A449-D73AE388D7F2}"/>
    <dgm:cxn modelId="{7D7336F4-F065-433B-8937-0664B1F4ED84}" type="presOf" srcId="{19FBB089-CBE6-4399-9002-08C7856EF104}" destId="{31F17991-A1E8-4DD4-BF3D-53738F954D29}" srcOrd="1" destOrd="0" presId="urn:microsoft.com/office/officeart/2016/7/layout/RepeatingBendingProcessNew"/>
    <dgm:cxn modelId="{238FB15D-2D95-4174-B98D-AD877CABE60B}" type="presParOf" srcId="{098772CC-F701-4D18-B915-D41B42AFFDEC}" destId="{3F34635F-9A01-429B-B3FE-905DB3EE87A2}" srcOrd="0" destOrd="0" presId="urn:microsoft.com/office/officeart/2016/7/layout/RepeatingBendingProcessNew"/>
    <dgm:cxn modelId="{E9458660-FE9F-4CC9-9A54-55DDC81241C1}" type="presParOf" srcId="{098772CC-F701-4D18-B915-D41B42AFFDEC}" destId="{78CDE9F2-8A8A-436E-9B12-DD3C7061FDCE}" srcOrd="1" destOrd="0" presId="urn:microsoft.com/office/officeart/2016/7/layout/RepeatingBendingProcessNew"/>
    <dgm:cxn modelId="{F164AE3B-F320-4714-BE15-1BA71D46579D}" type="presParOf" srcId="{78CDE9F2-8A8A-436E-9B12-DD3C7061FDCE}" destId="{875F72A1-4D9D-4269-8D8A-A3F1BF75A405}" srcOrd="0" destOrd="0" presId="urn:microsoft.com/office/officeart/2016/7/layout/RepeatingBendingProcessNew"/>
    <dgm:cxn modelId="{791FFC11-9AFD-49D9-B72A-AA1E42F2FDB5}" type="presParOf" srcId="{098772CC-F701-4D18-B915-D41B42AFFDEC}" destId="{C882E47E-A108-436E-8013-C81312A39624}" srcOrd="2" destOrd="0" presId="urn:microsoft.com/office/officeart/2016/7/layout/RepeatingBendingProcessNew"/>
    <dgm:cxn modelId="{3652B1CB-6309-48BD-B042-1CC2F14E73D0}" type="presParOf" srcId="{098772CC-F701-4D18-B915-D41B42AFFDEC}" destId="{FAC4925C-6626-43E8-BF9A-CF2F822ED40B}" srcOrd="3" destOrd="0" presId="urn:microsoft.com/office/officeart/2016/7/layout/RepeatingBendingProcessNew"/>
    <dgm:cxn modelId="{0C88C354-784A-4C81-A932-658859E3E349}" type="presParOf" srcId="{FAC4925C-6626-43E8-BF9A-CF2F822ED40B}" destId="{1AC6EBFD-2851-4DD8-ABD2-3C5F21D56D88}" srcOrd="0" destOrd="0" presId="urn:microsoft.com/office/officeart/2016/7/layout/RepeatingBendingProcessNew"/>
    <dgm:cxn modelId="{5DDBB81A-B7D3-4C3F-89AA-47316B3CE5C4}" type="presParOf" srcId="{098772CC-F701-4D18-B915-D41B42AFFDEC}" destId="{DEBA6078-448C-47FD-8078-17D32CFF9700}" srcOrd="4" destOrd="0" presId="urn:microsoft.com/office/officeart/2016/7/layout/RepeatingBendingProcessNew"/>
    <dgm:cxn modelId="{5F10E529-7428-466E-B68F-C7B2FE881C58}" type="presParOf" srcId="{098772CC-F701-4D18-B915-D41B42AFFDEC}" destId="{95694176-172E-4DA7-AC1A-6509A410A550}" srcOrd="5" destOrd="0" presId="urn:microsoft.com/office/officeart/2016/7/layout/RepeatingBendingProcessNew"/>
    <dgm:cxn modelId="{19776904-F34A-4577-ADCF-51F10B9F650D}" type="presParOf" srcId="{95694176-172E-4DA7-AC1A-6509A410A550}" destId="{C2407F35-D747-495E-8FE7-718DE6009FD9}" srcOrd="0" destOrd="0" presId="urn:microsoft.com/office/officeart/2016/7/layout/RepeatingBendingProcessNew"/>
    <dgm:cxn modelId="{FBBF6599-11C0-43F7-BE6A-773F4F49779A}" type="presParOf" srcId="{098772CC-F701-4D18-B915-D41B42AFFDEC}" destId="{057C60B0-5FFB-48A3-A335-67D958BAF535}" srcOrd="6" destOrd="0" presId="urn:microsoft.com/office/officeart/2016/7/layout/RepeatingBendingProcessNew"/>
    <dgm:cxn modelId="{1F647C77-D985-4D53-A32C-CB4A100D74E5}" type="presParOf" srcId="{098772CC-F701-4D18-B915-D41B42AFFDEC}" destId="{A712F87F-CBA9-4206-B348-BF75EBE06885}" srcOrd="7" destOrd="0" presId="urn:microsoft.com/office/officeart/2016/7/layout/RepeatingBendingProcessNew"/>
    <dgm:cxn modelId="{CA103E08-A9F8-4808-912F-115D2DB69596}" type="presParOf" srcId="{A712F87F-CBA9-4206-B348-BF75EBE06885}" destId="{4999420B-6AEF-49F6-9D52-2EC721F43075}" srcOrd="0" destOrd="0" presId="urn:microsoft.com/office/officeart/2016/7/layout/RepeatingBendingProcessNew"/>
    <dgm:cxn modelId="{674A4F9F-626D-4D76-8DD9-6364D329B40D}" type="presParOf" srcId="{098772CC-F701-4D18-B915-D41B42AFFDEC}" destId="{4138E1A8-641E-4CE8-934F-8F401E48D608}" srcOrd="8" destOrd="0" presId="urn:microsoft.com/office/officeart/2016/7/layout/RepeatingBendingProcessNew"/>
    <dgm:cxn modelId="{3F60D961-BC89-471D-8C0D-FC9C0405E5C1}" type="presParOf" srcId="{098772CC-F701-4D18-B915-D41B42AFFDEC}" destId="{EBFBC9D3-B0AD-4A4E-9325-4C6CCB0B580B}" srcOrd="9" destOrd="0" presId="urn:microsoft.com/office/officeart/2016/7/layout/RepeatingBendingProcessNew"/>
    <dgm:cxn modelId="{1A774742-5267-4BD3-9052-7AAB253528CF}" type="presParOf" srcId="{EBFBC9D3-B0AD-4A4E-9325-4C6CCB0B580B}" destId="{31F17991-A1E8-4DD4-BF3D-53738F954D29}" srcOrd="0" destOrd="0" presId="urn:microsoft.com/office/officeart/2016/7/layout/RepeatingBendingProcessNew"/>
    <dgm:cxn modelId="{6FE2252D-3981-4CD1-8CA8-03E0E4A9FDF2}" type="presParOf" srcId="{098772CC-F701-4D18-B915-D41B42AFFDEC}" destId="{52F4209B-A176-4164-A116-43914AAE95BC}" srcOrd="10" destOrd="0" presId="urn:microsoft.com/office/officeart/2016/7/layout/RepeatingBendingProcessNew"/>
    <dgm:cxn modelId="{BAF4718E-8C19-41DE-B059-F1D0969B3E32}" type="presParOf" srcId="{098772CC-F701-4D18-B915-D41B42AFFDEC}" destId="{A5D86BA0-69AE-46EB-98C8-FC003CE9528E}" srcOrd="11" destOrd="0" presId="urn:microsoft.com/office/officeart/2016/7/layout/RepeatingBendingProcessNew"/>
    <dgm:cxn modelId="{B8F329CC-1ECC-4512-B662-6B3EC8C77A15}" type="presParOf" srcId="{A5D86BA0-69AE-46EB-98C8-FC003CE9528E}" destId="{E65EA0CB-6F36-476E-A3C3-B84C4645874C}" srcOrd="0" destOrd="0" presId="urn:microsoft.com/office/officeart/2016/7/layout/RepeatingBendingProcessNew"/>
    <dgm:cxn modelId="{906C0EDD-E258-4BEB-B865-DB4CEE1F9187}" type="presParOf" srcId="{098772CC-F701-4D18-B915-D41B42AFFDEC}" destId="{1423E411-2487-40CF-8C79-E800D30A3C6F}" srcOrd="12" destOrd="0" presId="urn:microsoft.com/office/officeart/2016/7/layout/RepeatingBendingProcessNew"/>
    <dgm:cxn modelId="{6BA4C8EC-91A5-4699-B87C-98C47D4AA67E}" type="presParOf" srcId="{098772CC-F701-4D18-B915-D41B42AFFDEC}" destId="{D9C2EFB6-8301-4441-8189-E268D5808716}" srcOrd="13" destOrd="0" presId="urn:microsoft.com/office/officeart/2016/7/layout/RepeatingBendingProcessNew"/>
    <dgm:cxn modelId="{537BE656-084A-4774-874F-E2C0A4F4D5DE}" type="presParOf" srcId="{D9C2EFB6-8301-4441-8189-E268D5808716}" destId="{6404D0BB-E607-4E23-9EE7-EC951DCC987D}" srcOrd="0" destOrd="0" presId="urn:microsoft.com/office/officeart/2016/7/layout/RepeatingBendingProcessNew"/>
    <dgm:cxn modelId="{A23681C3-DB2F-4183-8E33-9A214E5B23BC}" type="presParOf" srcId="{098772CC-F701-4D18-B915-D41B42AFFDEC}" destId="{ADD23E47-1021-483D-B75A-7F989B298FEB}" srcOrd="14" destOrd="0" presId="urn:microsoft.com/office/officeart/2016/7/layout/RepeatingBendingProcessNew"/>
    <dgm:cxn modelId="{404EDBB2-3DCE-4A90-917A-2DB49159B810}" type="presParOf" srcId="{098772CC-F701-4D18-B915-D41B42AFFDEC}" destId="{0D0283F0-6321-449F-B93F-0BC59EA440B4}" srcOrd="15" destOrd="0" presId="urn:microsoft.com/office/officeart/2016/7/layout/RepeatingBendingProcessNew"/>
    <dgm:cxn modelId="{5A9300B4-0A3F-4D94-AB5F-2BBD460533AA}" type="presParOf" srcId="{0D0283F0-6321-449F-B93F-0BC59EA440B4}" destId="{FD5620DC-010E-4178-9195-3D20EDE3B4B4}" srcOrd="0" destOrd="0" presId="urn:microsoft.com/office/officeart/2016/7/layout/RepeatingBendingProcessNew"/>
    <dgm:cxn modelId="{7398F36F-9CF0-402A-97CE-C2E96FDFDEF1}" type="presParOf" srcId="{098772CC-F701-4D18-B915-D41B42AFFDEC}" destId="{C3E53892-DEE2-46EA-8639-E8F2329FF372}" srcOrd="16" destOrd="0" presId="urn:microsoft.com/office/officeart/2016/7/layout/RepeatingBendingProcessNew"/>
    <dgm:cxn modelId="{CA6FA15F-2B8E-4AF0-9F4E-019406825A28}" type="presParOf" srcId="{098772CC-F701-4D18-B915-D41B42AFFDEC}" destId="{DFA347A4-9452-467C-9E34-466F35E859FB}" srcOrd="17" destOrd="0" presId="urn:microsoft.com/office/officeart/2016/7/layout/RepeatingBendingProcessNew"/>
    <dgm:cxn modelId="{C44FC2F0-E9C7-4E58-B000-F8261AC84470}" type="presParOf" srcId="{DFA347A4-9452-467C-9E34-466F35E859FB}" destId="{5ADAF1DC-71A8-412A-AF72-2225A60DCAC8}" srcOrd="0" destOrd="0" presId="urn:microsoft.com/office/officeart/2016/7/layout/RepeatingBendingProcessNew"/>
    <dgm:cxn modelId="{416C5F86-0661-4224-BFE8-22EB568E9F1B}" type="presParOf" srcId="{098772CC-F701-4D18-B915-D41B42AFFDEC}" destId="{3F65CD27-18BF-4D95-B3CC-1B475CE58592}" srcOrd="18" destOrd="0" presId="urn:microsoft.com/office/officeart/2016/7/layout/RepeatingBendingProcessNew"/>
    <dgm:cxn modelId="{D4AE9A47-EBD2-4390-853A-5D82EF57BC10}" type="presParOf" srcId="{098772CC-F701-4D18-B915-D41B42AFFDEC}" destId="{FF41698C-261A-4020-B382-E9B2CC0F5A8D}" srcOrd="19" destOrd="0" presId="urn:microsoft.com/office/officeart/2016/7/layout/RepeatingBendingProcessNew"/>
    <dgm:cxn modelId="{E58F4ED3-106E-4973-8A03-2D93D56DA83F}" type="presParOf" srcId="{FF41698C-261A-4020-B382-E9B2CC0F5A8D}" destId="{618FB12B-9068-477F-A753-D6FF8A0E0569}" srcOrd="0" destOrd="0" presId="urn:microsoft.com/office/officeart/2016/7/layout/RepeatingBendingProcessNew"/>
    <dgm:cxn modelId="{E27708D8-0E34-4EF0-9ABC-43CA40F52B81}" type="presParOf" srcId="{098772CC-F701-4D18-B915-D41B42AFFDEC}" destId="{B0164227-A70D-4B26-B28C-A5DE66BE2AF4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E5E3AB8-4B6F-44C9-8287-AC58DA54250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65A36EB-B09D-4837-B128-4F8888FB8D9E}">
      <dgm:prSet/>
      <dgm:spPr/>
      <dgm:t>
        <a:bodyPr/>
        <a:lstStyle/>
        <a:p>
          <a:r>
            <a:rPr lang="en-US" dirty="0"/>
            <a:t>Core Components of RAG</a:t>
          </a:r>
        </a:p>
      </dgm:t>
    </dgm:pt>
    <dgm:pt modelId="{9E1B4F6C-180C-44CA-AEFB-4C03AA751E7A}" type="parTrans" cxnId="{2ACFEEB5-4E20-49ED-8915-6E032A6711FF}">
      <dgm:prSet/>
      <dgm:spPr/>
      <dgm:t>
        <a:bodyPr/>
        <a:lstStyle/>
        <a:p>
          <a:endParaRPr lang="en-US"/>
        </a:p>
      </dgm:t>
    </dgm:pt>
    <dgm:pt modelId="{06C61ECE-4A5B-4304-8A34-3596B8F8818E}" type="sibTrans" cxnId="{2ACFEEB5-4E20-49ED-8915-6E032A6711FF}">
      <dgm:prSet/>
      <dgm:spPr/>
      <dgm:t>
        <a:bodyPr/>
        <a:lstStyle/>
        <a:p>
          <a:endParaRPr lang="en-US"/>
        </a:p>
      </dgm:t>
    </dgm:pt>
    <dgm:pt modelId="{BF441233-0E68-405F-8179-DCA21C2C400C}">
      <dgm:prSet/>
      <dgm:spPr/>
      <dgm:t>
        <a:bodyPr/>
        <a:lstStyle/>
        <a:p>
          <a:r>
            <a:rPr lang="en-US"/>
            <a:t>RAG consists of two main components:</a:t>
          </a:r>
        </a:p>
      </dgm:t>
    </dgm:pt>
    <dgm:pt modelId="{496E7CCA-D134-47AE-B74B-E21A7DA8E994}" type="parTrans" cxnId="{D89C654A-7DE5-49F5-A814-D97E2F9284B2}">
      <dgm:prSet/>
      <dgm:spPr/>
      <dgm:t>
        <a:bodyPr/>
        <a:lstStyle/>
        <a:p>
          <a:endParaRPr lang="en-US"/>
        </a:p>
      </dgm:t>
    </dgm:pt>
    <dgm:pt modelId="{1590FD2A-665C-4809-934B-551690C75497}" type="sibTrans" cxnId="{D89C654A-7DE5-49F5-A814-D97E2F9284B2}">
      <dgm:prSet/>
      <dgm:spPr/>
      <dgm:t>
        <a:bodyPr/>
        <a:lstStyle/>
        <a:p>
          <a:endParaRPr lang="en-US"/>
        </a:p>
      </dgm:t>
    </dgm:pt>
    <dgm:pt modelId="{5FA71286-4990-4272-B9EE-A1A354B15BEC}">
      <dgm:prSet/>
      <dgm:spPr/>
      <dgm:t>
        <a:bodyPr/>
        <a:lstStyle/>
        <a:p>
          <a:r>
            <a:rPr lang="en-US"/>
            <a:t>1. Retriever</a:t>
          </a:r>
        </a:p>
      </dgm:t>
    </dgm:pt>
    <dgm:pt modelId="{7DF6825F-D6D5-45C8-B014-27713F79078F}" type="parTrans" cxnId="{7977F1A1-7CDC-4BBF-A913-2149375FDFAF}">
      <dgm:prSet/>
      <dgm:spPr/>
      <dgm:t>
        <a:bodyPr/>
        <a:lstStyle/>
        <a:p>
          <a:endParaRPr lang="en-US"/>
        </a:p>
      </dgm:t>
    </dgm:pt>
    <dgm:pt modelId="{39054209-E30F-48AE-B3F3-25186FEEF63E}" type="sibTrans" cxnId="{7977F1A1-7CDC-4BBF-A913-2149375FDFAF}">
      <dgm:prSet/>
      <dgm:spPr/>
      <dgm:t>
        <a:bodyPr/>
        <a:lstStyle/>
        <a:p>
          <a:endParaRPr lang="en-US"/>
        </a:p>
      </dgm:t>
    </dgm:pt>
    <dgm:pt modelId="{3DA943F5-88E5-4AD4-9E3D-CB3A6945597E}">
      <dgm:prSet/>
      <dgm:spPr/>
      <dgm:t>
        <a:bodyPr/>
        <a:lstStyle/>
        <a:p>
          <a:r>
            <a:rPr lang="en-US"/>
            <a:t>Searches a knowledge base for relevant information related to the query</a:t>
          </a:r>
        </a:p>
      </dgm:t>
    </dgm:pt>
    <dgm:pt modelId="{3A7541E6-FECE-498D-BEC5-DDF7F6FA2C2F}" type="parTrans" cxnId="{A3D03835-C46F-48ED-98D8-47C4DA77C4AC}">
      <dgm:prSet/>
      <dgm:spPr/>
      <dgm:t>
        <a:bodyPr/>
        <a:lstStyle/>
        <a:p>
          <a:endParaRPr lang="en-US"/>
        </a:p>
      </dgm:t>
    </dgm:pt>
    <dgm:pt modelId="{AA2AD64D-82BC-4CB0-AFBC-395C48DE7537}" type="sibTrans" cxnId="{A3D03835-C46F-48ED-98D8-47C4DA77C4AC}">
      <dgm:prSet/>
      <dgm:spPr/>
      <dgm:t>
        <a:bodyPr/>
        <a:lstStyle/>
        <a:p>
          <a:endParaRPr lang="en-US"/>
        </a:p>
      </dgm:t>
    </dgm:pt>
    <dgm:pt modelId="{FC38294D-E412-4D49-8686-9D02A463FDC4}">
      <dgm:prSet/>
      <dgm:spPr/>
      <dgm:t>
        <a:bodyPr/>
        <a:lstStyle/>
        <a:p>
          <a:r>
            <a:rPr lang="en-US"/>
            <a:t>2. Generator</a:t>
          </a:r>
        </a:p>
      </dgm:t>
    </dgm:pt>
    <dgm:pt modelId="{B2BCC37D-2EFD-44B2-9F92-6B609B93E005}" type="parTrans" cxnId="{56A5DE82-DEF6-49D3-B51E-9C3461D9EBE0}">
      <dgm:prSet/>
      <dgm:spPr/>
      <dgm:t>
        <a:bodyPr/>
        <a:lstStyle/>
        <a:p>
          <a:endParaRPr lang="en-US"/>
        </a:p>
      </dgm:t>
    </dgm:pt>
    <dgm:pt modelId="{79BAE05C-9988-4A0E-9026-A6E225DBEEA6}" type="sibTrans" cxnId="{56A5DE82-DEF6-49D3-B51E-9C3461D9EBE0}">
      <dgm:prSet/>
      <dgm:spPr/>
      <dgm:t>
        <a:bodyPr/>
        <a:lstStyle/>
        <a:p>
          <a:endParaRPr lang="en-US"/>
        </a:p>
      </dgm:t>
    </dgm:pt>
    <dgm:pt modelId="{A4DF12DF-6293-45E1-A84D-434C04CBF23B}">
      <dgm:prSet/>
      <dgm:spPr/>
      <dgm:t>
        <a:bodyPr/>
        <a:lstStyle/>
        <a:p>
          <a:r>
            <a:rPr lang="en-US"/>
            <a:t>Uses the retrieved information to generate a natural language response</a:t>
          </a:r>
        </a:p>
      </dgm:t>
    </dgm:pt>
    <dgm:pt modelId="{4F265FCE-A6C7-408B-91DE-949047F985FB}" type="parTrans" cxnId="{C6E121E9-9EB6-4A8A-B80E-07B1B2F3E43E}">
      <dgm:prSet/>
      <dgm:spPr/>
      <dgm:t>
        <a:bodyPr/>
        <a:lstStyle/>
        <a:p>
          <a:endParaRPr lang="en-US"/>
        </a:p>
      </dgm:t>
    </dgm:pt>
    <dgm:pt modelId="{E079F0F5-9036-47D3-8F83-16B114C35D5C}" type="sibTrans" cxnId="{C6E121E9-9EB6-4A8A-B80E-07B1B2F3E43E}">
      <dgm:prSet/>
      <dgm:spPr/>
      <dgm:t>
        <a:bodyPr/>
        <a:lstStyle/>
        <a:p>
          <a:endParaRPr lang="en-US"/>
        </a:p>
      </dgm:t>
    </dgm:pt>
    <dgm:pt modelId="{0A36FBBF-4E97-44CE-8AE0-76F9D0255D2B}">
      <dgm:prSet/>
      <dgm:spPr/>
      <dgm:t>
        <a:bodyPr/>
        <a:lstStyle/>
        <a:p>
          <a:r>
            <a:rPr lang="en-US"/>
            <a:t>Key Steps in the RAG Process</a:t>
          </a:r>
        </a:p>
      </dgm:t>
    </dgm:pt>
    <dgm:pt modelId="{F9AD3A47-4A73-465B-940D-A0F52ECA9DF9}" type="parTrans" cxnId="{3A3C29D8-1D2F-4192-A701-CC569F493B6B}">
      <dgm:prSet/>
      <dgm:spPr/>
      <dgm:t>
        <a:bodyPr/>
        <a:lstStyle/>
        <a:p>
          <a:endParaRPr lang="en-US"/>
        </a:p>
      </dgm:t>
    </dgm:pt>
    <dgm:pt modelId="{F27049A6-050C-42D8-8313-76820683BA1D}" type="sibTrans" cxnId="{3A3C29D8-1D2F-4192-A701-CC569F493B6B}">
      <dgm:prSet/>
      <dgm:spPr/>
      <dgm:t>
        <a:bodyPr/>
        <a:lstStyle/>
        <a:p>
          <a:endParaRPr lang="en-US"/>
        </a:p>
      </dgm:t>
    </dgm:pt>
    <dgm:pt modelId="{D22EDA54-A10E-4BBE-88E2-C4CFD552FDAB}">
      <dgm:prSet/>
      <dgm:spPr/>
      <dgm:t>
        <a:bodyPr/>
        <a:lstStyle/>
        <a:p>
          <a:r>
            <a:rPr lang="en-US"/>
            <a:t>1. Text Embedding</a:t>
          </a:r>
        </a:p>
      </dgm:t>
    </dgm:pt>
    <dgm:pt modelId="{04D3A25A-5B32-41FE-A83A-B3726E4BD97F}" type="parTrans" cxnId="{EB6E93BB-3D1B-499B-942B-1F57B53CE6BF}">
      <dgm:prSet/>
      <dgm:spPr/>
      <dgm:t>
        <a:bodyPr/>
        <a:lstStyle/>
        <a:p>
          <a:endParaRPr lang="en-US"/>
        </a:p>
      </dgm:t>
    </dgm:pt>
    <dgm:pt modelId="{29CC548A-D667-4C43-8470-C05D025A91DA}" type="sibTrans" cxnId="{EB6E93BB-3D1B-499B-942B-1F57B53CE6BF}">
      <dgm:prSet/>
      <dgm:spPr/>
      <dgm:t>
        <a:bodyPr/>
        <a:lstStyle/>
        <a:p>
          <a:endParaRPr lang="en-US"/>
        </a:p>
      </dgm:t>
    </dgm:pt>
    <dgm:pt modelId="{54805DB4-E181-4C7F-8DF4-4FC942153174}">
      <dgm:prSet custT="1"/>
      <dgm:spPr/>
      <dgm:t>
        <a:bodyPr/>
        <a:lstStyle/>
        <a:p>
          <a:r>
            <a:rPr lang="en-US" sz="1000" dirty="0"/>
            <a:t>The user’s question or prompt is converted into a high-dimensional vector representation using a question encoder.</a:t>
          </a:r>
        </a:p>
      </dgm:t>
    </dgm:pt>
    <dgm:pt modelId="{3CBB8094-51F1-488F-90C8-9B0AC98FA206}" type="parTrans" cxnId="{FC2E6A74-78E9-475B-9E03-D0FB08EEDC4D}">
      <dgm:prSet/>
      <dgm:spPr/>
      <dgm:t>
        <a:bodyPr/>
        <a:lstStyle/>
        <a:p>
          <a:endParaRPr lang="en-US"/>
        </a:p>
      </dgm:t>
    </dgm:pt>
    <dgm:pt modelId="{3BAF02F7-A514-454B-832E-E427F39823B0}" type="sibTrans" cxnId="{FC2E6A74-78E9-475B-9E03-D0FB08EEDC4D}">
      <dgm:prSet/>
      <dgm:spPr/>
      <dgm:t>
        <a:bodyPr/>
        <a:lstStyle/>
        <a:p>
          <a:endParaRPr lang="en-US"/>
        </a:p>
      </dgm:t>
    </dgm:pt>
    <dgm:pt modelId="{65D7F6EB-4653-4DD5-9470-01111B91641D}">
      <dgm:prSet/>
      <dgm:spPr/>
      <dgm:t>
        <a:bodyPr/>
        <a:lstStyle/>
        <a:p>
          <a:r>
            <a:rPr lang="en-US"/>
            <a:t>Documents in the knowledge base are also converted into vectors using a context encoder.</a:t>
          </a:r>
        </a:p>
      </dgm:t>
    </dgm:pt>
    <dgm:pt modelId="{AED70BAA-10DE-4DE0-8698-56C5043490EA}" type="parTrans" cxnId="{3FD02832-8647-4143-8650-423CF8578ABC}">
      <dgm:prSet/>
      <dgm:spPr/>
      <dgm:t>
        <a:bodyPr/>
        <a:lstStyle/>
        <a:p>
          <a:endParaRPr lang="en-US"/>
        </a:p>
      </dgm:t>
    </dgm:pt>
    <dgm:pt modelId="{E735651F-2670-4038-B3BA-C0FC64541440}" type="sibTrans" cxnId="{3FD02832-8647-4143-8650-423CF8578ABC}">
      <dgm:prSet/>
      <dgm:spPr/>
      <dgm:t>
        <a:bodyPr/>
        <a:lstStyle/>
        <a:p>
          <a:endParaRPr lang="en-US"/>
        </a:p>
      </dgm:t>
    </dgm:pt>
    <dgm:pt modelId="{A29CD068-F6A8-40E1-8A40-D3A13305572F}">
      <dgm:prSet/>
      <dgm:spPr/>
      <dgm:t>
        <a:bodyPr/>
        <a:lstStyle/>
        <a:p>
          <a:r>
            <a:rPr lang="en-US"/>
            <a:t>These vectors represent the semantic meaning of the text.</a:t>
          </a:r>
        </a:p>
      </dgm:t>
    </dgm:pt>
    <dgm:pt modelId="{A4E5073A-8918-4838-A08A-CAB0AB49A3D7}" type="parTrans" cxnId="{2C838261-4512-4C9F-911E-FF728D1FBD39}">
      <dgm:prSet/>
      <dgm:spPr/>
      <dgm:t>
        <a:bodyPr/>
        <a:lstStyle/>
        <a:p>
          <a:endParaRPr lang="en-US"/>
        </a:p>
      </dgm:t>
    </dgm:pt>
    <dgm:pt modelId="{65FF44E6-BF85-4257-AB02-105444A23D92}" type="sibTrans" cxnId="{2C838261-4512-4C9F-911E-FF728D1FBD39}">
      <dgm:prSet/>
      <dgm:spPr/>
      <dgm:t>
        <a:bodyPr/>
        <a:lstStyle/>
        <a:p>
          <a:endParaRPr lang="en-US"/>
        </a:p>
      </dgm:t>
    </dgm:pt>
    <dgm:pt modelId="{5B18C4F5-88D0-4473-9A7D-BE46ADC95C59}">
      <dgm:prSet/>
      <dgm:spPr/>
      <dgm:t>
        <a:bodyPr/>
        <a:lstStyle/>
        <a:p>
          <a:r>
            <a:rPr lang="en-US"/>
            <a:t>2. Prompt Encoding</a:t>
          </a:r>
        </a:p>
      </dgm:t>
    </dgm:pt>
    <dgm:pt modelId="{DD67EBD1-1491-4257-BC4E-D6EF5227F960}" type="parTrans" cxnId="{7F71AF58-769C-4183-A16E-4BCDE50F2BA8}">
      <dgm:prSet/>
      <dgm:spPr/>
      <dgm:t>
        <a:bodyPr/>
        <a:lstStyle/>
        <a:p>
          <a:endParaRPr lang="en-US"/>
        </a:p>
      </dgm:t>
    </dgm:pt>
    <dgm:pt modelId="{5C0C83AC-0B15-4E51-AB78-1925B0CC08CF}" type="sibTrans" cxnId="{7F71AF58-769C-4183-A16E-4BCDE50F2BA8}">
      <dgm:prSet/>
      <dgm:spPr/>
      <dgm:t>
        <a:bodyPr/>
        <a:lstStyle/>
        <a:p>
          <a:endParaRPr lang="en-US"/>
        </a:p>
      </dgm:t>
    </dgm:pt>
    <dgm:pt modelId="{FD5CBCDC-AD0E-46FC-8B17-A5B4CA8FAED2}">
      <dgm:prSet/>
      <dgm:spPr/>
      <dgm:t>
        <a:bodyPr/>
        <a:lstStyle/>
        <a:p>
          <a:r>
            <a:rPr lang="en-US"/>
            <a:t>To encode a prompt:</a:t>
          </a:r>
        </a:p>
      </dgm:t>
    </dgm:pt>
    <dgm:pt modelId="{775FF67F-0E69-4E85-BE4C-0EE88ABC4FAE}" type="parTrans" cxnId="{B3B0836C-DDA3-4F30-AC0A-05EEE14F4496}">
      <dgm:prSet/>
      <dgm:spPr/>
      <dgm:t>
        <a:bodyPr/>
        <a:lstStyle/>
        <a:p>
          <a:endParaRPr lang="en-US"/>
        </a:p>
      </dgm:t>
    </dgm:pt>
    <dgm:pt modelId="{A8735EAA-FE30-4E57-BDA4-2AA4CFCE3C5A}" type="sibTrans" cxnId="{B3B0836C-DDA3-4F30-AC0A-05EEE14F4496}">
      <dgm:prSet/>
      <dgm:spPr/>
      <dgm:t>
        <a:bodyPr/>
        <a:lstStyle/>
        <a:p>
          <a:endParaRPr lang="en-US"/>
        </a:p>
      </dgm:t>
    </dgm:pt>
    <dgm:pt modelId="{0A86FD11-8AB4-48FE-B8A3-A87700B9F487}">
      <dgm:prSet/>
      <dgm:spPr/>
      <dgm:t>
        <a:bodyPr/>
        <a:lstStyle/>
        <a:p>
          <a:r>
            <a:rPr lang="en-US" dirty="0"/>
            <a:t>The prompt is broken into tokens (words or sub-words).</a:t>
          </a:r>
        </a:p>
      </dgm:t>
    </dgm:pt>
    <dgm:pt modelId="{D3AE24EF-9D44-4D84-9E2B-F8DC17A0156C}" type="parTrans" cxnId="{530F6C20-AD00-41D2-8E30-5282057579D3}">
      <dgm:prSet/>
      <dgm:spPr/>
      <dgm:t>
        <a:bodyPr/>
        <a:lstStyle/>
        <a:p>
          <a:endParaRPr lang="en-US"/>
        </a:p>
      </dgm:t>
    </dgm:pt>
    <dgm:pt modelId="{8C28FF51-AA7A-4BA4-8FAF-AA8BDEBBEDE4}" type="sibTrans" cxnId="{530F6C20-AD00-41D2-8E30-5282057579D3}">
      <dgm:prSet/>
      <dgm:spPr/>
      <dgm:t>
        <a:bodyPr/>
        <a:lstStyle/>
        <a:p>
          <a:endParaRPr lang="en-US"/>
        </a:p>
      </dgm:t>
    </dgm:pt>
    <dgm:pt modelId="{CB1689F4-8E33-4E32-9C9E-95A50C8D7005}">
      <dgm:prSet/>
      <dgm:spPr/>
      <dgm:t>
        <a:bodyPr/>
        <a:lstStyle/>
        <a:p>
          <a:r>
            <a:rPr lang="en-US"/>
            <a:t>Each token is converted into a vector using pre-trained models, such as:</a:t>
          </a:r>
        </a:p>
      </dgm:t>
    </dgm:pt>
    <dgm:pt modelId="{DBA84320-01D5-405D-B2AF-B3EFE3E177CE}" type="parTrans" cxnId="{E3968A62-7851-43F6-869F-D20F18919781}">
      <dgm:prSet/>
      <dgm:spPr/>
      <dgm:t>
        <a:bodyPr/>
        <a:lstStyle/>
        <a:p>
          <a:endParaRPr lang="en-US"/>
        </a:p>
      </dgm:t>
    </dgm:pt>
    <dgm:pt modelId="{B0312C99-A7FB-41E5-935C-AE125FCCFF82}" type="sibTrans" cxnId="{E3968A62-7851-43F6-869F-D20F18919781}">
      <dgm:prSet/>
      <dgm:spPr/>
      <dgm:t>
        <a:bodyPr/>
        <a:lstStyle/>
        <a:p>
          <a:endParaRPr lang="en-US"/>
        </a:p>
      </dgm:t>
    </dgm:pt>
    <dgm:pt modelId="{6AD424B2-8CF2-4902-96E1-30FC27E83C70}">
      <dgm:prSet custT="1"/>
      <dgm:spPr/>
      <dgm:t>
        <a:bodyPr/>
        <a:lstStyle/>
        <a:p>
          <a:r>
            <a:rPr lang="en-US" sz="1200" dirty="0"/>
            <a:t>BERT </a:t>
          </a:r>
          <a:r>
            <a:rPr lang="en-US" sz="800" b="0" i="0" dirty="0"/>
            <a:t> (</a:t>
          </a:r>
          <a:r>
            <a:rPr lang="en-US" sz="800" dirty="0"/>
            <a:t>Bidirectional Encoder Representations from Transformers</a:t>
          </a:r>
          <a:r>
            <a:rPr lang="en-US" sz="800" b="0" i="0" dirty="0"/>
            <a:t>) is a pioneering AI language mode</a:t>
          </a:r>
          <a:endParaRPr lang="en-US" sz="1200" dirty="0"/>
        </a:p>
      </dgm:t>
    </dgm:pt>
    <dgm:pt modelId="{AB0720E6-7FB9-407C-9DE6-556BD2D28789}" type="parTrans" cxnId="{2CDACB6F-6F05-44F6-9A74-EDBE71D6F2C3}">
      <dgm:prSet/>
      <dgm:spPr/>
      <dgm:t>
        <a:bodyPr/>
        <a:lstStyle/>
        <a:p>
          <a:endParaRPr lang="en-US"/>
        </a:p>
      </dgm:t>
    </dgm:pt>
    <dgm:pt modelId="{DCA0EC9C-6E89-4F2B-ADBC-30AAB930FEF1}" type="sibTrans" cxnId="{2CDACB6F-6F05-44F6-9A74-EDBE71D6F2C3}">
      <dgm:prSet/>
      <dgm:spPr/>
      <dgm:t>
        <a:bodyPr/>
        <a:lstStyle/>
        <a:p>
          <a:endParaRPr lang="en-US"/>
        </a:p>
      </dgm:t>
    </dgm:pt>
    <dgm:pt modelId="{AACB01A8-F70C-4019-BBD8-7712080B638B}">
      <dgm:prSet/>
      <dgm:spPr/>
      <dgm:t>
        <a:bodyPr/>
        <a:lstStyle/>
        <a:p>
          <a:r>
            <a:rPr lang="en-US" dirty="0"/>
            <a:t>GPT (</a:t>
          </a:r>
          <a:r>
            <a:rPr lang="en-US" b="1" i="0" dirty="0"/>
            <a:t>Generative Pre-trained Transformers)</a:t>
          </a:r>
          <a:endParaRPr lang="en-US" dirty="0"/>
        </a:p>
      </dgm:t>
    </dgm:pt>
    <dgm:pt modelId="{1F6262CA-3DF6-497A-BA08-DE67BF053A60}" type="parTrans" cxnId="{6354D86A-C858-4E03-8FF8-793E40FE9476}">
      <dgm:prSet/>
      <dgm:spPr/>
      <dgm:t>
        <a:bodyPr/>
        <a:lstStyle/>
        <a:p>
          <a:endParaRPr lang="en-US"/>
        </a:p>
      </dgm:t>
    </dgm:pt>
    <dgm:pt modelId="{E47D7036-7FA4-42E2-8D0E-B4B14B5BE1BF}" type="sibTrans" cxnId="{6354D86A-C858-4E03-8FF8-793E40FE9476}">
      <dgm:prSet/>
      <dgm:spPr/>
      <dgm:t>
        <a:bodyPr/>
        <a:lstStyle/>
        <a:p>
          <a:endParaRPr lang="en-US"/>
        </a:p>
      </dgm:t>
    </dgm:pt>
    <dgm:pt modelId="{6CFCEB13-8DCD-40DE-9156-62C9E7FB02AB}">
      <dgm:prSet custT="1"/>
      <dgm:spPr/>
      <dgm:t>
        <a:bodyPr/>
        <a:lstStyle/>
        <a:p>
          <a:r>
            <a:rPr lang="en-US" sz="1050" dirty="0"/>
            <a:t>The system averages all token vectors to create a single vector representation of the prompt.</a:t>
          </a:r>
        </a:p>
      </dgm:t>
    </dgm:pt>
    <dgm:pt modelId="{20DF21F5-37EA-4BEA-BEC8-54D32FC657EE}" type="parTrans" cxnId="{97ED9185-910E-49FE-954D-30038927619B}">
      <dgm:prSet/>
      <dgm:spPr/>
      <dgm:t>
        <a:bodyPr/>
        <a:lstStyle/>
        <a:p>
          <a:endParaRPr lang="en-US"/>
        </a:p>
      </dgm:t>
    </dgm:pt>
    <dgm:pt modelId="{52C205B0-1E65-4254-8BBC-5F2C446755ED}" type="sibTrans" cxnId="{97ED9185-910E-49FE-954D-30038927619B}">
      <dgm:prSet/>
      <dgm:spPr/>
      <dgm:t>
        <a:bodyPr/>
        <a:lstStyle/>
        <a:p>
          <a:endParaRPr lang="en-US"/>
        </a:p>
      </dgm:t>
    </dgm:pt>
    <dgm:pt modelId="{8A119D33-BDBD-4415-A6F6-20EFF89CE64B}">
      <dgm:prSet/>
      <dgm:spPr/>
      <dgm:t>
        <a:bodyPr/>
        <a:lstStyle/>
        <a:p>
          <a:r>
            <a:rPr lang="en-US"/>
            <a:t>This vector summarizes the meaning of the user’s query.</a:t>
          </a:r>
        </a:p>
      </dgm:t>
    </dgm:pt>
    <dgm:pt modelId="{935432FE-4E03-44FB-851C-68B0BA1E8E20}" type="parTrans" cxnId="{D0EAF5DB-2AB4-4EEB-A3CE-5EE50A1F73E9}">
      <dgm:prSet/>
      <dgm:spPr/>
      <dgm:t>
        <a:bodyPr/>
        <a:lstStyle/>
        <a:p>
          <a:endParaRPr lang="en-US"/>
        </a:p>
      </dgm:t>
    </dgm:pt>
    <dgm:pt modelId="{24364094-4E3D-433D-B6EC-D37884DAC059}" type="sibTrans" cxnId="{D0EAF5DB-2AB4-4EEB-A3CE-5EE50A1F73E9}">
      <dgm:prSet/>
      <dgm:spPr/>
      <dgm:t>
        <a:bodyPr/>
        <a:lstStyle/>
        <a:p>
          <a:endParaRPr lang="en-US"/>
        </a:p>
      </dgm:t>
    </dgm:pt>
    <dgm:pt modelId="{4FB2E80F-D90A-45D4-B65F-C07D9EB6BDBE}" type="pres">
      <dgm:prSet presAssocID="{7E5E3AB8-4B6F-44C9-8287-AC58DA542504}" presName="Name0" presStyleCnt="0">
        <dgm:presLayoutVars>
          <dgm:dir/>
          <dgm:resizeHandles val="exact"/>
        </dgm:presLayoutVars>
      </dgm:prSet>
      <dgm:spPr/>
    </dgm:pt>
    <dgm:pt modelId="{18BE1EE2-D0DE-4388-AF80-3949E4142182}" type="pres">
      <dgm:prSet presAssocID="{E65A36EB-B09D-4837-B128-4F8888FB8D9E}" presName="node" presStyleLbl="node1" presStyleIdx="0" presStyleCnt="19">
        <dgm:presLayoutVars>
          <dgm:bulletEnabled val="1"/>
        </dgm:presLayoutVars>
      </dgm:prSet>
      <dgm:spPr/>
    </dgm:pt>
    <dgm:pt modelId="{C3445605-E026-4903-8625-897F22A659DD}" type="pres">
      <dgm:prSet presAssocID="{06C61ECE-4A5B-4304-8A34-3596B8F8818E}" presName="sibTrans" presStyleLbl="sibTrans1D1" presStyleIdx="0" presStyleCnt="18"/>
      <dgm:spPr/>
    </dgm:pt>
    <dgm:pt modelId="{9B06A870-9C99-4CD0-AC66-61190E29B7E4}" type="pres">
      <dgm:prSet presAssocID="{06C61ECE-4A5B-4304-8A34-3596B8F8818E}" presName="connectorText" presStyleLbl="sibTrans1D1" presStyleIdx="0" presStyleCnt="18"/>
      <dgm:spPr/>
    </dgm:pt>
    <dgm:pt modelId="{849523CA-F35C-4C08-923E-841508F952E1}" type="pres">
      <dgm:prSet presAssocID="{BF441233-0E68-405F-8179-DCA21C2C400C}" presName="node" presStyleLbl="node1" presStyleIdx="1" presStyleCnt="19">
        <dgm:presLayoutVars>
          <dgm:bulletEnabled val="1"/>
        </dgm:presLayoutVars>
      </dgm:prSet>
      <dgm:spPr/>
    </dgm:pt>
    <dgm:pt modelId="{8F4C93BB-DD87-488B-94AA-346487FB378B}" type="pres">
      <dgm:prSet presAssocID="{1590FD2A-665C-4809-934B-551690C75497}" presName="sibTrans" presStyleLbl="sibTrans1D1" presStyleIdx="1" presStyleCnt="18"/>
      <dgm:spPr/>
    </dgm:pt>
    <dgm:pt modelId="{27F5C409-AD85-47B3-A3A4-14A1AD1F18F4}" type="pres">
      <dgm:prSet presAssocID="{1590FD2A-665C-4809-934B-551690C75497}" presName="connectorText" presStyleLbl="sibTrans1D1" presStyleIdx="1" presStyleCnt="18"/>
      <dgm:spPr/>
    </dgm:pt>
    <dgm:pt modelId="{37FA6B59-AD3D-4A20-ABAA-6063C3D251D4}" type="pres">
      <dgm:prSet presAssocID="{5FA71286-4990-4272-B9EE-A1A354B15BEC}" presName="node" presStyleLbl="node1" presStyleIdx="2" presStyleCnt="19">
        <dgm:presLayoutVars>
          <dgm:bulletEnabled val="1"/>
        </dgm:presLayoutVars>
      </dgm:prSet>
      <dgm:spPr/>
    </dgm:pt>
    <dgm:pt modelId="{CC3EFD1C-8AF6-4F70-963B-61804F51F0A2}" type="pres">
      <dgm:prSet presAssocID="{39054209-E30F-48AE-B3F3-25186FEEF63E}" presName="sibTrans" presStyleLbl="sibTrans1D1" presStyleIdx="2" presStyleCnt="18"/>
      <dgm:spPr/>
    </dgm:pt>
    <dgm:pt modelId="{FA4785CF-628D-43F7-8B9D-82D8CF6979C9}" type="pres">
      <dgm:prSet presAssocID="{39054209-E30F-48AE-B3F3-25186FEEF63E}" presName="connectorText" presStyleLbl="sibTrans1D1" presStyleIdx="2" presStyleCnt="18"/>
      <dgm:spPr/>
    </dgm:pt>
    <dgm:pt modelId="{33E112A4-1098-489C-8893-8EBA7E0EB289}" type="pres">
      <dgm:prSet presAssocID="{3DA943F5-88E5-4AD4-9E3D-CB3A6945597E}" presName="node" presStyleLbl="node1" presStyleIdx="3" presStyleCnt="19">
        <dgm:presLayoutVars>
          <dgm:bulletEnabled val="1"/>
        </dgm:presLayoutVars>
      </dgm:prSet>
      <dgm:spPr/>
    </dgm:pt>
    <dgm:pt modelId="{01C10055-D52F-4F51-9B95-D50504E2024B}" type="pres">
      <dgm:prSet presAssocID="{AA2AD64D-82BC-4CB0-AFBC-395C48DE7537}" presName="sibTrans" presStyleLbl="sibTrans1D1" presStyleIdx="3" presStyleCnt="18"/>
      <dgm:spPr/>
    </dgm:pt>
    <dgm:pt modelId="{0C1FAB42-09B0-4BD4-B0D4-BE3C0B3F0011}" type="pres">
      <dgm:prSet presAssocID="{AA2AD64D-82BC-4CB0-AFBC-395C48DE7537}" presName="connectorText" presStyleLbl="sibTrans1D1" presStyleIdx="3" presStyleCnt="18"/>
      <dgm:spPr/>
    </dgm:pt>
    <dgm:pt modelId="{67CC81F5-504F-4E30-950F-2234A084015D}" type="pres">
      <dgm:prSet presAssocID="{FC38294D-E412-4D49-8686-9D02A463FDC4}" presName="node" presStyleLbl="node1" presStyleIdx="4" presStyleCnt="19">
        <dgm:presLayoutVars>
          <dgm:bulletEnabled val="1"/>
        </dgm:presLayoutVars>
      </dgm:prSet>
      <dgm:spPr/>
    </dgm:pt>
    <dgm:pt modelId="{3A009B57-FBB4-483B-8867-EC794973EF06}" type="pres">
      <dgm:prSet presAssocID="{79BAE05C-9988-4A0E-9026-A6E225DBEEA6}" presName="sibTrans" presStyleLbl="sibTrans1D1" presStyleIdx="4" presStyleCnt="18"/>
      <dgm:spPr/>
    </dgm:pt>
    <dgm:pt modelId="{3B71C198-E9BA-4F2D-9A0C-AD1A74D5AED5}" type="pres">
      <dgm:prSet presAssocID="{79BAE05C-9988-4A0E-9026-A6E225DBEEA6}" presName="connectorText" presStyleLbl="sibTrans1D1" presStyleIdx="4" presStyleCnt="18"/>
      <dgm:spPr/>
    </dgm:pt>
    <dgm:pt modelId="{1657B71C-8FCF-4F19-898C-141A66069642}" type="pres">
      <dgm:prSet presAssocID="{A4DF12DF-6293-45E1-A84D-434C04CBF23B}" presName="node" presStyleLbl="node1" presStyleIdx="5" presStyleCnt="19">
        <dgm:presLayoutVars>
          <dgm:bulletEnabled val="1"/>
        </dgm:presLayoutVars>
      </dgm:prSet>
      <dgm:spPr/>
    </dgm:pt>
    <dgm:pt modelId="{D9BBE59A-33E4-4308-BF9C-467EC0392E64}" type="pres">
      <dgm:prSet presAssocID="{E079F0F5-9036-47D3-8F83-16B114C35D5C}" presName="sibTrans" presStyleLbl="sibTrans1D1" presStyleIdx="5" presStyleCnt="18"/>
      <dgm:spPr/>
    </dgm:pt>
    <dgm:pt modelId="{000C0541-8034-463B-919A-25D97E50E8B8}" type="pres">
      <dgm:prSet presAssocID="{E079F0F5-9036-47D3-8F83-16B114C35D5C}" presName="connectorText" presStyleLbl="sibTrans1D1" presStyleIdx="5" presStyleCnt="18"/>
      <dgm:spPr/>
    </dgm:pt>
    <dgm:pt modelId="{2C914030-9106-454C-9F90-DF67D720DDAF}" type="pres">
      <dgm:prSet presAssocID="{0A36FBBF-4E97-44CE-8AE0-76F9D0255D2B}" presName="node" presStyleLbl="node1" presStyleIdx="6" presStyleCnt="19">
        <dgm:presLayoutVars>
          <dgm:bulletEnabled val="1"/>
        </dgm:presLayoutVars>
      </dgm:prSet>
      <dgm:spPr/>
    </dgm:pt>
    <dgm:pt modelId="{75A0B18F-0E27-4323-9BC9-D9D02BCFB71A}" type="pres">
      <dgm:prSet presAssocID="{F27049A6-050C-42D8-8313-76820683BA1D}" presName="sibTrans" presStyleLbl="sibTrans1D1" presStyleIdx="6" presStyleCnt="18"/>
      <dgm:spPr/>
    </dgm:pt>
    <dgm:pt modelId="{8EBC6ED1-8E7E-47BB-9276-DDAB6350AB7A}" type="pres">
      <dgm:prSet presAssocID="{F27049A6-050C-42D8-8313-76820683BA1D}" presName="connectorText" presStyleLbl="sibTrans1D1" presStyleIdx="6" presStyleCnt="18"/>
      <dgm:spPr/>
    </dgm:pt>
    <dgm:pt modelId="{7AFA333A-8501-4ED4-86C3-07E83B3C9F28}" type="pres">
      <dgm:prSet presAssocID="{D22EDA54-A10E-4BBE-88E2-C4CFD552FDAB}" presName="node" presStyleLbl="node1" presStyleIdx="7" presStyleCnt="19">
        <dgm:presLayoutVars>
          <dgm:bulletEnabled val="1"/>
        </dgm:presLayoutVars>
      </dgm:prSet>
      <dgm:spPr/>
    </dgm:pt>
    <dgm:pt modelId="{C332C554-E82A-4DFF-81BE-24CD258514FE}" type="pres">
      <dgm:prSet presAssocID="{29CC548A-D667-4C43-8470-C05D025A91DA}" presName="sibTrans" presStyleLbl="sibTrans1D1" presStyleIdx="7" presStyleCnt="18"/>
      <dgm:spPr/>
    </dgm:pt>
    <dgm:pt modelId="{39536658-51D0-4F6E-94A3-874ACC62064D}" type="pres">
      <dgm:prSet presAssocID="{29CC548A-D667-4C43-8470-C05D025A91DA}" presName="connectorText" presStyleLbl="sibTrans1D1" presStyleIdx="7" presStyleCnt="18"/>
      <dgm:spPr/>
    </dgm:pt>
    <dgm:pt modelId="{AA61E2F3-2446-4238-8C89-C56F4E771434}" type="pres">
      <dgm:prSet presAssocID="{54805DB4-E181-4C7F-8DF4-4FC942153174}" presName="node" presStyleLbl="node1" presStyleIdx="8" presStyleCnt="19">
        <dgm:presLayoutVars>
          <dgm:bulletEnabled val="1"/>
        </dgm:presLayoutVars>
      </dgm:prSet>
      <dgm:spPr/>
    </dgm:pt>
    <dgm:pt modelId="{D2A4F0E3-2722-44FA-9A92-13BE66FC2700}" type="pres">
      <dgm:prSet presAssocID="{3BAF02F7-A514-454B-832E-E427F39823B0}" presName="sibTrans" presStyleLbl="sibTrans1D1" presStyleIdx="8" presStyleCnt="18"/>
      <dgm:spPr/>
    </dgm:pt>
    <dgm:pt modelId="{1C5B6BEF-79E9-48FD-8FD9-76589207269C}" type="pres">
      <dgm:prSet presAssocID="{3BAF02F7-A514-454B-832E-E427F39823B0}" presName="connectorText" presStyleLbl="sibTrans1D1" presStyleIdx="8" presStyleCnt="18"/>
      <dgm:spPr/>
    </dgm:pt>
    <dgm:pt modelId="{1976E0B8-1E15-42B5-9716-92491112FF2F}" type="pres">
      <dgm:prSet presAssocID="{65D7F6EB-4653-4DD5-9470-01111B91641D}" presName="node" presStyleLbl="node1" presStyleIdx="9" presStyleCnt="19">
        <dgm:presLayoutVars>
          <dgm:bulletEnabled val="1"/>
        </dgm:presLayoutVars>
      </dgm:prSet>
      <dgm:spPr/>
    </dgm:pt>
    <dgm:pt modelId="{2BCA1FE7-87C7-4A99-BD7B-C2126A96A7A5}" type="pres">
      <dgm:prSet presAssocID="{E735651F-2670-4038-B3BA-C0FC64541440}" presName="sibTrans" presStyleLbl="sibTrans1D1" presStyleIdx="9" presStyleCnt="18"/>
      <dgm:spPr/>
    </dgm:pt>
    <dgm:pt modelId="{8B7D2DA3-A1CC-4C72-94D6-35F9DEBAFC0A}" type="pres">
      <dgm:prSet presAssocID="{E735651F-2670-4038-B3BA-C0FC64541440}" presName="connectorText" presStyleLbl="sibTrans1D1" presStyleIdx="9" presStyleCnt="18"/>
      <dgm:spPr/>
    </dgm:pt>
    <dgm:pt modelId="{12CCA5E6-64C1-4E7E-81AD-4CB08397590B}" type="pres">
      <dgm:prSet presAssocID="{A29CD068-F6A8-40E1-8A40-D3A13305572F}" presName="node" presStyleLbl="node1" presStyleIdx="10" presStyleCnt="19">
        <dgm:presLayoutVars>
          <dgm:bulletEnabled val="1"/>
        </dgm:presLayoutVars>
      </dgm:prSet>
      <dgm:spPr/>
    </dgm:pt>
    <dgm:pt modelId="{FD9E6BAF-29D8-4C39-B04D-89DBBF9B0FCD}" type="pres">
      <dgm:prSet presAssocID="{65FF44E6-BF85-4257-AB02-105444A23D92}" presName="sibTrans" presStyleLbl="sibTrans1D1" presStyleIdx="10" presStyleCnt="18"/>
      <dgm:spPr/>
    </dgm:pt>
    <dgm:pt modelId="{3DB1FDE4-4099-4CE6-80EE-3718F4C57724}" type="pres">
      <dgm:prSet presAssocID="{65FF44E6-BF85-4257-AB02-105444A23D92}" presName="connectorText" presStyleLbl="sibTrans1D1" presStyleIdx="10" presStyleCnt="18"/>
      <dgm:spPr/>
    </dgm:pt>
    <dgm:pt modelId="{86941810-6138-4DB1-8285-6EBE5EE786B5}" type="pres">
      <dgm:prSet presAssocID="{5B18C4F5-88D0-4473-9A7D-BE46ADC95C59}" presName="node" presStyleLbl="node1" presStyleIdx="11" presStyleCnt="19">
        <dgm:presLayoutVars>
          <dgm:bulletEnabled val="1"/>
        </dgm:presLayoutVars>
      </dgm:prSet>
      <dgm:spPr/>
    </dgm:pt>
    <dgm:pt modelId="{7C35AD11-93B9-4B6B-B046-708BA4AFAC92}" type="pres">
      <dgm:prSet presAssocID="{5C0C83AC-0B15-4E51-AB78-1925B0CC08CF}" presName="sibTrans" presStyleLbl="sibTrans1D1" presStyleIdx="11" presStyleCnt="18"/>
      <dgm:spPr/>
    </dgm:pt>
    <dgm:pt modelId="{0BCB3400-22C6-4D1A-A331-7F4D4FAA5486}" type="pres">
      <dgm:prSet presAssocID="{5C0C83AC-0B15-4E51-AB78-1925B0CC08CF}" presName="connectorText" presStyleLbl="sibTrans1D1" presStyleIdx="11" presStyleCnt="18"/>
      <dgm:spPr/>
    </dgm:pt>
    <dgm:pt modelId="{EEB9454E-1972-4C35-8145-66997167B867}" type="pres">
      <dgm:prSet presAssocID="{FD5CBCDC-AD0E-46FC-8B17-A5B4CA8FAED2}" presName="node" presStyleLbl="node1" presStyleIdx="12" presStyleCnt="19">
        <dgm:presLayoutVars>
          <dgm:bulletEnabled val="1"/>
        </dgm:presLayoutVars>
      </dgm:prSet>
      <dgm:spPr/>
    </dgm:pt>
    <dgm:pt modelId="{D98E7B43-3562-439C-AFDF-E07C97862524}" type="pres">
      <dgm:prSet presAssocID="{A8735EAA-FE30-4E57-BDA4-2AA4CFCE3C5A}" presName="sibTrans" presStyleLbl="sibTrans1D1" presStyleIdx="12" presStyleCnt="18"/>
      <dgm:spPr/>
    </dgm:pt>
    <dgm:pt modelId="{3833F966-8C47-4B0B-A472-C400AB9BA6E6}" type="pres">
      <dgm:prSet presAssocID="{A8735EAA-FE30-4E57-BDA4-2AA4CFCE3C5A}" presName="connectorText" presStyleLbl="sibTrans1D1" presStyleIdx="12" presStyleCnt="18"/>
      <dgm:spPr/>
    </dgm:pt>
    <dgm:pt modelId="{E3762159-AA11-4B75-ABB2-27140C1429B6}" type="pres">
      <dgm:prSet presAssocID="{0A86FD11-8AB4-48FE-B8A3-A87700B9F487}" presName="node" presStyleLbl="node1" presStyleIdx="13" presStyleCnt="19">
        <dgm:presLayoutVars>
          <dgm:bulletEnabled val="1"/>
        </dgm:presLayoutVars>
      </dgm:prSet>
      <dgm:spPr/>
    </dgm:pt>
    <dgm:pt modelId="{D2D41F4A-E465-4491-AFBB-33D760B94A03}" type="pres">
      <dgm:prSet presAssocID="{8C28FF51-AA7A-4BA4-8FAF-AA8BDEBBEDE4}" presName="sibTrans" presStyleLbl="sibTrans1D1" presStyleIdx="13" presStyleCnt="18"/>
      <dgm:spPr/>
    </dgm:pt>
    <dgm:pt modelId="{641D7EB6-3E82-4DC9-9D6F-598536C1CF65}" type="pres">
      <dgm:prSet presAssocID="{8C28FF51-AA7A-4BA4-8FAF-AA8BDEBBEDE4}" presName="connectorText" presStyleLbl="sibTrans1D1" presStyleIdx="13" presStyleCnt="18"/>
      <dgm:spPr/>
    </dgm:pt>
    <dgm:pt modelId="{2B97C79F-BACD-4F33-8E90-BF71D8B34182}" type="pres">
      <dgm:prSet presAssocID="{CB1689F4-8E33-4E32-9C9E-95A50C8D7005}" presName="node" presStyleLbl="node1" presStyleIdx="14" presStyleCnt="19">
        <dgm:presLayoutVars>
          <dgm:bulletEnabled val="1"/>
        </dgm:presLayoutVars>
      </dgm:prSet>
      <dgm:spPr/>
    </dgm:pt>
    <dgm:pt modelId="{28E45B3B-A559-42FF-A8F0-018F2C452C3D}" type="pres">
      <dgm:prSet presAssocID="{B0312C99-A7FB-41E5-935C-AE125FCCFF82}" presName="sibTrans" presStyleLbl="sibTrans1D1" presStyleIdx="14" presStyleCnt="18"/>
      <dgm:spPr/>
    </dgm:pt>
    <dgm:pt modelId="{B2D39E23-2DD1-442E-843B-C3B64DB77C27}" type="pres">
      <dgm:prSet presAssocID="{B0312C99-A7FB-41E5-935C-AE125FCCFF82}" presName="connectorText" presStyleLbl="sibTrans1D1" presStyleIdx="14" presStyleCnt="18"/>
      <dgm:spPr/>
    </dgm:pt>
    <dgm:pt modelId="{7912B3E7-BD16-45AE-B991-70736ACF11E3}" type="pres">
      <dgm:prSet presAssocID="{6AD424B2-8CF2-4902-96E1-30FC27E83C70}" presName="node" presStyleLbl="node1" presStyleIdx="15" presStyleCnt="19" custLinFactNeighborY="1939">
        <dgm:presLayoutVars>
          <dgm:bulletEnabled val="1"/>
        </dgm:presLayoutVars>
      </dgm:prSet>
      <dgm:spPr/>
    </dgm:pt>
    <dgm:pt modelId="{2EE52E24-EC6C-4BA7-B299-CEA5863FF227}" type="pres">
      <dgm:prSet presAssocID="{DCA0EC9C-6E89-4F2B-ADBC-30AAB930FEF1}" presName="sibTrans" presStyleLbl="sibTrans1D1" presStyleIdx="15" presStyleCnt="18"/>
      <dgm:spPr/>
    </dgm:pt>
    <dgm:pt modelId="{D5F9CB63-416A-428B-8E24-CDBFB848C8F8}" type="pres">
      <dgm:prSet presAssocID="{DCA0EC9C-6E89-4F2B-ADBC-30AAB930FEF1}" presName="connectorText" presStyleLbl="sibTrans1D1" presStyleIdx="15" presStyleCnt="18"/>
      <dgm:spPr/>
    </dgm:pt>
    <dgm:pt modelId="{296F7066-17C9-4354-88B7-AAB6F6C8FDBC}" type="pres">
      <dgm:prSet presAssocID="{AACB01A8-F70C-4019-BBD8-7712080B638B}" presName="node" presStyleLbl="node1" presStyleIdx="16" presStyleCnt="19">
        <dgm:presLayoutVars>
          <dgm:bulletEnabled val="1"/>
        </dgm:presLayoutVars>
      </dgm:prSet>
      <dgm:spPr/>
    </dgm:pt>
    <dgm:pt modelId="{408D25DB-B242-4836-9DF6-A17EA319AA0A}" type="pres">
      <dgm:prSet presAssocID="{E47D7036-7FA4-42E2-8D0E-B4B14B5BE1BF}" presName="sibTrans" presStyleLbl="sibTrans1D1" presStyleIdx="16" presStyleCnt="18"/>
      <dgm:spPr/>
    </dgm:pt>
    <dgm:pt modelId="{3AF8D68D-B002-4C29-8A2B-7D2676764982}" type="pres">
      <dgm:prSet presAssocID="{E47D7036-7FA4-42E2-8D0E-B4B14B5BE1BF}" presName="connectorText" presStyleLbl="sibTrans1D1" presStyleIdx="16" presStyleCnt="18"/>
      <dgm:spPr/>
    </dgm:pt>
    <dgm:pt modelId="{1FA1E0B4-3BA4-4722-A192-98C036A35C58}" type="pres">
      <dgm:prSet presAssocID="{6CFCEB13-8DCD-40DE-9156-62C9E7FB02AB}" presName="node" presStyleLbl="node1" presStyleIdx="17" presStyleCnt="19">
        <dgm:presLayoutVars>
          <dgm:bulletEnabled val="1"/>
        </dgm:presLayoutVars>
      </dgm:prSet>
      <dgm:spPr/>
    </dgm:pt>
    <dgm:pt modelId="{4E4FC0B6-330B-4DCB-BDDF-A5F9D809A34A}" type="pres">
      <dgm:prSet presAssocID="{52C205B0-1E65-4254-8BBC-5F2C446755ED}" presName="sibTrans" presStyleLbl="sibTrans1D1" presStyleIdx="17" presStyleCnt="18"/>
      <dgm:spPr/>
    </dgm:pt>
    <dgm:pt modelId="{9873E49B-9846-4564-AC62-850C00370F80}" type="pres">
      <dgm:prSet presAssocID="{52C205B0-1E65-4254-8BBC-5F2C446755ED}" presName="connectorText" presStyleLbl="sibTrans1D1" presStyleIdx="17" presStyleCnt="18"/>
      <dgm:spPr/>
    </dgm:pt>
    <dgm:pt modelId="{C18C57EB-C2C3-43D7-82F1-488C93DE2318}" type="pres">
      <dgm:prSet presAssocID="{8A119D33-BDBD-4415-A6F6-20EFF89CE64B}" presName="node" presStyleLbl="node1" presStyleIdx="18" presStyleCnt="19">
        <dgm:presLayoutVars>
          <dgm:bulletEnabled val="1"/>
        </dgm:presLayoutVars>
      </dgm:prSet>
      <dgm:spPr/>
    </dgm:pt>
  </dgm:ptLst>
  <dgm:cxnLst>
    <dgm:cxn modelId="{C2869903-8464-444F-A907-00AFD4557461}" type="presOf" srcId="{E47D7036-7FA4-42E2-8D0E-B4B14B5BE1BF}" destId="{3AF8D68D-B002-4C29-8A2B-7D2676764982}" srcOrd="1" destOrd="0" presId="urn:microsoft.com/office/officeart/2016/7/layout/RepeatingBendingProcessNew"/>
    <dgm:cxn modelId="{BEE63C05-C31C-42D0-B663-FA60B3F285E3}" type="presOf" srcId="{52C205B0-1E65-4254-8BBC-5F2C446755ED}" destId="{9873E49B-9846-4564-AC62-850C00370F80}" srcOrd="1" destOrd="0" presId="urn:microsoft.com/office/officeart/2016/7/layout/RepeatingBendingProcessNew"/>
    <dgm:cxn modelId="{7BBF660E-4706-4D4C-9BD2-E5039C7B1D25}" type="presOf" srcId="{65FF44E6-BF85-4257-AB02-105444A23D92}" destId="{3DB1FDE4-4099-4CE6-80EE-3718F4C57724}" srcOrd="1" destOrd="0" presId="urn:microsoft.com/office/officeart/2016/7/layout/RepeatingBendingProcessNew"/>
    <dgm:cxn modelId="{D2B6EA10-F3C3-4C2A-9372-DF840EB0DF41}" type="presOf" srcId="{65FF44E6-BF85-4257-AB02-105444A23D92}" destId="{FD9E6BAF-29D8-4C39-B04D-89DBBF9B0FCD}" srcOrd="0" destOrd="0" presId="urn:microsoft.com/office/officeart/2016/7/layout/RepeatingBendingProcessNew"/>
    <dgm:cxn modelId="{D6EA2F19-0DD9-488D-9BBC-6AC7B72D05BE}" type="presOf" srcId="{B0312C99-A7FB-41E5-935C-AE125FCCFF82}" destId="{B2D39E23-2DD1-442E-843B-C3B64DB77C27}" srcOrd="1" destOrd="0" presId="urn:microsoft.com/office/officeart/2016/7/layout/RepeatingBendingProcessNew"/>
    <dgm:cxn modelId="{530F6C20-AD00-41D2-8E30-5282057579D3}" srcId="{7E5E3AB8-4B6F-44C9-8287-AC58DA542504}" destId="{0A86FD11-8AB4-48FE-B8A3-A87700B9F487}" srcOrd="13" destOrd="0" parTransId="{D3AE24EF-9D44-4D84-9E2B-F8DC17A0156C}" sibTransId="{8C28FF51-AA7A-4BA4-8FAF-AA8BDEBBEDE4}"/>
    <dgm:cxn modelId="{86AF2F21-4D30-48D9-B8F3-F4551E496F10}" type="presOf" srcId="{5C0C83AC-0B15-4E51-AB78-1925B0CC08CF}" destId="{7C35AD11-93B9-4B6B-B046-708BA4AFAC92}" srcOrd="0" destOrd="0" presId="urn:microsoft.com/office/officeart/2016/7/layout/RepeatingBendingProcessNew"/>
    <dgm:cxn modelId="{C275002A-E33E-4B50-B694-4C670F98F8E2}" type="presOf" srcId="{65D7F6EB-4653-4DD5-9470-01111B91641D}" destId="{1976E0B8-1E15-42B5-9716-92491112FF2F}" srcOrd="0" destOrd="0" presId="urn:microsoft.com/office/officeart/2016/7/layout/RepeatingBendingProcessNew"/>
    <dgm:cxn modelId="{3FD02832-8647-4143-8650-423CF8578ABC}" srcId="{7E5E3AB8-4B6F-44C9-8287-AC58DA542504}" destId="{65D7F6EB-4653-4DD5-9470-01111B91641D}" srcOrd="9" destOrd="0" parTransId="{AED70BAA-10DE-4DE0-8698-56C5043490EA}" sibTransId="{E735651F-2670-4038-B3BA-C0FC64541440}"/>
    <dgm:cxn modelId="{A3D03835-C46F-48ED-98D8-47C4DA77C4AC}" srcId="{7E5E3AB8-4B6F-44C9-8287-AC58DA542504}" destId="{3DA943F5-88E5-4AD4-9E3D-CB3A6945597E}" srcOrd="3" destOrd="0" parTransId="{3A7541E6-FECE-498D-BEC5-DDF7F6FA2C2F}" sibTransId="{AA2AD64D-82BC-4CB0-AFBC-395C48DE7537}"/>
    <dgm:cxn modelId="{FE3DEF35-9423-49A4-9FE6-223683FA34A5}" type="presOf" srcId="{0A36FBBF-4E97-44CE-8AE0-76F9D0255D2B}" destId="{2C914030-9106-454C-9F90-DF67D720DDAF}" srcOrd="0" destOrd="0" presId="urn:microsoft.com/office/officeart/2016/7/layout/RepeatingBendingProcessNew"/>
    <dgm:cxn modelId="{4C5E5360-E059-406B-9C0F-86C7B847E1F7}" type="presOf" srcId="{6CFCEB13-8DCD-40DE-9156-62C9E7FB02AB}" destId="{1FA1E0B4-3BA4-4722-A192-98C036A35C58}" srcOrd="0" destOrd="0" presId="urn:microsoft.com/office/officeart/2016/7/layout/RepeatingBendingProcessNew"/>
    <dgm:cxn modelId="{2C838261-4512-4C9F-911E-FF728D1FBD39}" srcId="{7E5E3AB8-4B6F-44C9-8287-AC58DA542504}" destId="{A29CD068-F6A8-40E1-8A40-D3A13305572F}" srcOrd="10" destOrd="0" parTransId="{A4E5073A-8918-4838-A08A-CAB0AB49A3D7}" sibTransId="{65FF44E6-BF85-4257-AB02-105444A23D92}"/>
    <dgm:cxn modelId="{E3968A62-7851-43F6-869F-D20F18919781}" srcId="{7E5E3AB8-4B6F-44C9-8287-AC58DA542504}" destId="{CB1689F4-8E33-4E32-9C9E-95A50C8D7005}" srcOrd="14" destOrd="0" parTransId="{DBA84320-01D5-405D-B2AF-B3EFE3E177CE}" sibTransId="{B0312C99-A7FB-41E5-935C-AE125FCCFF82}"/>
    <dgm:cxn modelId="{38B70144-5368-41BE-974E-127D9D890FE7}" type="presOf" srcId="{AA2AD64D-82BC-4CB0-AFBC-395C48DE7537}" destId="{0C1FAB42-09B0-4BD4-B0D4-BE3C0B3F0011}" srcOrd="1" destOrd="0" presId="urn:microsoft.com/office/officeart/2016/7/layout/RepeatingBendingProcessNew"/>
    <dgm:cxn modelId="{7E6D1064-E18E-4082-9E60-C583D2DA8AF3}" type="presOf" srcId="{3BAF02F7-A514-454B-832E-E427F39823B0}" destId="{D2A4F0E3-2722-44FA-9A92-13BE66FC2700}" srcOrd="0" destOrd="0" presId="urn:microsoft.com/office/officeart/2016/7/layout/RepeatingBendingProcessNew"/>
    <dgm:cxn modelId="{B474E744-7CC3-42CE-A949-5B71AED9804E}" type="presOf" srcId="{FD5CBCDC-AD0E-46FC-8B17-A5B4CA8FAED2}" destId="{EEB9454E-1972-4C35-8145-66997167B867}" srcOrd="0" destOrd="0" presId="urn:microsoft.com/office/officeart/2016/7/layout/RepeatingBendingProcessNew"/>
    <dgm:cxn modelId="{90ED064A-7950-44CC-ADA3-7D49C4F8904E}" type="presOf" srcId="{29CC548A-D667-4C43-8470-C05D025A91DA}" destId="{C332C554-E82A-4DFF-81BE-24CD258514FE}" srcOrd="0" destOrd="0" presId="urn:microsoft.com/office/officeart/2016/7/layout/RepeatingBendingProcessNew"/>
    <dgm:cxn modelId="{D89C654A-7DE5-49F5-A814-D97E2F9284B2}" srcId="{7E5E3AB8-4B6F-44C9-8287-AC58DA542504}" destId="{BF441233-0E68-405F-8179-DCA21C2C400C}" srcOrd="1" destOrd="0" parTransId="{496E7CCA-D134-47AE-B74B-E21A7DA8E994}" sibTransId="{1590FD2A-665C-4809-934B-551690C75497}"/>
    <dgm:cxn modelId="{6354D86A-C858-4E03-8FF8-793E40FE9476}" srcId="{7E5E3AB8-4B6F-44C9-8287-AC58DA542504}" destId="{AACB01A8-F70C-4019-BBD8-7712080B638B}" srcOrd="16" destOrd="0" parTransId="{1F6262CA-3DF6-497A-BA08-DE67BF053A60}" sibTransId="{E47D7036-7FA4-42E2-8D0E-B4B14B5BE1BF}"/>
    <dgm:cxn modelId="{B3B0836C-DDA3-4F30-AC0A-05EEE14F4496}" srcId="{7E5E3AB8-4B6F-44C9-8287-AC58DA542504}" destId="{FD5CBCDC-AD0E-46FC-8B17-A5B4CA8FAED2}" srcOrd="12" destOrd="0" parTransId="{775FF67F-0E69-4E85-BE4C-0EE88ABC4FAE}" sibTransId="{A8735EAA-FE30-4E57-BDA4-2AA4CFCE3C5A}"/>
    <dgm:cxn modelId="{93F1B74C-5C9C-450A-9160-DFE652B52B71}" type="presOf" srcId="{5B18C4F5-88D0-4473-9A7D-BE46ADC95C59}" destId="{86941810-6138-4DB1-8285-6EBE5EE786B5}" srcOrd="0" destOrd="0" presId="urn:microsoft.com/office/officeart/2016/7/layout/RepeatingBendingProcessNew"/>
    <dgm:cxn modelId="{2CDACB6F-6F05-44F6-9A74-EDBE71D6F2C3}" srcId="{7E5E3AB8-4B6F-44C9-8287-AC58DA542504}" destId="{6AD424B2-8CF2-4902-96E1-30FC27E83C70}" srcOrd="15" destOrd="0" parTransId="{AB0720E6-7FB9-407C-9DE6-556BD2D28789}" sibTransId="{DCA0EC9C-6E89-4F2B-ADBC-30AAB930FEF1}"/>
    <dgm:cxn modelId="{92DBE071-00FE-4846-AE5E-62C893387FD2}" type="presOf" srcId="{1590FD2A-665C-4809-934B-551690C75497}" destId="{8F4C93BB-DD87-488B-94AA-346487FB378B}" srcOrd="0" destOrd="0" presId="urn:microsoft.com/office/officeart/2016/7/layout/RepeatingBendingProcessNew"/>
    <dgm:cxn modelId="{63631974-34EC-4FD6-B780-81090F3CB8BD}" type="presOf" srcId="{A4DF12DF-6293-45E1-A84D-434C04CBF23B}" destId="{1657B71C-8FCF-4F19-898C-141A66069642}" srcOrd="0" destOrd="0" presId="urn:microsoft.com/office/officeart/2016/7/layout/RepeatingBendingProcessNew"/>
    <dgm:cxn modelId="{FC2E6A74-78E9-475B-9E03-D0FB08EEDC4D}" srcId="{7E5E3AB8-4B6F-44C9-8287-AC58DA542504}" destId="{54805DB4-E181-4C7F-8DF4-4FC942153174}" srcOrd="8" destOrd="0" parTransId="{3CBB8094-51F1-488F-90C8-9B0AC98FA206}" sibTransId="{3BAF02F7-A514-454B-832E-E427F39823B0}"/>
    <dgm:cxn modelId="{EC011877-85D3-4788-A03C-59CCD41F0BDF}" type="presOf" srcId="{B0312C99-A7FB-41E5-935C-AE125FCCFF82}" destId="{28E45B3B-A559-42FF-A8F0-018F2C452C3D}" srcOrd="0" destOrd="0" presId="urn:microsoft.com/office/officeart/2016/7/layout/RepeatingBendingProcessNew"/>
    <dgm:cxn modelId="{7F71AF58-769C-4183-A16E-4BCDE50F2BA8}" srcId="{7E5E3AB8-4B6F-44C9-8287-AC58DA542504}" destId="{5B18C4F5-88D0-4473-9A7D-BE46ADC95C59}" srcOrd="11" destOrd="0" parTransId="{DD67EBD1-1491-4257-BC4E-D6EF5227F960}" sibTransId="{5C0C83AC-0B15-4E51-AB78-1925B0CC08CF}"/>
    <dgm:cxn modelId="{3D084279-557B-43B1-AD7C-77BF54121BA0}" type="presOf" srcId="{79BAE05C-9988-4A0E-9026-A6E225DBEEA6}" destId="{3A009B57-FBB4-483B-8867-EC794973EF06}" srcOrd="0" destOrd="0" presId="urn:microsoft.com/office/officeart/2016/7/layout/RepeatingBendingProcessNew"/>
    <dgm:cxn modelId="{45B2A659-EB01-4563-B6F8-44C7941C5603}" type="presOf" srcId="{1590FD2A-665C-4809-934B-551690C75497}" destId="{27F5C409-AD85-47B3-A3A4-14A1AD1F18F4}" srcOrd="1" destOrd="0" presId="urn:microsoft.com/office/officeart/2016/7/layout/RepeatingBendingProcessNew"/>
    <dgm:cxn modelId="{07F22D7C-7525-43C1-A292-885718F76D40}" type="presOf" srcId="{39054209-E30F-48AE-B3F3-25186FEEF63E}" destId="{CC3EFD1C-8AF6-4F70-963B-61804F51F0A2}" srcOrd="0" destOrd="0" presId="urn:microsoft.com/office/officeart/2016/7/layout/RepeatingBendingProcessNew"/>
    <dgm:cxn modelId="{56A5DE82-DEF6-49D3-B51E-9C3461D9EBE0}" srcId="{7E5E3AB8-4B6F-44C9-8287-AC58DA542504}" destId="{FC38294D-E412-4D49-8686-9D02A463FDC4}" srcOrd="4" destOrd="0" parTransId="{B2BCC37D-2EFD-44B2-9F92-6B609B93E005}" sibTransId="{79BAE05C-9988-4A0E-9026-A6E225DBEEA6}"/>
    <dgm:cxn modelId="{1C745684-B48D-4736-A178-57EAAE96DBA6}" type="presOf" srcId="{A29CD068-F6A8-40E1-8A40-D3A13305572F}" destId="{12CCA5E6-64C1-4E7E-81AD-4CB08397590B}" srcOrd="0" destOrd="0" presId="urn:microsoft.com/office/officeart/2016/7/layout/RepeatingBendingProcessNew"/>
    <dgm:cxn modelId="{97ED9185-910E-49FE-954D-30038927619B}" srcId="{7E5E3AB8-4B6F-44C9-8287-AC58DA542504}" destId="{6CFCEB13-8DCD-40DE-9156-62C9E7FB02AB}" srcOrd="17" destOrd="0" parTransId="{20DF21F5-37EA-4BEA-BEC8-54D32FC657EE}" sibTransId="{52C205B0-1E65-4254-8BBC-5F2C446755ED}"/>
    <dgm:cxn modelId="{A8886487-B354-46BE-A6D2-E06E020ACB49}" type="presOf" srcId="{CB1689F4-8E33-4E32-9C9E-95A50C8D7005}" destId="{2B97C79F-BACD-4F33-8E90-BF71D8B34182}" srcOrd="0" destOrd="0" presId="urn:microsoft.com/office/officeart/2016/7/layout/RepeatingBendingProcessNew"/>
    <dgm:cxn modelId="{30935089-71A2-439A-8997-A6CE6575225A}" type="presOf" srcId="{DCA0EC9C-6E89-4F2B-ADBC-30AAB930FEF1}" destId="{D5F9CB63-416A-428B-8E24-CDBFB848C8F8}" srcOrd="1" destOrd="0" presId="urn:microsoft.com/office/officeart/2016/7/layout/RepeatingBendingProcessNew"/>
    <dgm:cxn modelId="{5AFE798A-A926-4736-BC66-31ED65A1D82F}" type="presOf" srcId="{5FA71286-4990-4272-B9EE-A1A354B15BEC}" destId="{37FA6B59-AD3D-4A20-ABAA-6063C3D251D4}" srcOrd="0" destOrd="0" presId="urn:microsoft.com/office/officeart/2016/7/layout/RepeatingBendingProcessNew"/>
    <dgm:cxn modelId="{55A4708B-03FE-4CB7-B07D-5AC4F43B8EEC}" type="presOf" srcId="{3BAF02F7-A514-454B-832E-E427F39823B0}" destId="{1C5B6BEF-79E9-48FD-8FD9-76589207269C}" srcOrd="1" destOrd="0" presId="urn:microsoft.com/office/officeart/2016/7/layout/RepeatingBendingProcessNew"/>
    <dgm:cxn modelId="{FE4B058F-F212-4063-AA55-730D2778DDC2}" type="presOf" srcId="{7E5E3AB8-4B6F-44C9-8287-AC58DA542504}" destId="{4FB2E80F-D90A-45D4-B65F-C07D9EB6BDBE}" srcOrd="0" destOrd="0" presId="urn:microsoft.com/office/officeart/2016/7/layout/RepeatingBendingProcessNew"/>
    <dgm:cxn modelId="{D8301991-093B-449C-9CC2-9A926A24583F}" type="presOf" srcId="{06C61ECE-4A5B-4304-8A34-3596B8F8818E}" destId="{9B06A870-9C99-4CD0-AC66-61190E29B7E4}" srcOrd="1" destOrd="0" presId="urn:microsoft.com/office/officeart/2016/7/layout/RepeatingBendingProcessNew"/>
    <dgm:cxn modelId="{12838493-F55C-4BE0-B668-AE738FD9839A}" type="presOf" srcId="{5C0C83AC-0B15-4E51-AB78-1925B0CC08CF}" destId="{0BCB3400-22C6-4D1A-A331-7F4D4FAA5486}" srcOrd="1" destOrd="0" presId="urn:microsoft.com/office/officeart/2016/7/layout/RepeatingBendingProcessNew"/>
    <dgm:cxn modelId="{CEA1A697-8D29-4323-B6AA-9641577665CF}" type="presOf" srcId="{8C28FF51-AA7A-4BA4-8FAF-AA8BDEBBEDE4}" destId="{D2D41F4A-E465-4491-AFBB-33D760B94A03}" srcOrd="0" destOrd="0" presId="urn:microsoft.com/office/officeart/2016/7/layout/RepeatingBendingProcessNew"/>
    <dgm:cxn modelId="{ABDB429B-3008-455B-B615-5232AC29611A}" type="presOf" srcId="{0A86FD11-8AB4-48FE-B8A3-A87700B9F487}" destId="{E3762159-AA11-4B75-ABB2-27140C1429B6}" srcOrd="0" destOrd="0" presId="urn:microsoft.com/office/officeart/2016/7/layout/RepeatingBendingProcessNew"/>
    <dgm:cxn modelId="{3398959C-DDA1-40A4-B520-DFF6101DC94D}" type="presOf" srcId="{F27049A6-050C-42D8-8313-76820683BA1D}" destId="{8EBC6ED1-8E7E-47BB-9276-DDAB6350AB7A}" srcOrd="1" destOrd="0" presId="urn:microsoft.com/office/officeart/2016/7/layout/RepeatingBendingProcessNew"/>
    <dgm:cxn modelId="{4E30099D-7CC2-4E31-9E22-10F8741A4183}" type="presOf" srcId="{8A119D33-BDBD-4415-A6F6-20EFF89CE64B}" destId="{C18C57EB-C2C3-43D7-82F1-488C93DE2318}" srcOrd="0" destOrd="0" presId="urn:microsoft.com/office/officeart/2016/7/layout/RepeatingBendingProcessNew"/>
    <dgm:cxn modelId="{FC92A79E-7DBC-4D0A-BA74-F6CA570296A9}" type="presOf" srcId="{FC38294D-E412-4D49-8686-9D02A463FDC4}" destId="{67CC81F5-504F-4E30-950F-2234A084015D}" srcOrd="0" destOrd="0" presId="urn:microsoft.com/office/officeart/2016/7/layout/RepeatingBendingProcessNew"/>
    <dgm:cxn modelId="{97A69F9F-3927-4AF4-89E1-5B0BD274F3D7}" type="presOf" srcId="{29CC548A-D667-4C43-8470-C05D025A91DA}" destId="{39536658-51D0-4F6E-94A3-874ACC62064D}" srcOrd="1" destOrd="0" presId="urn:microsoft.com/office/officeart/2016/7/layout/RepeatingBendingProcessNew"/>
    <dgm:cxn modelId="{7977F1A1-7CDC-4BBF-A913-2149375FDFAF}" srcId="{7E5E3AB8-4B6F-44C9-8287-AC58DA542504}" destId="{5FA71286-4990-4272-B9EE-A1A354B15BEC}" srcOrd="2" destOrd="0" parTransId="{7DF6825F-D6D5-45C8-B014-27713F79078F}" sibTransId="{39054209-E30F-48AE-B3F3-25186FEEF63E}"/>
    <dgm:cxn modelId="{8452F3AC-00E1-4B80-ACC5-CA979DA7C60F}" type="presOf" srcId="{8C28FF51-AA7A-4BA4-8FAF-AA8BDEBBEDE4}" destId="{641D7EB6-3E82-4DC9-9D6F-598536C1CF65}" srcOrd="1" destOrd="0" presId="urn:microsoft.com/office/officeart/2016/7/layout/RepeatingBendingProcessNew"/>
    <dgm:cxn modelId="{23ED4FB1-67C8-4E4E-A77D-F61738698D65}" type="presOf" srcId="{E735651F-2670-4038-B3BA-C0FC64541440}" destId="{8B7D2DA3-A1CC-4C72-94D6-35F9DEBAFC0A}" srcOrd="1" destOrd="0" presId="urn:microsoft.com/office/officeart/2016/7/layout/RepeatingBendingProcessNew"/>
    <dgm:cxn modelId="{34AA7CB5-A8F2-4BAC-8A4F-0E63C1D99C6F}" type="presOf" srcId="{54805DB4-E181-4C7F-8DF4-4FC942153174}" destId="{AA61E2F3-2446-4238-8C89-C56F4E771434}" srcOrd="0" destOrd="0" presId="urn:microsoft.com/office/officeart/2016/7/layout/RepeatingBendingProcessNew"/>
    <dgm:cxn modelId="{2ACFEEB5-4E20-49ED-8915-6E032A6711FF}" srcId="{7E5E3AB8-4B6F-44C9-8287-AC58DA542504}" destId="{E65A36EB-B09D-4837-B128-4F8888FB8D9E}" srcOrd="0" destOrd="0" parTransId="{9E1B4F6C-180C-44CA-AEFB-4C03AA751E7A}" sibTransId="{06C61ECE-4A5B-4304-8A34-3596B8F8818E}"/>
    <dgm:cxn modelId="{61D604B7-156B-4C14-BC36-EBD359506F43}" type="presOf" srcId="{D22EDA54-A10E-4BBE-88E2-C4CFD552FDAB}" destId="{7AFA333A-8501-4ED4-86C3-07E83B3C9F28}" srcOrd="0" destOrd="0" presId="urn:microsoft.com/office/officeart/2016/7/layout/RepeatingBendingProcessNew"/>
    <dgm:cxn modelId="{293342B8-A357-4746-AF94-549072BFF3D2}" type="presOf" srcId="{A8735EAA-FE30-4E57-BDA4-2AA4CFCE3C5A}" destId="{3833F966-8C47-4B0B-A472-C400AB9BA6E6}" srcOrd="1" destOrd="0" presId="urn:microsoft.com/office/officeart/2016/7/layout/RepeatingBendingProcessNew"/>
    <dgm:cxn modelId="{2A451BB9-CAAE-43EA-84B0-4216C93837AE}" type="presOf" srcId="{A8735EAA-FE30-4E57-BDA4-2AA4CFCE3C5A}" destId="{D98E7B43-3562-439C-AFDF-E07C97862524}" srcOrd="0" destOrd="0" presId="urn:microsoft.com/office/officeart/2016/7/layout/RepeatingBendingProcessNew"/>
    <dgm:cxn modelId="{EB6E93BB-3D1B-499B-942B-1F57B53CE6BF}" srcId="{7E5E3AB8-4B6F-44C9-8287-AC58DA542504}" destId="{D22EDA54-A10E-4BBE-88E2-C4CFD552FDAB}" srcOrd="7" destOrd="0" parTransId="{04D3A25A-5B32-41FE-A83A-B3726E4BD97F}" sibTransId="{29CC548A-D667-4C43-8470-C05D025A91DA}"/>
    <dgm:cxn modelId="{2074D4BD-BF72-40D2-9D7F-CB4BBF79BCEF}" type="presOf" srcId="{E47D7036-7FA4-42E2-8D0E-B4B14B5BE1BF}" destId="{408D25DB-B242-4836-9DF6-A17EA319AA0A}" srcOrd="0" destOrd="0" presId="urn:microsoft.com/office/officeart/2016/7/layout/RepeatingBendingProcessNew"/>
    <dgm:cxn modelId="{4D5BBAC8-B3F0-4DE3-B103-3F42FB0AD89D}" type="presOf" srcId="{3DA943F5-88E5-4AD4-9E3D-CB3A6945597E}" destId="{33E112A4-1098-489C-8893-8EBA7E0EB289}" srcOrd="0" destOrd="0" presId="urn:microsoft.com/office/officeart/2016/7/layout/RepeatingBendingProcessNew"/>
    <dgm:cxn modelId="{5B8E17CB-8FB3-4E55-909B-A51CD3A70878}" type="presOf" srcId="{52C205B0-1E65-4254-8BBC-5F2C446755ED}" destId="{4E4FC0B6-330B-4DCB-BDDF-A5F9D809A34A}" srcOrd="0" destOrd="0" presId="urn:microsoft.com/office/officeart/2016/7/layout/RepeatingBendingProcessNew"/>
    <dgm:cxn modelId="{88B26DD5-C7D5-40FE-B9E4-452DC90E2C79}" type="presOf" srcId="{E079F0F5-9036-47D3-8F83-16B114C35D5C}" destId="{000C0541-8034-463B-919A-25D97E50E8B8}" srcOrd="1" destOrd="0" presId="urn:microsoft.com/office/officeart/2016/7/layout/RepeatingBendingProcessNew"/>
    <dgm:cxn modelId="{49EC3AD6-A246-45A6-9043-1128B97518F1}" type="presOf" srcId="{BF441233-0E68-405F-8179-DCA21C2C400C}" destId="{849523CA-F35C-4C08-923E-841508F952E1}" srcOrd="0" destOrd="0" presId="urn:microsoft.com/office/officeart/2016/7/layout/RepeatingBendingProcessNew"/>
    <dgm:cxn modelId="{EB3864D6-6E07-443F-AFAE-0CEBB32DAFE2}" type="presOf" srcId="{E735651F-2670-4038-B3BA-C0FC64541440}" destId="{2BCA1FE7-87C7-4A99-BD7B-C2126A96A7A5}" srcOrd="0" destOrd="0" presId="urn:microsoft.com/office/officeart/2016/7/layout/RepeatingBendingProcessNew"/>
    <dgm:cxn modelId="{3A3C29D8-1D2F-4192-A701-CC569F493B6B}" srcId="{7E5E3AB8-4B6F-44C9-8287-AC58DA542504}" destId="{0A36FBBF-4E97-44CE-8AE0-76F9D0255D2B}" srcOrd="6" destOrd="0" parTransId="{F9AD3A47-4A73-465B-940D-A0F52ECA9DF9}" sibTransId="{F27049A6-050C-42D8-8313-76820683BA1D}"/>
    <dgm:cxn modelId="{4DE3E2DB-8F2E-4F05-8F50-A8997250FBD0}" type="presOf" srcId="{79BAE05C-9988-4A0E-9026-A6E225DBEEA6}" destId="{3B71C198-E9BA-4F2D-9A0C-AD1A74D5AED5}" srcOrd="1" destOrd="0" presId="urn:microsoft.com/office/officeart/2016/7/layout/RepeatingBendingProcessNew"/>
    <dgm:cxn modelId="{D0EAF5DB-2AB4-4EEB-A3CE-5EE50A1F73E9}" srcId="{7E5E3AB8-4B6F-44C9-8287-AC58DA542504}" destId="{8A119D33-BDBD-4415-A6F6-20EFF89CE64B}" srcOrd="18" destOrd="0" parTransId="{935432FE-4E03-44FB-851C-68B0BA1E8E20}" sibTransId="{24364094-4E3D-433D-B6EC-D37884DAC059}"/>
    <dgm:cxn modelId="{1BEC8ADC-1483-40B6-A47A-0288A1570A88}" type="presOf" srcId="{F27049A6-050C-42D8-8313-76820683BA1D}" destId="{75A0B18F-0E27-4323-9BC9-D9D02BCFB71A}" srcOrd="0" destOrd="0" presId="urn:microsoft.com/office/officeart/2016/7/layout/RepeatingBendingProcessNew"/>
    <dgm:cxn modelId="{B0281EDD-0EA4-4DC3-B5DA-11E500699FEC}" type="presOf" srcId="{6AD424B2-8CF2-4902-96E1-30FC27E83C70}" destId="{7912B3E7-BD16-45AE-B991-70736ACF11E3}" srcOrd="0" destOrd="0" presId="urn:microsoft.com/office/officeart/2016/7/layout/RepeatingBendingProcessNew"/>
    <dgm:cxn modelId="{8DE249DD-3EE7-45A9-88F1-76A2F0E59ABF}" type="presOf" srcId="{E65A36EB-B09D-4837-B128-4F8888FB8D9E}" destId="{18BE1EE2-D0DE-4388-AF80-3949E4142182}" srcOrd="0" destOrd="0" presId="urn:microsoft.com/office/officeart/2016/7/layout/RepeatingBendingProcessNew"/>
    <dgm:cxn modelId="{D44BEEE3-71AE-4DA8-8DBC-56224D55676B}" type="presOf" srcId="{39054209-E30F-48AE-B3F3-25186FEEF63E}" destId="{FA4785CF-628D-43F7-8B9D-82D8CF6979C9}" srcOrd="1" destOrd="0" presId="urn:microsoft.com/office/officeart/2016/7/layout/RepeatingBendingProcessNew"/>
    <dgm:cxn modelId="{0F9082E6-C7D2-4C62-894B-0B01100ED3D0}" type="presOf" srcId="{AACB01A8-F70C-4019-BBD8-7712080B638B}" destId="{296F7066-17C9-4354-88B7-AAB6F6C8FDBC}" srcOrd="0" destOrd="0" presId="urn:microsoft.com/office/officeart/2016/7/layout/RepeatingBendingProcessNew"/>
    <dgm:cxn modelId="{C6E121E9-9EB6-4A8A-B80E-07B1B2F3E43E}" srcId="{7E5E3AB8-4B6F-44C9-8287-AC58DA542504}" destId="{A4DF12DF-6293-45E1-A84D-434C04CBF23B}" srcOrd="5" destOrd="0" parTransId="{4F265FCE-A6C7-408B-91DE-949047F985FB}" sibTransId="{E079F0F5-9036-47D3-8F83-16B114C35D5C}"/>
    <dgm:cxn modelId="{F53BD7E9-E904-492D-9C5A-22195FDC5666}" type="presOf" srcId="{AA2AD64D-82BC-4CB0-AFBC-395C48DE7537}" destId="{01C10055-D52F-4F51-9B95-D50504E2024B}" srcOrd="0" destOrd="0" presId="urn:microsoft.com/office/officeart/2016/7/layout/RepeatingBendingProcessNew"/>
    <dgm:cxn modelId="{C97803EA-57E1-4EB9-BAC9-7136DD5BF253}" type="presOf" srcId="{E079F0F5-9036-47D3-8F83-16B114C35D5C}" destId="{D9BBE59A-33E4-4308-BF9C-467EC0392E64}" srcOrd="0" destOrd="0" presId="urn:microsoft.com/office/officeart/2016/7/layout/RepeatingBendingProcessNew"/>
    <dgm:cxn modelId="{939255F4-E2DA-467F-9460-0D46F3A320A7}" type="presOf" srcId="{DCA0EC9C-6E89-4F2B-ADBC-30AAB930FEF1}" destId="{2EE52E24-EC6C-4BA7-B299-CEA5863FF227}" srcOrd="0" destOrd="0" presId="urn:microsoft.com/office/officeart/2016/7/layout/RepeatingBendingProcessNew"/>
    <dgm:cxn modelId="{0A054CF5-FF73-4E52-83AB-205AE39E9ACD}" type="presOf" srcId="{06C61ECE-4A5B-4304-8A34-3596B8F8818E}" destId="{C3445605-E026-4903-8625-897F22A659DD}" srcOrd="0" destOrd="0" presId="urn:microsoft.com/office/officeart/2016/7/layout/RepeatingBendingProcessNew"/>
    <dgm:cxn modelId="{962B0C7E-C0F9-4FAE-A6D0-8D22ABBBF97A}" type="presParOf" srcId="{4FB2E80F-D90A-45D4-B65F-C07D9EB6BDBE}" destId="{18BE1EE2-D0DE-4388-AF80-3949E4142182}" srcOrd="0" destOrd="0" presId="urn:microsoft.com/office/officeart/2016/7/layout/RepeatingBendingProcessNew"/>
    <dgm:cxn modelId="{475998C1-A21A-4B94-AEDF-51566138D062}" type="presParOf" srcId="{4FB2E80F-D90A-45D4-B65F-C07D9EB6BDBE}" destId="{C3445605-E026-4903-8625-897F22A659DD}" srcOrd="1" destOrd="0" presId="urn:microsoft.com/office/officeart/2016/7/layout/RepeatingBendingProcessNew"/>
    <dgm:cxn modelId="{0D298512-2AB9-40A5-9FED-1A15856E4E97}" type="presParOf" srcId="{C3445605-E026-4903-8625-897F22A659DD}" destId="{9B06A870-9C99-4CD0-AC66-61190E29B7E4}" srcOrd="0" destOrd="0" presId="urn:microsoft.com/office/officeart/2016/7/layout/RepeatingBendingProcessNew"/>
    <dgm:cxn modelId="{7FA00587-BD97-4A3B-8BD3-835A457A4445}" type="presParOf" srcId="{4FB2E80F-D90A-45D4-B65F-C07D9EB6BDBE}" destId="{849523CA-F35C-4C08-923E-841508F952E1}" srcOrd="2" destOrd="0" presId="urn:microsoft.com/office/officeart/2016/7/layout/RepeatingBendingProcessNew"/>
    <dgm:cxn modelId="{DF7FF6C7-463B-4F8B-9FB3-01912CA58590}" type="presParOf" srcId="{4FB2E80F-D90A-45D4-B65F-C07D9EB6BDBE}" destId="{8F4C93BB-DD87-488B-94AA-346487FB378B}" srcOrd="3" destOrd="0" presId="urn:microsoft.com/office/officeart/2016/7/layout/RepeatingBendingProcessNew"/>
    <dgm:cxn modelId="{9B889468-5DED-4F8D-80B2-651C1D890470}" type="presParOf" srcId="{8F4C93BB-DD87-488B-94AA-346487FB378B}" destId="{27F5C409-AD85-47B3-A3A4-14A1AD1F18F4}" srcOrd="0" destOrd="0" presId="urn:microsoft.com/office/officeart/2016/7/layout/RepeatingBendingProcessNew"/>
    <dgm:cxn modelId="{4E56007A-C86E-4DEB-A466-9DFDE0DC07CD}" type="presParOf" srcId="{4FB2E80F-D90A-45D4-B65F-C07D9EB6BDBE}" destId="{37FA6B59-AD3D-4A20-ABAA-6063C3D251D4}" srcOrd="4" destOrd="0" presId="urn:microsoft.com/office/officeart/2016/7/layout/RepeatingBendingProcessNew"/>
    <dgm:cxn modelId="{DE734C08-061E-4322-895E-E0973751C7FB}" type="presParOf" srcId="{4FB2E80F-D90A-45D4-B65F-C07D9EB6BDBE}" destId="{CC3EFD1C-8AF6-4F70-963B-61804F51F0A2}" srcOrd="5" destOrd="0" presId="urn:microsoft.com/office/officeart/2016/7/layout/RepeatingBendingProcessNew"/>
    <dgm:cxn modelId="{B955056C-5FC1-48AD-9CC6-0644D4AD5D12}" type="presParOf" srcId="{CC3EFD1C-8AF6-4F70-963B-61804F51F0A2}" destId="{FA4785CF-628D-43F7-8B9D-82D8CF6979C9}" srcOrd="0" destOrd="0" presId="urn:microsoft.com/office/officeart/2016/7/layout/RepeatingBendingProcessNew"/>
    <dgm:cxn modelId="{35451DA4-EC1E-4A43-9C0E-84C05C7A3D5B}" type="presParOf" srcId="{4FB2E80F-D90A-45D4-B65F-C07D9EB6BDBE}" destId="{33E112A4-1098-489C-8893-8EBA7E0EB289}" srcOrd="6" destOrd="0" presId="urn:microsoft.com/office/officeart/2016/7/layout/RepeatingBendingProcessNew"/>
    <dgm:cxn modelId="{381FCFF8-2097-41D7-B341-85DB65C3399B}" type="presParOf" srcId="{4FB2E80F-D90A-45D4-B65F-C07D9EB6BDBE}" destId="{01C10055-D52F-4F51-9B95-D50504E2024B}" srcOrd="7" destOrd="0" presId="urn:microsoft.com/office/officeart/2016/7/layout/RepeatingBendingProcessNew"/>
    <dgm:cxn modelId="{A187B6ED-F5DB-47A9-9E2D-6FB044663EEA}" type="presParOf" srcId="{01C10055-D52F-4F51-9B95-D50504E2024B}" destId="{0C1FAB42-09B0-4BD4-B0D4-BE3C0B3F0011}" srcOrd="0" destOrd="0" presId="urn:microsoft.com/office/officeart/2016/7/layout/RepeatingBendingProcessNew"/>
    <dgm:cxn modelId="{DC3300CB-91EA-4623-BEF4-44A1CC07FA04}" type="presParOf" srcId="{4FB2E80F-D90A-45D4-B65F-C07D9EB6BDBE}" destId="{67CC81F5-504F-4E30-950F-2234A084015D}" srcOrd="8" destOrd="0" presId="urn:microsoft.com/office/officeart/2016/7/layout/RepeatingBendingProcessNew"/>
    <dgm:cxn modelId="{8C27FAD5-84DD-403D-ADE7-340CFB974112}" type="presParOf" srcId="{4FB2E80F-D90A-45D4-B65F-C07D9EB6BDBE}" destId="{3A009B57-FBB4-483B-8867-EC794973EF06}" srcOrd="9" destOrd="0" presId="urn:microsoft.com/office/officeart/2016/7/layout/RepeatingBendingProcessNew"/>
    <dgm:cxn modelId="{1A642895-D357-48A5-B5DB-28B5EB5ADFC3}" type="presParOf" srcId="{3A009B57-FBB4-483B-8867-EC794973EF06}" destId="{3B71C198-E9BA-4F2D-9A0C-AD1A74D5AED5}" srcOrd="0" destOrd="0" presId="urn:microsoft.com/office/officeart/2016/7/layout/RepeatingBendingProcessNew"/>
    <dgm:cxn modelId="{2B458BD6-8915-4DE8-8F2F-EF89BB1D186D}" type="presParOf" srcId="{4FB2E80F-D90A-45D4-B65F-C07D9EB6BDBE}" destId="{1657B71C-8FCF-4F19-898C-141A66069642}" srcOrd="10" destOrd="0" presId="urn:microsoft.com/office/officeart/2016/7/layout/RepeatingBendingProcessNew"/>
    <dgm:cxn modelId="{44A217FC-D227-46A0-9E34-0BDA80C1DFFB}" type="presParOf" srcId="{4FB2E80F-D90A-45D4-B65F-C07D9EB6BDBE}" destId="{D9BBE59A-33E4-4308-BF9C-467EC0392E64}" srcOrd="11" destOrd="0" presId="urn:microsoft.com/office/officeart/2016/7/layout/RepeatingBendingProcessNew"/>
    <dgm:cxn modelId="{3E9B2B4F-A07B-437E-AF52-D5B7FE307E4F}" type="presParOf" srcId="{D9BBE59A-33E4-4308-BF9C-467EC0392E64}" destId="{000C0541-8034-463B-919A-25D97E50E8B8}" srcOrd="0" destOrd="0" presId="urn:microsoft.com/office/officeart/2016/7/layout/RepeatingBendingProcessNew"/>
    <dgm:cxn modelId="{67F63156-673D-43A4-B771-6AA658E10AB3}" type="presParOf" srcId="{4FB2E80F-D90A-45D4-B65F-C07D9EB6BDBE}" destId="{2C914030-9106-454C-9F90-DF67D720DDAF}" srcOrd="12" destOrd="0" presId="urn:microsoft.com/office/officeart/2016/7/layout/RepeatingBendingProcessNew"/>
    <dgm:cxn modelId="{C7A5F44E-E0B6-4599-87B1-5C93BB0C81EE}" type="presParOf" srcId="{4FB2E80F-D90A-45D4-B65F-C07D9EB6BDBE}" destId="{75A0B18F-0E27-4323-9BC9-D9D02BCFB71A}" srcOrd="13" destOrd="0" presId="urn:microsoft.com/office/officeart/2016/7/layout/RepeatingBendingProcessNew"/>
    <dgm:cxn modelId="{82A74095-9240-4720-807B-649A0947F953}" type="presParOf" srcId="{75A0B18F-0E27-4323-9BC9-D9D02BCFB71A}" destId="{8EBC6ED1-8E7E-47BB-9276-DDAB6350AB7A}" srcOrd="0" destOrd="0" presId="urn:microsoft.com/office/officeart/2016/7/layout/RepeatingBendingProcessNew"/>
    <dgm:cxn modelId="{325320D5-653E-4700-936E-F286E462AED9}" type="presParOf" srcId="{4FB2E80F-D90A-45D4-B65F-C07D9EB6BDBE}" destId="{7AFA333A-8501-4ED4-86C3-07E83B3C9F28}" srcOrd="14" destOrd="0" presId="urn:microsoft.com/office/officeart/2016/7/layout/RepeatingBendingProcessNew"/>
    <dgm:cxn modelId="{54C61435-40A3-4D4F-A3FE-2F8B3EC829EF}" type="presParOf" srcId="{4FB2E80F-D90A-45D4-B65F-C07D9EB6BDBE}" destId="{C332C554-E82A-4DFF-81BE-24CD258514FE}" srcOrd="15" destOrd="0" presId="urn:microsoft.com/office/officeart/2016/7/layout/RepeatingBendingProcessNew"/>
    <dgm:cxn modelId="{5A3E613F-975C-4048-8634-F6845642990F}" type="presParOf" srcId="{C332C554-E82A-4DFF-81BE-24CD258514FE}" destId="{39536658-51D0-4F6E-94A3-874ACC62064D}" srcOrd="0" destOrd="0" presId="urn:microsoft.com/office/officeart/2016/7/layout/RepeatingBendingProcessNew"/>
    <dgm:cxn modelId="{B909F095-72E2-4E70-A112-9BA54AEFEB39}" type="presParOf" srcId="{4FB2E80F-D90A-45D4-B65F-C07D9EB6BDBE}" destId="{AA61E2F3-2446-4238-8C89-C56F4E771434}" srcOrd="16" destOrd="0" presId="urn:microsoft.com/office/officeart/2016/7/layout/RepeatingBendingProcessNew"/>
    <dgm:cxn modelId="{11F60BAF-FE47-48FE-8509-95C129D75A70}" type="presParOf" srcId="{4FB2E80F-D90A-45D4-B65F-C07D9EB6BDBE}" destId="{D2A4F0E3-2722-44FA-9A92-13BE66FC2700}" srcOrd="17" destOrd="0" presId="urn:microsoft.com/office/officeart/2016/7/layout/RepeatingBendingProcessNew"/>
    <dgm:cxn modelId="{A9F97547-D9EE-42AE-A32B-154FE9135FFE}" type="presParOf" srcId="{D2A4F0E3-2722-44FA-9A92-13BE66FC2700}" destId="{1C5B6BEF-79E9-48FD-8FD9-76589207269C}" srcOrd="0" destOrd="0" presId="urn:microsoft.com/office/officeart/2016/7/layout/RepeatingBendingProcessNew"/>
    <dgm:cxn modelId="{52446D23-41BA-40F8-A349-2F05DF0F8A5F}" type="presParOf" srcId="{4FB2E80F-D90A-45D4-B65F-C07D9EB6BDBE}" destId="{1976E0B8-1E15-42B5-9716-92491112FF2F}" srcOrd="18" destOrd="0" presId="urn:microsoft.com/office/officeart/2016/7/layout/RepeatingBendingProcessNew"/>
    <dgm:cxn modelId="{5A745737-47F0-46F4-9E86-A0F648E88583}" type="presParOf" srcId="{4FB2E80F-D90A-45D4-B65F-C07D9EB6BDBE}" destId="{2BCA1FE7-87C7-4A99-BD7B-C2126A96A7A5}" srcOrd="19" destOrd="0" presId="urn:microsoft.com/office/officeart/2016/7/layout/RepeatingBendingProcessNew"/>
    <dgm:cxn modelId="{1988D867-12CF-4E09-A4E6-8EFA4F75D498}" type="presParOf" srcId="{2BCA1FE7-87C7-4A99-BD7B-C2126A96A7A5}" destId="{8B7D2DA3-A1CC-4C72-94D6-35F9DEBAFC0A}" srcOrd="0" destOrd="0" presId="urn:microsoft.com/office/officeart/2016/7/layout/RepeatingBendingProcessNew"/>
    <dgm:cxn modelId="{58C59FCE-B518-4B81-8808-A2E205915EF5}" type="presParOf" srcId="{4FB2E80F-D90A-45D4-B65F-C07D9EB6BDBE}" destId="{12CCA5E6-64C1-4E7E-81AD-4CB08397590B}" srcOrd="20" destOrd="0" presId="urn:microsoft.com/office/officeart/2016/7/layout/RepeatingBendingProcessNew"/>
    <dgm:cxn modelId="{468BB9A4-41C5-4FF0-BC64-3EC1BE09D1EC}" type="presParOf" srcId="{4FB2E80F-D90A-45D4-B65F-C07D9EB6BDBE}" destId="{FD9E6BAF-29D8-4C39-B04D-89DBBF9B0FCD}" srcOrd="21" destOrd="0" presId="urn:microsoft.com/office/officeart/2016/7/layout/RepeatingBendingProcessNew"/>
    <dgm:cxn modelId="{EBA0CF61-B196-4523-A0D9-31CA8AC42241}" type="presParOf" srcId="{FD9E6BAF-29D8-4C39-B04D-89DBBF9B0FCD}" destId="{3DB1FDE4-4099-4CE6-80EE-3718F4C57724}" srcOrd="0" destOrd="0" presId="urn:microsoft.com/office/officeart/2016/7/layout/RepeatingBendingProcessNew"/>
    <dgm:cxn modelId="{7EEB7669-9675-47D9-A052-8B7A887CB89C}" type="presParOf" srcId="{4FB2E80F-D90A-45D4-B65F-C07D9EB6BDBE}" destId="{86941810-6138-4DB1-8285-6EBE5EE786B5}" srcOrd="22" destOrd="0" presId="urn:microsoft.com/office/officeart/2016/7/layout/RepeatingBendingProcessNew"/>
    <dgm:cxn modelId="{7F92A705-EFB6-4DE4-88DA-1166DC460E4F}" type="presParOf" srcId="{4FB2E80F-D90A-45D4-B65F-C07D9EB6BDBE}" destId="{7C35AD11-93B9-4B6B-B046-708BA4AFAC92}" srcOrd="23" destOrd="0" presId="urn:microsoft.com/office/officeart/2016/7/layout/RepeatingBendingProcessNew"/>
    <dgm:cxn modelId="{5A4E683A-40B9-4AF4-A744-91BAD3507C47}" type="presParOf" srcId="{7C35AD11-93B9-4B6B-B046-708BA4AFAC92}" destId="{0BCB3400-22C6-4D1A-A331-7F4D4FAA5486}" srcOrd="0" destOrd="0" presId="urn:microsoft.com/office/officeart/2016/7/layout/RepeatingBendingProcessNew"/>
    <dgm:cxn modelId="{90660327-8EAF-4B1A-993A-5E0E84E178A5}" type="presParOf" srcId="{4FB2E80F-D90A-45D4-B65F-C07D9EB6BDBE}" destId="{EEB9454E-1972-4C35-8145-66997167B867}" srcOrd="24" destOrd="0" presId="urn:microsoft.com/office/officeart/2016/7/layout/RepeatingBendingProcessNew"/>
    <dgm:cxn modelId="{51A22418-BC7F-4332-A1A0-3D72810AD3A9}" type="presParOf" srcId="{4FB2E80F-D90A-45D4-B65F-C07D9EB6BDBE}" destId="{D98E7B43-3562-439C-AFDF-E07C97862524}" srcOrd="25" destOrd="0" presId="urn:microsoft.com/office/officeart/2016/7/layout/RepeatingBendingProcessNew"/>
    <dgm:cxn modelId="{8EEB293D-352C-492E-B65C-B3A44C4FB8FF}" type="presParOf" srcId="{D98E7B43-3562-439C-AFDF-E07C97862524}" destId="{3833F966-8C47-4B0B-A472-C400AB9BA6E6}" srcOrd="0" destOrd="0" presId="urn:microsoft.com/office/officeart/2016/7/layout/RepeatingBendingProcessNew"/>
    <dgm:cxn modelId="{435A1152-67D0-48D5-819E-CB3AFB39E015}" type="presParOf" srcId="{4FB2E80F-D90A-45D4-B65F-C07D9EB6BDBE}" destId="{E3762159-AA11-4B75-ABB2-27140C1429B6}" srcOrd="26" destOrd="0" presId="urn:microsoft.com/office/officeart/2016/7/layout/RepeatingBendingProcessNew"/>
    <dgm:cxn modelId="{8DAE3AAE-ACDD-46C0-B01B-D024F16C7B46}" type="presParOf" srcId="{4FB2E80F-D90A-45D4-B65F-C07D9EB6BDBE}" destId="{D2D41F4A-E465-4491-AFBB-33D760B94A03}" srcOrd="27" destOrd="0" presId="urn:microsoft.com/office/officeart/2016/7/layout/RepeatingBendingProcessNew"/>
    <dgm:cxn modelId="{6033FED8-73E8-4D36-8BDC-E9B315AD8E31}" type="presParOf" srcId="{D2D41F4A-E465-4491-AFBB-33D760B94A03}" destId="{641D7EB6-3E82-4DC9-9D6F-598536C1CF65}" srcOrd="0" destOrd="0" presId="urn:microsoft.com/office/officeart/2016/7/layout/RepeatingBendingProcessNew"/>
    <dgm:cxn modelId="{AD16B1BF-100F-4ECB-BB46-7E7DA75E039F}" type="presParOf" srcId="{4FB2E80F-D90A-45D4-B65F-C07D9EB6BDBE}" destId="{2B97C79F-BACD-4F33-8E90-BF71D8B34182}" srcOrd="28" destOrd="0" presId="urn:microsoft.com/office/officeart/2016/7/layout/RepeatingBendingProcessNew"/>
    <dgm:cxn modelId="{956EDF17-D5E2-413D-9206-A3E6C24D564A}" type="presParOf" srcId="{4FB2E80F-D90A-45D4-B65F-C07D9EB6BDBE}" destId="{28E45B3B-A559-42FF-A8F0-018F2C452C3D}" srcOrd="29" destOrd="0" presId="urn:microsoft.com/office/officeart/2016/7/layout/RepeatingBendingProcessNew"/>
    <dgm:cxn modelId="{40E34471-D103-4F03-8AFC-6CC88D1E256F}" type="presParOf" srcId="{28E45B3B-A559-42FF-A8F0-018F2C452C3D}" destId="{B2D39E23-2DD1-442E-843B-C3B64DB77C27}" srcOrd="0" destOrd="0" presId="urn:microsoft.com/office/officeart/2016/7/layout/RepeatingBendingProcessNew"/>
    <dgm:cxn modelId="{1FE6556B-95B4-41CE-B1D7-92BC6DF086C8}" type="presParOf" srcId="{4FB2E80F-D90A-45D4-B65F-C07D9EB6BDBE}" destId="{7912B3E7-BD16-45AE-B991-70736ACF11E3}" srcOrd="30" destOrd="0" presId="urn:microsoft.com/office/officeart/2016/7/layout/RepeatingBendingProcessNew"/>
    <dgm:cxn modelId="{CE99497D-B2C7-470F-A76D-5CF67A527067}" type="presParOf" srcId="{4FB2E80F-D90A-45D4-B65F-C07D9EB6BDBE}" destId="{2EE52E24-EC6C-4BA7-B299-CEA5863FF227}" srcOrd="31" destOrd="0" presId="urn:microsoft.com/office/officeart/2016/7/layout/RepeatingBendingProcessNew"/>
    <dgm:cxn modelId="{1FE7D4EB-5761-4226-A0B6-D19F8CEB7BAB}" type="presParOf" srcId="{2EE52E24-EC6C-4BA7-B299-CEA5863FF227}" destId="{D5F9CB63-416A-428B-8E24-CDBFB848C8F8}" srcOrd="0" destOrd="0" presId="urn:microsoft.com/office/officeart/2016/7/layout/RepeatingBendingProcessNew"/>
    <dgm:cxn modelId="{30903DBC-0361-4CDC-AD45-75B233E6E35F}" type="presParOf" srcId="{4FB2E80F-D90A-45D4-B65F-C07D9EB6BDBE}" destId="{296F7066-17C9-4354-88B7-AAB6F6C8FDBC}" srcOrd="32" destOrd="0" presId="urn:microsoft.com/office/officeart/2016/7/layout/RepeatingBendingProcessNew"/>
    <dgm:cxn modelId="{51FFBEE3-D9EE-46C2-9393-21AFF0691096}" type="presParOf" srcId="{4FB2E80F-D90A-45D4-B65F-C07D9EB6BDBE}" destId="{408D25DB-B242-4836-9DF6-A17EA319AA0A}" srcOrd="33" destOrd="0" presId="urn:microsoft.com/office/officeart/2016/7/layout/RepeatingBendingProcessNew"/>
    <dgm:cxn modelId="{2CD9FE0E-406E-4DD0-9191-FBBB237AAEB6}" type="presParOf" srcId="{408D25DB-B242-4836-9DF6-A17EA319AA0A}" destId="{3AF8D68D-B002-4C29-8A2B-7D2676764982}" srcOrd="0" destOrd="0" presId="urn:microsoft.com/office/officeart/2016/7/layout/RepeatingBendingProcessNew"/>
    <dgm:cxn modelId="{45ADBC45-D3E6-4781-A5FC-1E07250ED062}" type="presParOf" srcId="{4FB2E80F-D90A-45D4-B65F-C07D9EB6BDBE}" destId="{1FA1E0B4-3BA4-4722-A192-98C036A35C58}" srcOrd="34" destOrd="0" presId="urn:microsoft.com/office/officeart/2016/7/layout/RepeatingBendingProcessNew"/>
    <dgm:cxn modelId="{B767F9C3-4E8B-44D7-85E8-8A045B1EE52D}" type="presParOf" srcId="{4FB2E80F-D90A-45D4-B65F-C07D9EB6BDBE}" destId="{4E4FC0B6-330B-4DCB-BDDF-A5F9D809A34A}" srcOrd="35" destOrd="0" presId="urn:microsoft.com/office/officeart/2016/7/layout/RepeatingBendingProcessNew"/>
    <dgm:cxn modelId="{FF96E802-5B67-4D4C-8194-37B25669676B}" type="presParOf" srcId="{4E4FC0B6-330B-4DCB-BDDF-A5F9D809A34A}" destId="{9873E49B-9846-4564-AC62-850C00370F80}" srcOrd="0" destOrd="0" presId="urn:microsoft.com/office/officeart/2016/7/layout/RepeatingBendingProcessNew"/>
    <dgm:cxn modelId="{F64ADF3F-3B94-463E-811C-2AAA767A50B8}" type="presParOf" srcId="{4FB2E80F-D90A-45D4-B65F-C07D9EB6BDBE}" destId="{C18C57EB-C2C3-43D7-82F1-488C93DE2318}" srcOrd="3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28EA7EF-EE4E-41ED-B7D6-49D9AD1ABC0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B4687F3-2DF8-44BF-B4AE-DECA2902ED0B}">
      <dgm:prSet/>
      <dgm:spPr/>
      <dgm:t>
        <a:bodyPr/>
        <a:lstStyle/>
        <a:p>
          <a:r>
            <a:rPr lang="en-US"/>
            <a:t>3. Knowledge Base Preparation</a:t>
          </a:r>
        </a:p>
      </dgm:t>
    </dgm:pt>
    <dgm:pt modelId="{E0057F1A-091A-4B5D-84E7-3B0DC7CD26E9}" type="parTrans" cxnId="{CCAC17A4-C13E-44BE-9CDE-A3B950A44C99}">
      <dgm:prSet/>
      <dgm:spPr/>
      <dgm:t>
        <a:bodyPr/>
        <a:lstStyle/>
        <a:p>
          <a:endParaRPr lang="en-US"/>
        </a:p>
      </dgm:t>
    </dgm:pt>
    <dgm:pt modelId="{1356F533-0858-4A64-ADEC-AE5AA3137F6D}" type="sibTrans" cxnId="{CCAC17A4-C13E-44BE-9CDE-A3B950A44C99}">
      <dgm:prSet/>
      <dgm:spPr/>
      <dgm:t>
        <a:bodyPr/>
        <a:lstStyle/>
        <a:p>
          <a:endParaRPr lang="en-US"/>
        </a:p>
      </dgm:t>
    </dgm:pt>
    <dgm:pt modelId="{C976B01F-6142-4915-ADF3-D9EE93BB3D14}">
      <dgm:prSet custT="1"/>
      <dgm:spPr/>
      <dgm:t>
        <a:bodyPr/>
        <a:lstStyle/>
        <a:p>
          <a:r>
            <a:rPr lang="en-US" sz="1100" dirty="0"/>
            <a:t>Large documents (such as company policies) are:</a:t>
          </a:r>
        </a:p>
      </dgm:t>
    </dgm:pt>
    <dgm:pt modelId="{1766E6A2-1395-494F-86F1-E2E51420B24B}" type="parTrans" cxnId="{1DB9CD50-B6FD-4DD5-A4A4-183C3E3EA8E6}">
      <dgm:prSet/>
      <dgm:spPr/>
      <dgm:t>
        <a:bodyPr/>
        <a:lstStyle/>
        <a:p>
          <a:endParaRPr lang="en-US"/>
        </a:p>
      </dgm:t>
    </dgm:pt>
    <dgm:pt modelId="{C5C45C8B-7BB0-4637-9C95-F95BC1D506F8}" type="sibTrans" cxnId="{1DB9CD50-B6FD-4DD5-A4A4-183C3E3EA8E6}">
      <dgm:prSet/>
      <dgm:spPr/>
      <dgm:t>
        <a:bodyPr/>
        <a:lstStyle/>
        <a:p>
          <a:endParaRPr lang="en-US"/>
        </a:p>
      </dgm:t>
    </dgm:pt>
    <dgm:pt modelId="{807A8B45-CCF6-4792-9DC2-78895E672642}">
      <dgm:prSet/>
      <dgm:spPr/>
      <dgm:t>
        <a:bodyPr/>
        <a:lstStyle/>
        <a:p>
          <a:r>
            <a:rPr lang="en-US"/>
            <a:t>Split into smaller text chunks</a:t>
          </a:r>
        </a:p>
      </dgm:t>
    </dgm:pt>
    <dgm:pt modelId="{FEA6F4F2-27B9-488F-B842-AC38BCA649F7}" type="parTrans" cxnId="{1509A0FE-56AB-48C4-992F-5934CC5EA37B}">
      <dgm:prSet/>
      <dgm:spPr/>
      <dgm:t>
        <a:bodyPr/>
        <a:lstStyle/>
        <a:p>
          <a:endParaRPr lang="en-US"/>
        </a:p>
      </dgm:t>
    </dgm:pt>
    <dgm:pt modelId="{836B43A7-C3E2-4F30-AA8D-FBFBB5A72717}" type="sibTrans" cxnId="{1509A0FE-56AB-48C4-992F-5934CC5EA37B}">
      <dgm:prSet/>
      <dgm:spPr/>
      <dgm:t>
        <a:bodyPr/>
        <a:lstStyle/>
        <a:p>
          <a:endParaRPr lang="en-US"/>
        </a:p>
      </dgm:t>
    </dgm:pt>
    <dgm:pt modelId="{B3DFFD10-D818-40D9-B17B-2B9735DD5BE2}">
      <dgm:prSet/>
      <dgm:spPr/>
      <dgm:t>
        <a:bodyPr/>
        <a:lstStyle/>
        <a:p>
          <a:r>
            <a:rPr lang="en-US"/>
            <a:t>Each chunk is converted into embeddings</a:t>
          </a:r>
        </a:p>
      </dgm:t>
    </dgm:pt>
    <dgm:pt modelId="{683CC4A9-D154-445F-8F05-CA571188E3A3}" type="parTrans" cxnId="{F50EBCE7-C677-4F63-9AC9-67480C854CA3}">
      <dgm:prSet/>
      <dgm:spPr/>
      <dgm:t>
        <a:bodyPr/>
        <a:lstStyle/>
        <a:p>
          <a:endParaRPr lang="en-US"/>
        </a:p>
      </dgm:t>
    </dgm:pt>
    <dgm:pt modelId="{81055A59-27C7-42AB-84E6-01CAAB45D7E2}" type="sibTrans" cxnId="{F50EBCE7-C677-4F63-9AC9-67480C854CA3}">
      <dgm:prSet/>
      <dgm:spPr/>
      <dgm:t>
        <a:bodyPr/>
        <a:lstStyle/>
        <a:p>
          <a:endParaRPr lang="en-US"/>
        </a:p>
      </dgm:t>
    </dgm:pt>
    <dgm:pt modelId="{4594E8DB-049B-49F0-BFC3-E59FAC0833C5}">
      <dgm:prSet/>
      <dgm:spPr/>
      <dgm:t>
        <a:bodyPr/>
        <a:lstStyle/>
        <a:p>
          <a:r>
            <a:rPr lang="en-US" dirty="0"/>
            <a:t>These embeddings are stored in a vector database</a:t>
          </a:r>
        </a:p>
      </dgm:t>
    </dgm:pt>
    <dgm:pt modelId="{D670476A-1C09-417A-9D41-0D0E00823E84}" type="parTrans" cxnId="{311930DF-8F0A-406F-A696-D3E8649ACE56}">
      <dgm:prSet/>
      <dgm:spPr/>
      <dgm:t>
        <a:bodyPr/>
        <a:lstStyle/>
        <a:p>
          <a:endParaRPr lang="en-US"/>
        </a:p>
      </dgm:t>
    </dgm:pt>
    <dgm:pt modelId="{405CB587-7E1B-412A-8B17-1A4C1D44712B}" type="sibTrans" cxnId="{311930DF-8F0A-406F-A696-D3E8649ACE56}">
      <dgm:prSet/>
      <dgm:spPr/>
      <dgm:t>
        <a:bodyPr/>
        <a:lstStyle/>
        <a:p>
          <a:endParaRPr lang="en-US"/>
        </a:p>
      </dgm:t>
    </dgm:pt>
    <dgm:pt modelId="{A0A094B7-1A21-4E70-8644-0CD2E777CF06}">
      <dgm:prSet custT="1"/>
      <dgm:spPr/>
      <dgm:t>
        <a:bodyPr/>
        <a:lstStyle/>
        <a:p>
          <a:r>
            <a:rPr lang="en-US" sz="1100" dirty="0"/>
            <a:t>Each chunk receives an ID, which helps locate the information later.</a:t>
          </a:r>
        </a:p>
      </dgm:t>
    </dgm:pt>
    <dgm:pt modelId="{46E32A53-69F3-4B84-9AED-216275F0A98C}" type="parTrans" cxnId="{C7656F08-EE42-4B24-84D5-A22DE42047E6}">
      <dgm:prSet/>
      <dgm:spPr/>
      <dgm:t>
        <a:bodyPr/>
        <a:lstStyle/>
        <a:p>
          <a:endParaRPr lang="en-US"/>
        </a:p>
      </dgm:t>
    </dgm:pt>
    <dgm:pt modelId="{0D189489-40CC-4C2D-9B3D-9512443CDC17}" type="sibTrans" cxnId="{C7656F08-EE42-4B24-84D5-A22DE42047E6}">
      <dgm:prSet/>
      <dgm:spPr/>
      <dgm:t>
        <a:bodyPr/>
        <a:lstStyle/>
        <a:p>
          <a:endParaRPr lang="en-US"/>
        </a:p>
      </dgm:t>
    </dgm:pt>
    <dgm:pt modelId="{2C3974EF-F8E3-46F2-8A26-D8D4380D94A2}">
      <dgm:prSet/>
      <dgm:spPr/>
      <dgm:t>
        <a:bodyPr/>
        <a:lstStyle/>
        <a:p>
          <a:r>
            <a:rPr lang="en-US" dirty="0"/>
            <a:t>This process makes retrieval faster and more accurate.</a:t>
          </a:r>
        </a:p>
      </dgm:t>
    </dgm:pt>
    <dgm:pt modelId="{AAE1E5EA-9EB0-4CEE-975C-4C392778A553}" type="parTrans" cxnId="{4E88330C-9FB5-41B3-83FF-3D848DD2A167}">
      <dgm:prSet/>
      <dgm:spPr/>
      <dgm:t>
        <a:bodyPr/>
        <a:lstStyle/>
        <a:p>
          <a:endParaRPr lang="en-US"/>
        </a:p>
      </dgm:t>
    </dgm:pt>
    <dgm:pt modelId="{F5A559C2-5BC1-4EF9-B15D-50482872B72D}" type="sibTrans" cxnId="{4E88330C-9FB5-41B3-83FF-3D848DD2A167}">
      <dgm:prSet/>
      <dgm:spPr/>
      <dgm:t>
        <a:bodyPr/>
        <a:lstStyle/>
        <a:p>
          <a:endParaRPr lang="en-US"/>
        </a:p>
      </dgm:t>
    </dgm:pt>
    <dgm:pt modelId="{84632E65-011A-4099-B5EE-2E7DEA430C58}">
      <dgm:prSet/>
      <dgm:spPr/>
      <dgm:t>
        <a:bodyPr/>
        <a:lstStyle/>
        <a:p>
          <a:r>
            <a:rPr lang="en-US"/>
            <a:t>4. Retrieval</a:t>
          </a:r>
        </a:p>
      </dgm:t>
    </dgm:pt>
    <dgm:pt modelId="{F1EB27CA-08B1-4671-A754-D7A0D283E7BF}" type="parTrans" cxnId="{E6CAD105-410F-454D-B396-3338B3ABDE51}">
      <dgm:prSet/>
      <dgm:spPr/>
      <dgm:t>
        <a:bodyPr/>
        <a:lstStyle/>
        <a:p>
          <a:endParaRPr lang="en-US"/>
        </a:p>
      </dgm:t>
    </dgm:pt>
    <dgm:pt modelId="{0B69FAD9-7DF6-420D-8C37-74194839D2E4}" type="sibTrans" cxnId="{E6CAD105-410F-454D-B396-3338B3ABDE51}">
      <dgm:prSet/>
      <dgm:spPr/>
      <dgm:t>
        <a:bodyPr/>
        <a:lstStyle/>
        <a:p>
          <a:endParaRPr lang="en-US"/>
        </a:p>
      </dgm:t>
    </dgm:pt>
    <dgm:pt modelId="{F9646942-93E0-4CA1-8F3E-77D46F384EE5}">
      <dgm:prSet/>
      <dgm:spPr/>
      <dgm:t>
        <a:bodyPr/>
        <a:lstStyle/>
        <a:p>
          <a:r>
            <a:rPr lang="en-US"/>
            <a:t>When a user asks a question:</a:t>
          </a:r>
        </a:p>
      </dgm:t>
    </dgm:pt>
    <dgm:pt modelId="{45F00C17-249E-4CAD-B46B-F1AAA73547DD}" type="parTrans" cxnId="{9E9257CA-FBC2-4A05-AB3F-332475654AD9}">
      <dgm:prSet/>
      <dgm:spPr/>
      <dgm:t>
        <a:bodyPr/>
        <a:lstStyle/>
        <a:p>
          <a:endParaRPr lang="en-US"/>
        </a:p>
      </dgm:t>
    </dgm:pt>
    <dgm:pt modelId="{7AC5383C-F1B4-4A8B-85AA-4196253972D9}" type="sibTrans" cxnId="{9E9257CA-FBC2-4A05-AB3F-332475654AD9}">
      <dgm:prSet/>
      <dgm:spPr/>
      <dgm:t>
        <a:bodyPr/>
        <a:lstStyle/>
        <a:p>
          <a:endParaRPr lang="en-US"/>
        </a:p>
      </dgm:t>
    </dgm:pt>
    <dgm:pt modelId="{43D4E865-FD4E-42E0-8C7F-9C823540C4DB}">
      <dgm:prSet/>
      <dgm:spPr/>
      <dgm:t>
        <a:bodyPr/>
        <a:lstStyle/>
        <a:p>
          <a:r>
            <a:rPr lang="en-US"/>
            <a:t>The prompt is converted into a vector.</a:t>
          </a:r>
        </a:p>
      </dgm:t>
    </dgm:pt>
    <dgm:pt modelId="{4805B266-FAD7-462B-BDD3-1FE984DFD832}" type="parTrans" cxnId="{D74C7FC5-BEE0-4DD9-8368-08235AE35E87}">
      <dgm:prSet/>
      <dgm:spPr/>
      <dgm:t>
        <a:bodyPr/>
        <a:lstStyle/>
        <a:p>
          <a:endParaRPr lang="en-US"/>
        </a:p>
      </dgm:t>
    </dgm:pt>
    <dgm:pt modelId="{A372524B-B14F-4839-9C15-AF39285698C6}" type="sibTrans" cxnId="{D74C7FC5-BEE0-4DD9-8368-08235AE35E87}">
      <dgm:prSet/>
      <dgm:spPr/>
      <dgm:t>
        <a:bodyPr/>
        <a:lstStyle/>
        <a:p>
          <a:endParaRPr lang="en-US"/>
        </a:p>
      </dgm:t>
    </dgm:pt>
    <dgm:pt modelId="{E55EE016-17D0-4892-8F45-0A49F536029E}">
      <dgm:prSet custT="1"/>
      <dgm:spPr/>
      <dgm:t>
        <a:bodyPr/>
        <a:lstStyle/>
        <a:p>
          <a:r>
            <a:rPr lang="en-US" sz="900" dirty="0"/>
            <a:t>The system compares this vector with document vectors in the knowledge base.</a:t>
          </a:r>
        </a:p>
      </dgm:t>
    </dgm:pt>
    <dgm:pt modelId="{AC8F9E8A-FDDC-4534-B26E-D528A4A48716}" type="parTrans" cxnId="{C2935DC6-7F6B-4E3B-9BFF-B79B990B3605}">
      <dgm:prSet/>
      <dgm:spPr/>
      <dgm:t>
        <a:bodyPr/>
        <a:lstStyle/>
        <a:p>
          <a:endParaRPr lang="en-US"/>
        </a:p>
      </dgm:t>
    </dgm:pt>
    <dgm:pt modelId="{4D5C19F8-D2FD-4213-B5DA-CE832BEE42C9}" type="sibTrans" cxnId="{C2935DC6-7F6B-4E3B-9BFF-B79B990B3605}">
      <dgm:prSet/>
      <dgm:spPr/>
      <dgm:t>
        <a:bodyPr/>
        <a:lstStyle/>
        <a:p>
          <a:endParaRPr lang="en-US"/>
        </a:p>
      </dgm:t>
    </dgm:pt>
    <dgm:pt modelId="{1011D73D-0B84-4E78-BF70-0815DB91AE94}">
      <dgm:prSet/>
      <dgm:spPr/>
      <dgm:t>
        <a:bodyPr/>
        <a:lstStyle/>
        <a:p>
          <a:r>
            <a:rPr lang="en-US"/>
            <a:t>It calculates similarity scores using distance metrics.</a:t>
          </a:r>
        </a:p>
      </dgm:t>
    </dgm:pt>
    <dgm:pt modelId="{66D96394-8307-48D6-B52A-3380BA8BA13B}" type="parTrans" cxnId="{9DBCA756-213B-4B6A-88AC-0D7986371261}">
      <dgm:prSet/>
      <dgm:spPr/>
      <dgm:t>
        <a:bodyPr/>
        <a:lstStyle/>
        <a:p>
          <a:endParaRPr lang="en-US"/>
        </a:p>
      </dgm:t>
    </dgm:pt>
    <dgm:pt modelId="{B2A12482-0142-4D4F-B25D-608AF0699A61}" type="sibTrans" cxnId="{9DBCA756-213B-4B6A-88AC-0D7986371261}">
      <dgm:prSet/>
      <dgm:spPr/>
      <dgm:t>
        <a:bodyPr/>
        <a:lstStyle/>
        <a:p>
          <a:endParaRPr lang="en-US"/>
        </a:p>
      </dgm:t>
    </dgm:pt>
    <dgm:pt modelId="{8F3F66FE-377A-46AA-BB74-CF5CFE4553F5}">
      <dgm:prSet/>
      <dgm:spPr/>
      <dgm:t>
        <a:bodyPr/>
        <a:lstStyle/>
        <a:p>
          <a:r>
            <a:rPr lang="en-US"/>
            <a:t>Common similarity measures include:</a:t>
          </a:r>
        </a:p>
      </dgm:t>
    </dgm:pt>
    <dgm:pt modelId="{66A24082-6D33-4895-85F8-7FDC05CBC1B6}" type="parTrans" cxnId="{BEDF2C30-E5BD-4698-97D8-695EC6E605F8}">
      <dgm:prSet/>
      <dgm:spPr/>
      <dgm:t>
        <a:bodyPr/>
        <a:lstStyle/>
        <a:p>
          <a:endParaRPr lang="en-US"/>
        </a:p>
      </dgm:t>
    </dgm:pt>
    <dgm:pt modelId="{B7425B63-8B37-4C89-9395-598AF25C5990}" type="sibTrans" cxnId="{BEDF2C30-E5BD-4698-97D8-695EC6E605F8}">
      <dgm:prSet/>
      <dgm:spPr/>
      <dgm:t>
        <a:bodyPr/>
        <a:lstStyle/>
        <a:p>
          <a:endParaRPr lang="en-US"/>
        </a:p>
      </dgm:t>
    </dgm:pt>
    <dgm:pt modelId="{59FD154A-8EA4-47AD-9715-03F8FB58BA50}">
      <dgm:prSet/>
      <dgm:spPr/>
      <dgm:t>
        <a:bodyPr/>
        <a:lstStyle/>
        <a:p>
          <a:r>
            <a:rPr lang="en-US"/>
            <a:t>Dot product</a:t>
          </a:r>
        </a:p>
      </dgm:t>
    </dgm:pt>
    <dgm:pt modelId="{B3B88BB3-89E1-4668-8FC3-AAF36010A46B}" type="parTrans" cxnId="{1F828D9E-17A8-42E4-B77F-4C1154D4C870}">
      <dgm:prSet/>
      <dgm:spPr/>
      <dgm:t>
        <a:bodyPr/>
        <a:lstStyle/>
        <a:p>
          <a:endParaRPr lang="en-US"/>
        </a:p>
      </dgm:t>
    </dgm:pt>
    <dgm:pt modelId="{28206AC2-327A-44D0-8095-371FFD5E44FC}" type="sibTrans" cxnId="{1F828D9E-17A8-42E4-B77F-4C1154D4C870}">
      <dgm:prSet/>
      <dgm:spPr/>
      <dgm:t>
        <a:bodyPr/>
        <a:lstStyle/>
        <a:p>
          <a:endParaRPr lang="en-US"/>
        </a:p>
      </dgm:t>
    </dgm:pt>
    <dgm:pt modelId="{54281F4B-B8E5-485A-BF07-51DAF046D3B8}">
      <dgm:prSet/>
      <dgm:spPr/>
      <dgm:t>
        <a:bodyPr/>
        <a:lstStyle/>
        <a:p>
          <a:r>
            <a:rPr lang="en-US"/>
            <a:t>Considers vector direction and magnitude</a:t>
          </a:r>
        </a:p>
      </dgm:t>
    </dgm:pt>
    <dgm:pt modelId="{239D82DD-E6E6-487E-843E-541A6EBCFF45}" type="parTrans" cxnId="{A5C62C18-0052-44B7-9F80-95F3F454BB90}">
      <dgm:prSet/>
      <dgm:spPr/>
      <dgm:t>
        <a:bodyPr/>
        <a:lstStyle/>
        <a:p>
          <a:endParaRPr lang="en-US"/>
        </a:p>
      </dgm:t>
    </dgm:pt>
    <dgm:pt modelId="{D1C4DDD1-EF08-4B58-B0A2-B19E74189E22}" type="sibTrans" cxnId="{A5C62C18-0052-44B7-9F80-95F3F454BB90}">
      <dgm:prSet/>
      <dgm:spPr/>
      <dgm:t>
        <a:bodyPr/>
        <a:lstStyle/>
        <a:p>
          <a:endParaRPr lang="en-US"/>
        </a:p>
      </dgm:t>
    </dgm:pt>
    <dgm:pt modelId="{102E7276-7121-460D-94B0-375869AB250B}">
      <dgm:prSet/>
      <dgm:spPr/>
      <dgm:t>
        <a:bodyPr/>
        <a:lstStyle/>
        <a:p>
          <a:r>
            <a:rPr lang="en-US"/>
            <a:t>Cosine similarity</a:t>
          </a:r>
        </a:p>
      </dgm:t>
    </dgm:pt>
    <dgm:pt modelId="{EAA9C388-2173-4F08-933F-D39606CF7FFF}" type="parTrans" cxnId="{DE5504CB-14A7-4F07-822E-B81DEF154BEF}">
      <dgm:prSet/>
      <dgm:spPr/>
      <dgm:t>
        <a:bodyPr/>
        <a:lstStyle/>
        <a:p>
          <a:endParaRPr lang="en-US"/>
        </a:p>
      </dgm:t>
    </dgm:pt>
    <dgm:pt modelId="{2FA1A0E5-5D3A-40B5-9CF0-9D7D7D112870}" type="sibTrans" cxnId="{DE5504CB-14A7-4F07-822E-B81DEF154BEF}">
      <dgm:prSet/>
      <dgm:spPr/>
      <dgm:t>
        <a:bodyPr/>
        <a:lstStyle/>
        <a:p>
          <a:endParaRPr lang="en-US"/>
        </a:p>
      </dgm:t>
    </dgm:pt>
    <dgm:pt modelId="{1AB6AD45-321D-4134-B967-21B60D398217}">
      <dgm:prSet/>
      <dgm:spPr/>
      <dgm:t>
        <a:bodyPr/>
        <a:lstStyle/>
        <a:p>
          <a:r>
            <a:rPr lang="en-US"/>
            <a:t>Focuses on the angle between vectors</a:t>
          </a:r>
        </a:p>
      </dgm:t>
    </dgm:pt>
    <dgm:pt modelId="{3980C9DE-4440-4E28-A8A0-9521495A79C4}" type="parTrans" cxnId="{EB4BF51D-9A2D-485C-B62D-121F378E1572}">
      <dgm:prSet/>
      <dgm:spPr/>
      <dgm:t>
        <a:bodyPr/>
        <a:lstStyle/>
        <a:p>
          <a:endParaRPr lang="en-US"/>
        </a:p>
      </dgm:t>
    </dgm:pt>
    <dgm:pt modelId="{48066571-35EC-4BF9-9343-2062D1ABF8AE}" type="sibTrans" cxnId="{EB4BF51D-9A2D-485C-B62D-121F378E1572}">
      <dgm:prSet/>
      <dgm:spPr/>
      <dgm:t>
        <a:bodyPr/>
        <a:lstStyle/>
        <a:p>
          <a:endParaRPr lang="en-US"/>
        </a:p>
      </dgm:t>
    </dgm:pt>
    <dgm:pt modelId="{06BE14DA-5D8C-4492-AA40-C6544E0F11EB}">
      <dgm:prSet/>
      <dgm:spPr/>
      <dgm:t>
        <a:bodyPr/>
        <a:lstStyle/>
        <a:p>
          <a:r>
            <a:rPr lang="en-US"/>
            <a:t>The system selects the top K most relevant text chunks.</a:t>
          </a:r>
        </a:p>
      </dgm:t>
    </dgm:pt>
    <dgm:pt modelId="{F8026F1C-B759-4599-A32E-BC5646F86855}" type="parTrans" cxnId="{67E92D6D-9B80-4B78-9FAF-9423F6C359D3}">
      <dgm:prSet/>
      <dgm:spPr/>
      <dgm:t>
        <a:bodyPr/>
        <a:lstStyle/>
        <a:p>
          <a:endParaRPr lang="en-US"/>
        </a:p>
      </dgm:t>
    </dgm:pt>
    <dgm:pt modelId="{DE3DC257-4EE0-4207-BFD7-3377526C60C4}" type="sibTrans" cxnId="{67E92D6D-9B80-4B78-9FAF-9423F6C359D3}">
      <dgm:prSet/>
      <dgm:spPr/>
      <dgm:t>
        <a:bodyPr/>
        <a:lstStyle/>
        <a:p>
          <a:endParaRPr lang="en-US"/>
        </a:p>
      </dgm:t>
    </dgm:pt>
    <dgm:pt modelId="{9D1C3352-540C-4B44-B779-2360647DAEE4}">
      <dgm:prSet/>
      <dgm:spPr/>
      <dgm:t>
        <a:bodyPr/>
        <a:lstStyle/>
        <a:p>
          <a:r>
            <a:rPr lang="en-US"/>
            <a:t>5. Augmented Query Creation</a:t>
          </a:r>
        </a:p>
      </dgm:t>
    </dgm:pt>
    <dgm:pt modelId="{697A8CA4-BE1F-4F55-AE48-F34DD501932E}" type="parTrans" cxnId="{D27F2EB1-A3AA-4585-BF18-12CED01FF46E}">
      <dgm:prSet/>
      <dgm:spPr/>
      <dgm:t>
        <a:bodyPr/>
        <a:lstStyle/>
        <a:p>
          <a:endParaRPr lang="en-US"/>
        </a:p>
      </dgm:t>
    </dgm:pt>
    <dgm:pt modelId="{424D0EC3-787B-44E7-BE2F-D5A9236BE600}" type="sibTrans" cxnId="{D27F2EB1-A3AA-4585-BF18-12CED01FF46E}">
      <dgm:prSet/>
      <dgm:spPr/>
      <dgm:t>
        <a:bodyPr/>
        <a:lstStyle/>
        <a:p>
          <a:endParaRPr lang="en-US"/>
        </a:p>
      </dgm:t>
    </dgm:pt>
    <dgm:pt modelId="{C0AAEAC1-2446-483B-ACBD-9585D49E237B}">
      <dgm:prSet custT="1"/>
      <dgm:spPr/>
      <dgm:t>
        <a:bodyPr/>
        <a:lstStyle/>
        <a:p>
          <a:r>
            <a:rPr lang="en-US" sz="1050" dirty="0"/>
            <a:t>The retrieved text chunks are combined with the original user query.</a:t>
          </a:r>
        </a:p>
      </dgm:t>
    </dgm:pt>
    <dgm:pt modelId="{DC3CE3DF-27A8-49B6-99FF-452437AA2172}" type="parTrans" cxnId="{987F72AE-CB8F-416B-882B-4D6D823D3A0A}">
      <dgm:prSet/>
      <dgm:spPr/>
      <dgm:t>
        <a:bodyPr/>
        <a:lstStyle/>
        <a:p>
          <a:endParaRPr lang="en-US"/>
        </a:p>
      </dgm:t>
    </dgm:pt>
    <dgm:pt modelId="{8DCD65B9-DEC8-4096-913F-D22B99C41F9F}" type="sibTrans" cxnId="{987F72AE-CB8F-416B-882B-4D6D823D3A0A}">
      <dgm:prSet/>
      <dgm:spPr/>
      <dgm:t>
        <a:bodyPr/>
        <a:lstStyle/>
        <a:p>
          <a:endParaRPr lang="en-US"/>
        </a:p>
      </dgm:t>
    </dgm:pt>
    <dgm:pt modelId="{A343359E-5C4F-4E12-92BB-88536F92DA34}">
      <dgm:prSet/>
      <dgm:spPr/>
      <dgm:t>
        <a:bodyPr/>
        <a:lstStyle/>
        <a:p>
          <a:r>
            <a:rPr lang="en-US"/>
            <a:t>This creates an augmented query containing:</a:t>
          </a:r>
        </a:p>
      </dgm:t>
    </dgm:pt>
    <dgm:pt modelId="{4E2F37A2-693F-4933-9278-3B953A2F63F2}" type="parTrans" cxnId="{61A18016-5804-41B4-9700-D775A1868FD0}">
      <dgm:prSet/>
      <dgm:spPr/>
      <dgm:t>
        <a:bodyPr/>
        <a:lstStyle/>
        <a:p>
          <a:endParaRPr lang="en-US"/>
        </a:p>
      </dgm:t>
    </dgm:pt>
    <dgm:pt modelId="{023AA0D0-7642-4A48-ADC4-1947A3A29349}" type="sibTrans" cxnId="{61A18016-5804-41B4-9700-D775A1868FD0}">
      <dgm:prSet/>
      <dgm:spPr/>
      <dgm:t>
        <a:bodyPr/>
        <a:lstStyle/>
        <a:p>
          <a:endParaRPr lang="en-US"/>
        </a:p>
      </dgm:t>
    </dgm:pt>
    <dgm:pt modelId="{0C1F53EA-3AA8-4740-A60A-56C2BD9DCDA0}">
      <dgm:prSet/>
      <dgm:spPr/>
      <dgm:t>
        <a:bodyPr/>
        <a:lstStyle/>
        <a:p>
          <a:r>
            <a:rPr lang="en-US"/>
            <a:t>The user’s question</a:t>
          </a:r>
        </a:p>
      </dgm:t>
    </dgm:pt>
    <dgm:pt modelId="{D6499B27-F776-4FCA-9A4F-68834C2E153C}" type="parTrans" cxnId="{69DDB3D0-7111-4744-91DD-9E7BE21467A2}">
      <dgm:prSet/>
      <dgm:spPr/>
      <dgm:t>
        <a:bodyPr/>
        <a:lstStyle/>
        <a:p>
          <a:endParaRPr lang="en-US"/>
        </a:p>
      </dgm:t>
    </dgm:pt>
    <dgm:pt modelId="{1BAF14EC-0B8A-4E94-A91C-45DA6E59744A}" type="sibTrans" cxnId="{69DDB3D0-7111-4744-91DD-9E7BE21467A2}">
      <dgm:prSet/>
      <dgm:spPr/>
      <dgm:t>
        <a:bodyPr/>
        <a:lstStyle/>
        <a:p>
          <a:endParaRPr lang="en-US"/>
        </a:p>
      </dgm:t>
    </dgm:pt>
    <dgm:pt modelId="{C7D70AB3-1CE6-43DC-B8D4-442A788B1A40}">
      <dgm:prSet custT="1"/>
      <dgm:spPr/>
      <dgm:t>
        <a:bodyPr/>
        <a:lstStyle/>
        <a:p>
          <a:r>
            <a:rPr lang="en-US" sz="1050" dirty="0"/>
            <a:t>Relevant contextual information from the knowledge base</a:t>
          </a:r>
        </a:p>
      </dgm:t>
    </dgm:pt>
    <dgm:pt modelId="{586D3C56-AA58-494D-99A2-D83D5423E866}" type="parTrans" cxnId="{A881FC75-BA9F-4FAC-B88E-D20BD73E7559}">
      <dgm:prSet/>
      <dgm:spPr/>
      <dgm:t>
        <a:bodyPr/>
        <a:lstStyle/>
        <a:p>
          <a:endParaRPr lang="en-US"/>
        </a:p>
      </dgm:t>
    </dgm:pt>
    <dgm:pt modelId="{B290D4E0-0622-424A-9A02-F6DFEA639AEB}" type="sibTrans" cxnId="{A881FC75-BA9F-4FAC-B88E-D20BD73E7559}">
      <dgm:prSet/>
      <dgm:spPr/>
      <dgm:t>
        <a:bodyPr/>
        <a:lstStyle/>
        <a:p>
          <a:endParaRPr lang="en-US"/>
        </a:p>
      </dgm:t>
    </dgm:pt>
    <dgm:pt modelId="{6882ADF3-8FF4-4F5B-8768-E44DEA683327}">
      <dgm:prSet/>
      <dgm:spPr/>
      <dgm:t>
        <a:bodyPr/>
        <a:lstStyle/>
        <a:p>
          <a:r>
            <a:rPr lang="en-US"/>
            <a:t>6. Response Generation</a:t>
          </a:r>
        </a:p>
      </dgm:t>
    </dgm:pt>
    <dgm:pt modelId="{4AF20187-14AA-4EDF-9058-2A3D6910E6B1}" type="parTrans" cxnId="{D3FBE799-E904-4B9D-936D-813A8A265AF4}">
      <dgm:prSet/>
      <dgm:spPr/>
      <dgm:t>
        <a:bodyPr/>
        <a:lstStyle/>
        <a:p>
          <a:endParaRPr lang="en-US"/>
        </a:p>
      </dgm:t>
    </dgm:pt>
    <dgm:pt modelId="{B10E32FE-AC21-40C1-AD7D-6D4D91192152}" type="sibTrans" cxnId="{D3FBE799-E904-4B9D-936D-813A8A265AF4}">
      <dgm:prSet/>
      <dgm:spPr/>
      <dgm:t>
        <a:bodyPr/>
        <a:lstStyle/>
        <a:p>
          <a:endParaRPr lang="en-US"/>
        </a:p>
      </dgm:t>
    </dgm:pt>
    <dgm:pt modelId="{6BB041CE-F85E-4E20-B6DD-2BB58C1BE7B2}">
      <dgm:prSet custT="1"/>
      <dgm:spPr/>
      <dgm:t>
        <a:bodyPr/>
        <a:lstStyle/>
        <a:p>
          <a:r>
            <a:rPr lang="en-US" sz="1050" dirty="0"/>
            <a:t>The augmented query is sent to the language model, which generates a final response.</a:t>
          </a:r>
        </a:p>
      </dgm:t>
    </dgm:pt>
    <dgm:pt modelId="{B9ECF65F-EDF9-4087-9B3C-2CC5CDFB1821}" type="parTrans" cxnId="{3C647B2E-3B22-408C-9F44-37A8034C44C7}">
      <dgm:prSet/>
      <dgm:spPr/>
      <dgm:t>
        <a:bodyPr/>
        <a:lstStyle/>
        <a:p>
          <a:endParaRPr lang="en-US"/>
        </a:p>
      </dgm:t>
    </dgm:pt>
    <dgm:pt modelId="{3A2F8435-5898-4D9F-8BBC-62AA8AC6059E}" type="sibTrans" cxnId="{3C647B2E-3B22-408C-9F44-37A8034C44C7}">
      <dgm:prSet/>
      <dgm:spPr/>
      <dgm:t>
        <a:bodyPr/>
        <a:lstStyle/>
        <a:p>
          <a:endParaRPr lang="en-US"/>
        </a:p>
      </dgm:t>
    </dgm:pt>
    <dgm:pt modelId="{AE378BD8-7EC5-4570-9AEA-FC3D3C217D7F}">
      <dgm:prSet/>
      <dgm:spPr/>
      <dgm:t>
        <a:bodyPr/>
        <a:lstStyle/>
        <a:p>
          <a:r>
            <a:rPr lang="en-US"/>
            <a:t>Because the model now has relevant context, the response is:</a:t>
          </a:r>
        </a:p>
      </dgm:t>
    </dgm:pt>
    <dgm:pt modelId="{A68E687C-B5D1-4078-9381-53013C83D125}" type="parTrans" cxnId="{BEE597CC-6F46-40A1-BD19-A8A311E261E0}">
      <dgm:prSet/>
      <dgm:spPr/>
      <dgm:t>
        <a:bodyPr/>
        <a:lstStyle/>
        <a:p>
          <a:endParaRPr lang="en-US"/>
        </a:p>
      </dgm:t>
    </dgm:pt>
    <dgm:pt modelId="{F5176D22-C78E-4FCD-8AAF-BA214053C431}" type="sibTrans" cxnId="{BEE597CC-6F46-40A1-BD19-A8A311E261E0}">
      <dgm:prSet/>
      <dgm:spPr/>
      <dgm:t>
        <a:bodyPr/>
        <a:lstStyle/>
        <a:p>
          <a:endParaRPr lang="en-US"/>
        </a:p>
      </dgm:t>
    </dgm:pt>
    <dgm:pt modelId="{61EDA833-86E8-4728-94A9-F3D82FB1A729}">
      <dgm:prSet/>
      <dgm:spPr/>
      <dgm:t>
        <a:bodyPr/>
        <a:lstStyle/>
        <a:p>
          <a:r>
            <a:rPr lang="en-US"/>
            <a:t>More accurate</a:t>
          </a:r>
        </a:p>
      </dgm:t>
    </dgm:pt>
    <dgm:pt modelId="{59312A01-3594-4DF2-9F5B-D76FD6F318E2}" type="parTrans" cxnId="{C45FF9C6-C4CD-4A0B-A09E-396CFA67846B}">
      <dgm:prSet/>
      <dgm:spPr/>
      <dgm:t>
        <a:bodyPr/>
        <a:lstStyle/>
        <a:p>
          <a:endParaRPr lang="en-US"/>
        </a:p>
      </dgm:t>
    </dgm:pt>
    <dgm:pt modelId="{62F5FA40-31CE-4E75-B208-13E1513B6638}" type="sibTrans" cxnId="{C45FF9C6-C4CD-4A0B-A09E-396CFA67846B}">
      <dgm:prSet/>
      <dgm:spPr/>
      <dgm:t>
        <a:bodyPr/>
        <a:lstStyle/>
        <a:p>
          <a:endParaRPr lang="en-US"/>
        </a:p>
      </dgm:t>
    </dgm:pt>
    <dgm:pt modelId="{325057E1-1225-4DCC-B80F-89B85BC7B3B9}">
      <dgm:prSet/>
      <dgm:spPr/>
      <dgm:t>
        <a:bodyPr/>
        <a:lstStyle/>
        <a:p>
          <a:r>
            <a:rPr lang="en-US"/>
            <a:t>More relevant to the domain</a:t>
          </a:r>
        </a:p>
      </dgm:t>
    </dgm:pt>
    <dgm:pt modelId="{62BCA938-3D18-47F2-9CA5-B06850166900}" type="parTrans" cxnId="{1FA8C1AD-08C4-4DED-9E28-5547AD734C3C}">
      <dgm:prSet/>
      <dgm:spPr/>
      <dgm:t>
        <a:bodyPr/>
        <a:lstStyle/>
        <a:p>
          <a:endParaRPr lang="en-US"/>
        </a:p>
      </dgm:t>
    </dgm:pt>
    <dgm:pt modelId="{929C21E3-E0B2-4D70-9D1D-6DB9E396E891}" type="sibTrans" cxnId="{1FA8C1AD-08C4-4DED-9E28-5547AD734C3C}">
      <dgm:prSet/>
      <dgm:spPr/>
      <dgm:t>
        <a:bodyPr/>
        <a:lstStyle/>
        <a:p>
          <a:endParaRPr lang="en-US"/>
        </a:p>
      </dgm:t>
    </dgm:pt>
    <dgm:pt modelId="{476BA905-82E0-4BE0-B5AE-F3AE2EED7F7A}" type="pres">
      <dgm:prSet presAssocID="{E28EA7EF-EE4E-41ED-B7D6-49D9AD1ABC0D}" presName="Name0" presStyleCnt="0">
        <dgm:presLayoutVars>
          <dgm:dir/>
          <dgm:resizeHandles val="exact"/>
        </dgm:presLayoutVars>
      </dgm:prSet>
      <dgm:spPr/>
    </dgm:pt>
    <dgm:pt modelId="{9AB89539-2BDC-45AF-9627-233AD9CFEA1D}" type="pres">
      <dgm:prSet presAssocID="{1B4687F3-2DF8-44BF-B4AE-DECA2902ED0B}" presName="node" presStyleLbl="node1" presStyleIdx="0" presStyleCnt="28">
        <dgm:presLayoutVars>
          <dgm:bulletEnabled val="1"/>
        </dgm:presLayoutVars>
      </dgm:prSet>
      <dgm:spPr/>
    </dgm:pt>
    <dgm:pt modelId="{7A7842F9-0554-4BA2-9490-877A37630F29}" type="pres">
      <dgm:prSet presAssocID="{1356F533-0858-4A64-ADEC-AE5AA3137F6D}" presName="sibTrans" presStyleLbl="sibTrans1D1" presStyleIdx="0" presStyleCnt="27"/>
      <dgm:spPr/>
    </dgm:pt>
    <dgm:pt modelId="{68A0B599-0FE7-4F28-AD19-7A3E198F2793}" type="pres">
      <dgm:prSet presAssocID="{1356F533-0858-4A64-ADEC-AE5AA3137F6D}" presName="connectorText" presStyleLbl="sibTrans1D1" presStyleIdx="0" presStyleCnt="27"/>
      <dgm:spPr/>
    </dgm:pt>
    <dgm:pt modelId="{432AC68D-74CA-4CDA-B84A-E5499791311F}" type="pres">
      <dgm:prSet presAssocID="{C976B01F-6142-4915-ADF3-D9EE93BB3D14}" presName="node" presStyleLbl="node1" presStyleIdx="1" presStyleCnt="28">
        <dgm:presLayoutVars>
          <dgm:bulletEnabled val="1"/>
        </dgm:presLayoutVars>
      </dgm:prSet>
      <dgm:spPr/>
    </dgm:pt>
    <dgm:pt modelId="{665027BF-889B-4CD6-A44C-908B8DC0BDDF}" type="pres">
      <dgm:prSet presAssocID="{C5C45C8B-7BB0-4637-9C95-F95BC1D506F8}" presName="sibTrans" presStyleLbl="sibTrans1D1" presStyleIdx="1" presStyleCnt="27"/>
      <dgm:spPr/>
    </dgm:pt>
    <dgm:pt modelId="{65EFB7A6-6D55-448E-A3DC-E341B2E5B6D9}" type="pres">
      <dgm:prSet presAssocID="{C5C45C8B-7BB0-4637-9C95-F95BC1D506F8}" presName="connectorText" presStyleLbl="sibTrans1D1" presStyleIdx="1" presStyleCnt="27"/>
      <dgm:spPr/>
    </dgm:pt>
    <dgm:pt modelId="{A9D206D7-9F30-4515-B48F-E16FF684AD50}" type="pres">
      <dgm:prSet presAssocID="{807A8B45-CCF6-4792-9DC2-78895E672642}" presName="node" presStyleLbl="node1" presStyleIdx="2" presStyleCnt="28">
        <dgm:presLayoutVars>
          <dgm:bulletEnabled val="1"/>
        </dgm:presLayoutVars>
      </dgm:prSet>
      <dgm:spPr/>
    </dgm:pt>
    <dgm:pt modelId="{FD8122E8-3BA0-455D-8DB9-BFCE737277FF}" type="pres">
      <dgm:prSet presAssocID="{836B43A7-C3E2-4F30-AA8D-FBFBB5A72717}" presName="sibTrans" presStyleLbl="sibTrans1D1" presStyleIdx="2" presStyleCnt="27"/>
      <dgm:spPr/>
    </dgm:pt>
    <dgm:pt modelId="{222CD32D-B0C5-4EBE-8B71-71BEB17F4847}" type="pres">
      <dgm:prSet presAssocID="{836B43A7-C3E2-4F30-AA8D-FBFBB5A72717}" presName="connectorText" presStyleLbl="sibTrans1D1" presStyleIdx="2" presStyleCnt="27"/>
      <dgm:spPr/>
    </dgm:pt>
    <dgm:pt modelId="{4BFED56A-DD81-44C5-90CE-B8CC5216B894}" type="pres">
      <dgm:prSet presAssocID="{B3DFFD10-D818-40D9-B17B-2B9735DD5BE2}" presName="node" presStyleLbl="node1" presStyleIdx="3" presStyleCnt="28">
        <dgm:presLayoutVars>
          <dgm:bulletEnabled val="1"/>
        </dgm:presLayoutVars>
      </dgm:prSet>
      <dgm:spPr/>
    </dgm:pt>
    <dgm:pt modelId="{711CD66B-E97C-4ACA-904A-BBAEACED13B3}" type="pres">
      <dgm:prSet presAssocID="{81055A59-27C7-42AB-84E6-01CAAB45D7E2}" presName="sibTrans" presStyleLbl="sibTrans1D1" presStyleIdx="3" presStyleCnt="27"/>
      <dgm:spPr/>
    </dgm:pt>
    <dgm:pt modelId="{30603B7E-C073-4AFE-BEB5-209CC194E4E9}" type="pres">
      <dgm:prSet presAssocID="{81055A59-27C7-42AB-84E6-01CAAB45D7E2}" presName="connectorText" presStyleLbl="sibTrans1D1" presStyleIdx="3" presStyleCnt="27"/>
      <dgm:spPr/>
    </dgm:pt>
    <dgm:pt modelId="{FC0830D5-4EC8-4AAE-AC8A-258941E77450}" type="pres">
      <dgm:prSet presAssocID="{4594E8DB-049B-49F0-BFC3-E59FAC0833C5}" presName="node" presStyleLbl="node1" presStyleIdx="4" presStyleCnt="28">
        <dgm:presLayoutVars>
          <dgm:bulletEnabled val="1"/>
        </dgm:presLayoutVars>
      </dgm:prSet>
      <dgm:spPr/>
    </dgm:pt>
    <dgm:pt modelId="{15EE631B-2E16-429F-911F-2C68D6F9A4C9}" type="pres">
      <dgm:prSet presAssocID="{405CB587-7E1B-412A-8B17-1A4C1D44712B}" presName="sibTrans" presStyleLbl="sibTrans1D1" presStyleIdx="4" presStyleCnt="27"/>
      <dgm:spPr/>
    </dgm:pt>
    <dgm:pt modelId="{3075229D-19D9-4E67-BB47-109EF73ACB65}" type="pres">
      <dgm:prSet presAssocID="{405CB587-7E1B-412A-8B17-1A4C1D44712B}" presName="connectorText" presStyleLbl="sibTrans1D1" presStyleIdx="4" presStyleCnt="27"/>
      <dgm:spPr/>
    </dgm:pt>
    <dgm:pt modelId="{51FF2496-5451-4067-BDE2-5379B5BE9EDD}" type="pres">
      <dgm:prSet presAssocID="{A0A094B7-1A21-4E70-8644-0CD2E777CF06}" presName="node" presStyleLbl="node1" presStyleIdx="5" presStyleCnt="28">
        <dgm:presLayoutVars>
          <dgm:bulletEnabled val="1"/>
        </dgm:presLayoutVars>
      </dgm:prSet>
      <dgm:spPr/>
    </dgm:pt>
    <dgm:pt modelId="{B6671EBE-748D-417D-AC49-4DC9F42E815C}" type="pres">
      <dgm:prSet presAssocID="{0D189489-40CC-4C2D-9B3D-9512443CDC17}" presName="sibTrans" presStyleLbl="sibTrans1D1" presStyleIdx="5" presStyleCnt="27"/>
      <dgm:spPr/>
    </dgm:pt>
    <dgm:pt modelId="{3FE6594F-3A9C-41D8-919E-9D72F7700529}" type="pres">
      <dgm:prSet presAssocID="{0D189489-40CC-4C2D-9B3D-9512443CDC17}" presName="connectorText" presStyleLbl="sibTrans1D1" presStyleIdx="5" presStyleCnt="27"/>
      <dgm:spPr/>
    </dgm:pt>
    <dgm:pt modelId="{EA330575-2803-4C80-BF52-EE71360F8B34}" type="pres">
      <dgm:prSet presAssocID="{2C3974EF-F8E3-46F2-8A26-D8D4380D94A2}" presName="node" presStyleLbl="node1" presStyleIdx="6" presStyleCnt="28">
        <dgm:presLayoutVars>
          <dgm:bulletEnabled val="1"/>
        </dgm:presLayoutVars>
      </dgm:prSet>
      <dgm:spPr/>
    </dgm:pt>
    <dgm:pt modelId="{3844DCA0-4FB9-44E0-9C52-409671EDC3B3}" type="pres">
      <dgm:prSet presAssocID="{F5A559C2-5BC1-4EF9-B15D-50482872B72D}" presName="sibTrans" presStyleLbl="sibTrans1D1" presStyleIdx="6" presStyleCnt="27"/>
      <dgm:spPr/>
    </dgm:pt>
    <dgm:pt modelId="{D550F6F6-3600-4FE4-B77E-43731AFBBC6F}" type="pres">
      <dgm:prSet presAssocID="{F5A559C2-5BC1-4EF9-B15D-50482872B72D}" presName="connectorText" presStyleLbl="sibTrans1D1" presStyleIdx="6" presStyleCnt="27"/>
      <dgm:spPr/>
    </dgm:pt>
    <dgm:pt modelId="{79CAB886-F6F2-4393-AA2E-3CE386F832FE}" type="pres">
      <dgm:prSet presAssocID="{84632E65-011A-4099-B5EE-2E7DEA430C58}" presName="node" presStyleLbl="node1" presStyleIdx="7" presStyleCnt="28">
        <dgm:presLayoutVars>
          <dgm:bulletEnabled val="1"/>
        </dgm:presLayoutVars>
      </dgm:prSet>
      <dgm:spPr/>
    </dgm:pt>
    <dgm:pt modelId="{EC1F67CD-7155-43FA-A23D-55D02EA2D1CD}" type="pres">
      <dgm:prSet presAssocID="{0B69FAD9-7DF6-420D-8C37-74194839D2E4}" presName="sibTrans" presStyleLbl="sibTrans1D1" presStyleIdx="7" presStyleCnt="27"/>
      <dgm:spPr/>
    </dgm:pt>
    <dgm:pt modelId="{705D594C-B59F-4C3B-85BA-466C9D9974A0}" type="pres">
      <dgm:prSet presAssocID="{0B69FAD9-7DF6-420D-8C37-74194839D2E4}" presName="connectorText" presStyleLbl="sibTrans1D1" presStyleIdx="7" presStyleCnt="27"/>
      <dgm:spPr/>
    </dgm:pt>
    <dgm:pt modelId="{B0EA4A40-4688-49D5-9149-8926EC83402D}" type="pres">
      <dgm:prSet presAssocID="{F9646942-93E0-4CA1-8F3E-77D46F384EE5}" presName="node" presStyleLbl="node1" presStyleIdx="8" presStyleCnt="28">
        <dgm:presLayoutVars>
          <dgm:bulletEnabled val="1"/>
        </dgm:presLayoutVars>
      </dgm:prSet>
      <dgm:spPr/>
    </dgm:pt>
    <dgm:pt modelId="{6E434DBD-408A-4D48-9BA0-21356E0573B7}" type="pres">
      <dgm:prSet presAssocID="{7AC5383C-F1B4-4A8B-85AA-4196253972D9}" presName="sibTrans" presStyleLbl="sibTrans1D1" presStyleIdx="8" presStyleCnt="27"/>
      <dgm:spPr/>
    </dgm:pt>
    <dgm:pt modelId="{41B59AE3-C263-4FFE-A23A-5DDA32641133}" type="pres">
      <dgm:prSet presAssocID="{7AC5383C-F1B4-4A8B-85AA-4196253972D9}" presName="connectorText" presStyleLbl="sibTrans1D1" presStyleIdx="8" presStyleCnt="27"/>
      <dgm:spPr/>
    </dgm:pt>
    <dgm:pt modelId="{802C7CD5-C971-4CBB-A7AC-6BB856249530}" type="pres">
      <dgm:prSet presAssocID="{43D4E865-FD4E-42E0-8C7F-9C823540C4DB}" presName="node" presStyleLbl="node1" presStyleIdx="9" presStyleCnt="28">
        <dgm:presLayoutVars>
          <dgm:bulletEnabled val="1"/>
        </dgm:presLayoutVars>
      </dgm:prSet>
      <dgm:spPr/>
    </dgm:pt>
    <dgm:pt modelId="{A9EB33C4-DFBC-45FC-9A50-12DCAC997437}" type="pres">
      <dgm:prSet presAssocID="{A372524B-B14F-4839-9C15-AF39285698C6}" presName="sibTrans" presStyleLbl="sibTrans1D1" presStyleIdx="9" presStyleCnt="27"/>
      <dgm:spPr/>
    </dgm:pt>
    <dgm:pt modelId="{A20BDB0F-3FEC-4CDA-9307-80E67799E338}" type="pres">
      <dgm:prSet presAssocID="{A372524B-B14F-4839-9C15-AF39285698C6}" presName="connectorText" presStyleLbl="sibTrans1D1" presStyleIdx="9" presStyleCnt="27"/>
      <dgm:spPr/>
    </dgm:pt>
    <dgm:pt modelId="{79AC47B1-D380-448E-B3FC-B4EAC90B4D4A}" type="pres">
      <dgm:prSet presAssocID="{E55EE016-17D0-4892-8F45-0A49F536029E}" presName="node" presStyleLbl="node1" presStyleIdx="10" presStyleCnt="28">
        <dgm:presLayoutVars>
          <dgm:bulletEnabled val="1"/>
        </dgm:presLayoutVars>
      </dgm:prSet>
      <dgm:spPr/>
    </dgm:pt>
    <dgm:pt modelId="{0271DB29-7D1A-4486-85FF-8630ACA01844}" type="pres">
      <dgm:prSet presAssocID="{4D5C19F8-D2FD-4213-B5DA-CE832BEE42C9}" presName="sibTrans" presStyleLbl="sibTrans1D1" presStyleIdx="10" presStyleCnt="27"/>
      <dgm:spPr/>
    </dgm:pt>
    <dgm:pt modelId="{A7995B0C-4428-4CD0-A220-B7BA18BEC00C}" type="pres">
      <dgm:prSet presAssocID="{4D5C19F8-D2FD-4213-B5DA-CE832BEE42C9}" presName="connectorText" presStyleLbl="sibTrans1D1" presStyleIdx="10" presStyleCnt="27"/>
      <dgm:spPr/>
    </dgm:pt>
    <dgm:pt modelId="{1BCD6112-1BBE-49AE-8937-E8CDA184F800}" type="pres">
      <dgm:prSet presAssocID="{1011D73D-0B84-4E78-BF70-0815DB91AE94}" presName="node" presStyleLbl="node1" presStyleIdx="11" presStyleCnt="28">
        <dgm:presLayoutVars>
          <dgm:bulletEnabled val="1"/>
        </dgm:presLayoutVars>
      </dgm:prSet>
      <dgm:spPr/>
    </dgm:pt>
    <dgm:pt modelId="{340B15CE-D00B-422D-A93A-6EF38ED61BC8}" type="pres">
      <dgm:prSet presAssocID="{B2A12482-0142-4D4F-B25D-608AF0699A61}" presName="sibTrans" presStyleLbl="sibTrans1D1" presStyleIdx="11" presStyleCnt="27"/>
      <dgm:spPr/>
    </dgm:pt>
    <dgm:pt modelId="{AF428E6C-0FEC-43FA-A63F-27DC2EC852A2}" type="pres">
      <dgm:prSet presAssocID="{B2A12482-0142-4D4F-B25D-608AF0699A61}" presName="connectorText" presStyleLbl="sibTrans1D1" presStyleIdx="11" presStyleCnt="27"/>
      <dgm:spPr/>
    </dgm:pt>
    <dgm:pt modelId="{A79733F0-E2D7-4910-B454-BD72E508423D}" type="pres">
      <dgm:prSet presAssocID="{8F3F66FE-377A-46AA-BB74-CF5CFE4553F5}" presName="node" presStyleLbl="node1" presStyleIdx="12" presStyleCnt="28">
        <dgm:presLayoutVars>
          <dgm:bulletEnabled val="1"/>
        </dgm:presLayoutVars>
      </dgm:prSet>
      <dgm:spPr/>
    </dgm:pt>
    <dgm:pt modelId="{CAC29AA4-3BDC-41E2-B742-8054207C9990}" type="pres">
      <dgm:prSet presAssocID="{B7425B63-8B37-4C89-9395-598AF25C5990}" presName="sibTrans" presStyleLbl="sibTrans1D1" presStyleIdx="12" presStyleCnt="27"/>
      <dgm:spPr/>
    </dgm:pt>
    <dgm:pt modelId="{A819AD31-5EFB-41F4-A6E7-08E8C37C6550}" type="pres">
      <dgm:prSet presAssocID="{B7425B63-8B37-4C89-9395-598AF25C5990}" presName="connectorText" presStyleLbl="sibTrans1D1" presStyleIdx="12" presStyleCnt="27"/>
      <dgm:spPr/>
    </dgm:pt>
    <dgm:pt modelId="{505AF40E-BCCF-4176-A129-E8BEB153AF4D}" type="pres">
      <dgm:prSet presAssocID="{59FD154A-8EA4-47AD-9715-03F8FB58BA50}" presName="node" presStyleLbl="node1" presStyleIdx="13" presStyleCnt="28">
        <dgm:presLayoutVars>
          <dgm:bulletEnabled val="1"/>
        </dgm:presLayoutVars>
      </dgm:prSet>
      <dgm:spPr/>
    </dgm:pt>
    <dgm:pt modelId="{2CB38B04-F5E9-4259-93B4-5B3025EBDD1B}" type="pres">
      <dgm:prSet presAssocID="{28206AC2-327A-44D0-8095-371FFD5E44FC}" presName="sibTrans" presStyleLbl="sibTrans1D1" presStyleIdx="13" presStyleCnt="27"/>
      <dgm:spPr/>
    </dgm:pt>
    <dgm:pt modelId="{43C93477-02A6-4460-8198-7B8E02442200}" type="pres">
      <dgm:prSet presAssocID="{28206AC2-327A-44D0-8095-371FFD5E44FC}" presName="connectorText" presStyleLbl="sibTrans1D1" presStyleIdx="13" presStyleCnt="27"/>
      <dgm:spPr/>
    </dgm:pt>
    <dgm:pt modelId="{D0A7A20F-E65E-4EE6-81BF-A4C3E6BFE1EB}" type="pres">
      <dgm:prSet presAssocID="{54281F4B-B8E5-485A-BF07-51DAF046D3B8}" presName="node" presStyleLbl="node1" presStyleIdx="14" presStyleCnt="28">
        <dgm:presLayoutVars>
          <dgm:bulletEnabled val="1"/>
        </dgm:presLayoutVars>
      </dgm:prSet>
      <dgm:spPr/>
    </dgm:pt>
    <dgm:pt modelId="{077B53FE-CEF8-48B7-BBE0-194679F8F45B}" type="pres">
      <dgm:prSet presAssocID="{D1C4DDD1-EF08-4B58-B0A2-B19E74189E22}" presName="sibTrans" presStyleLbl="sibTrans1D1" presStyleIdx="14" presStyleCnt="27"/>
      <dgm:spPr/>
    </dgm:pt>
    <dgm:pt modelId="{4573F878-EF31-4739-A660-4A30A552A6A5}" type="pres">
      <dgm:prSet presAssocID="{D1C4DDD1-EF08-4B58-B0A2-B19E74189E22}" presName="connectorText" presStyleLbl="sibTrans1D1" presStyleIdx="14" presStyleCnt="27"/>
      <dgm:spPr/>
    </dgm:pt>
    <dgm:pt modelId="{0F0746BF-202E-4385-8274-545332C9E3F5}" type="pres">
      <dgm:prSet presAssocID="{102E7276-7121-460D-94B0-375869AB250B}" presName="node" presStyleLbl="node1" presStyleIdx="15" presStyleCnt="28">
        <dgm:presLayoutVars>
          <dgm:bulletEnabled val="1"/>
        </dgm:presLayoutVars>
      </dgm:prSet>
      <dgm:spPr/>
    </dgm:pt>
    <dgm:pt modelId="{793717EC-82C6-405D-B7CE-96A626D5EE3D}" type="pres">
      <dgm:prSet presAssocID="{2FA1A0E5-5D3A-40B5-9CF0-9D7D7D112870}" presName="sibTrans" presStyleLbl="sibTrans1D1" presStyleIdx="15" presStyleCnt="27"/>
      <dgm:spPr/>
    </dgm:pt>
    <dgm:pt modelId="{8100BD91-AF2B-4CCD-816A-726B4D6194B9}" type="pres">
      <dgm:prSet presAssocID="{2FA1A0E5-5D3A-40B5-9CF0-9D7D7D112870}" presName="connectorText" presStyleLbl="sibTrans1D1" presStyleIdx="15" presStyleCnt="27"/>
      <dgm:spPr/>
    </dgm:pt>
    <dgm:pt modelId="{F97C066F-B63D-4C8B-83CE-B37745B761B8}" type="pres">
      <dgm:prSet presAssocID="{1AB6AD45-321D-4134-B967-21B60D398217}" presName="node" presStyleLbl="node1" presStyleIdx="16" presStyleCnt="28">
        <dgm:presLayoutVars>
          <dgm:bulletEnabled val="1"/>
        </dgm:presLayoutVars>
      </dgm:prSet>
      <dgm:spPr/>
    </dgm:pt>
    <dgm:pt modelId="{2BD868A0-30AF-4E3D-863F-B7F560FCF06D}" type="pres">
      <dgm:prSet presAssocID="{48066571-35EC-4BF9-9343-2062D1ABF8AE}" presName="sibTrans" presStyleLbl="sibTrans1D1" presStyleIdx="16" presStyleCnt="27"/>
      <dgm:spPr/>
    </dgm:pt>
    <dgm:pt modelId="{3FBC3882-B8D8-4FE5-8399-702714699A40}" type="pres">
      <dgm:prSet presAssocID="{48066571-35EC-4BF9-9343-2062D1ABF8AE}" presName="connectorText" presStyleLbl="sibTrans1D1" presStyleIdx="16" presStyleCnt="27"/>
      <dgm:spPr/>
    </dgm:pt>
    <dgm:pt modelId="{D01BA2D5-CA7B-48BD-A9AB-732F87C14EB6}" type="pres">
      <dgm:prSet presAssocID="{06BE14DA-5D8C-4492-AA40-C6544E0F11EB}" presName="node" presStyleLbl="node1" presStyleIdx="17" presStyleCnt="28">
        <dgm:presLayoutVars>
          <dgm:bulletEnabled val="1"/>
        </dgm:presLayoutVars>
      </dgm:prSet>
      <dgm:spPr/>
    </dgm:pt>
    <dgm:pt modelId="{F762C8DD-7F7B-434F-8BCA-544578076689}" type="pres">
      <dgm:prSet presAssocID="{DE3DC257-4EE0-4207-BFD7-3377526C60C4}" presName="sibTrans" presStyleLbl="sibTrans1D1" presStyleIdx="17" presStyleCnt="27"/>
      <dgm:spPr/>
    </dgm:pt>
    <dgm:pt modelId="{8540CB21-97FC-4C8F-A450-63B222C3C6F3}" type="pres">
      <dgm:prSet presAssocID="{DE3DC257-4EE0-4207-BFD7-3377526C60C4}" presName="connectorText" presStyleLbl="sibTrans1D1" presStyleIdx="17" presStyleCnt="27"/>
      <dgm:spPr/>
    </dgm:pt>
    <dgm:pt modelId="{0AEBA90C-9AB8-41BD-9748-717F3FAD79C0}" type="pres">
      <dgm:prSet presAssocID="{9D1C3352-540C-4B44-B779-2360647DAEE4}" presName="node" presStyleLbl="node1" presStyleIdx="18" presStyleCnt="28">
        <dgm:presLayoutVars>
          <dgm:bulletEnabled val="1"/>
        </dgm:presLayoutVars>
      </dgm:prSet>
      <dgm:spPr/>
    </dgm:pt>
    <dgm:pt modelId="{253695B2-8200-4008-855F-8BA1453B1063}" type="pres">
      <dgm:prSet presAssocID="{424D0EC3-787B-44E7-BE2F-D5A9236BE600}" presName="sibTrans" presStyleLbl="sibTrans1D1" presStyleIdx="18" presStyleCnt="27"/>
      <dgm:spPr/>
    </dgm:pt>
    <dgm:pt modelId="{118257D5-0768-4B04-A812-59C78CAC66C6}" type="pres">
      <dgm:prSet presAssocID="{424D0EC3-787B-44E7-BE2F-D5A9236BE600}" presName="connectorText" presStyleLbl="sibTrans1D1" presStyleIdx="18" presStyleCnt="27"/>
      <dgm:spPr/>
    </dgm:pt>
    <dgm:pt modelId="{66DD64E2-36EE-45BC-AC7B-72A88A873E35}" type="pres">
      <dgm:prSet presAssocID="{C0AAEAC1-2446-483B-ACBD-9585D49E237B}" presName="node" presStyleLbl="node1" presStyleIdx="19" presStyleCnt="28">
        <dgm:presLayoutVars>
          <dgm:bulletEnabled val="1"/>
        </dgm:presLayoutVars>
      </dgm:prSet>
      <dgm:spPr/>
    </dgm:pt>
    <dgm:pt modelId="{5ECEA3E4-CEA3-4664-B35B-4DCDF8F51429}" type="pres">
      <dgm:prSet presAssocID="{8DCD65B9-DEC8-4096-913F-D22B99C41F9F}" presName="sibTrans" presStyleLbl="sibTrans1D1" presStyleIdx="19" presStyleCnt="27"/>
      <dgm:spPr/>
    </dgm:pt>
    <dgm:pt modelId="{2C60C1DB-4CEE-484E-AB84-813904A8DE39}" type="pres">
      <dgm:prSet presAssocID="{8DCD65B9-DEC8-4096-913F-D22B99C41F9F}" presName="connectorText" presStyleLbl="sibTrans1D1" presStyleIdx="19" presStyleCnt="27"/>
      <dgm:spPr/>
    </dgm:pt>
    <dgm:pt modelId="{357D7EF6-497F-4EB3-BBBA-4AF6735DFAEC}" type="pres">
      <dgm:prSet presAssocID="{A343359E-5C4F-4E12-92BB-88536F92DA34}" presName="node" presStyleLbl="node1" presStyleIdx="20" presStyleCnt="28">
        <dgm:presLayoutVars>
          <dgm:bulletEnabled val="1"/>
        </dgm:presLayoutVars>
      </dgm:prSet>
      <dgm:spPr/>
    </dgm:pt>
    <dgm:pt modelId="{85309268-CD19-471B-A897-00AC9AEABC83}" type="pres">
      <dgm:prSet presAssocID="{023AA0D0-7642-4A48-ADC4-1947A3A29349}" presName="sibTrans" presStyleLbl="sibTrans1D1" presStyleIdx="20" presStyleCnt="27"/>
      <dgm:spPr/>
    </dgm:pt>
    <dgm:pt modelId="{DCC699AA-F1AD-40F9-94ED-76E995ABD505}" type="pres">
      <dgm:prSet presAssocID="{023AA0D0-7642-4A48-ADC4-1947A3A29349}" presName="connectorText" presStyleLbl="sibTrans1D1" presStyleIdx="20" presStyleCnt="27"/>
      <dgm:spPr/>
    </dgm:pt>
    <dgm:pt modelId="{A532B2E6-AD12-46E0-A780-8836CCC86EE3}" type="pres">
      <dgm:prSet presAssocID="{0C1F53EA-3AA8-4740-A60A-56C2BD9DCDA0}" presName="node" presStyleLbl="node1" presStyleIdx="21" presStyleCnt="28">
        <dgm:presLayoutVars>
          <dgm:bulletEnabled val="1"/>
        </dgm:presLayoutVars>
      </dgm:prSet>
      <dgm:spPr/>
    </dgm:pt>
    <dgm:pt modelId="{364D3227-A5E2-4DAF-B20F-C3C514819556}" type="pres">
      <dgm:prSet presAssocID="{1BAF14EC-0B8A-4E94-A91C-45DA6E59744A}" presName="sibTrans" presStyleLbl="sibTrans1D1" presStyleIdx="21" presStyleCnt="27"/>
      <dgm:spPr/>
    </dgm:pt>
    <dgm:pt modelId="{3F3CCFFE-FB08-4751-8741-1EC46536C4EB}" type="pres">
      <dgm:prSet presAssocID="{1BAF14EC-0B8A-4E94-A91C-45DA6E59744A}" presName="connectorText" presStyleLbl="sibTrans1D1" presStyleIdx="21" presStyleCnt="27"/>
      <dgm:spPr/>
    </dgm:pt>
    <dgm:pt modelId="{EA451997-0692-4293-BAA8-6270A9FFCB00}" type="pres">
      <dgm:prSet presAssocID="{C7D70AB3-1CE6-43DC-B8D4-442A788B1A40}" presName="node" presStyleLbl="node1" presStyleIdx="22" presStyleCnt="28">
        <dgm:presLayoutVars>
          <dgm:bulletEnabled val="1"/>
        </dgm:presLayoutVars>
      </dgm:prSet>
      <dgm:spPr/>
    </dgm:pt>
    <dgm:pt modelId="{FF90D6AE-29C1-4C20-8308-40C2FAE2BA8B}" type="pres">
      <dgm:prSet presAssocID="{B290D4E0-0622-424A-9A02-F6DFEA639AEB}" presName="sibTrans" presStyleLbl="sibTrans1D1" presStyleIdx="22" presStyleCnt="27"/>
      <dgm:spPr/>
    </dgm:pt>
    <dgm:pt modelId="{4596B42C-C897-40DE-8E01-B458EE675DA7}" type="pres">
      <dgm:prSet presAssocID="{B290D4E0-0622-424A-9A02-F6DFEA639AEB}" presName="connectorText" presStyleLbl="sibTrans1D1" presStyleIdx="22" presStyleCnt="27"/>
      <dgm:spPr/>
    </dgm:pt>
    <dgm:pt modelId="{90DD235C-106E-439F-B44D-130526302D7C}" type="pres">
      <dgm:prSet presAssocID="{6882ADF3-8FF4-4F5B-8768-E44DEA683327}" presName="node" presStyleLbl="node1" presStyleIdx="23" presStyleCnt="28">
        <dgm:presLayoutVars>
          <dgm:bulletEnabled val="1"/>
        </dgm:presLayoutVars>
      </dgm:prSet>
      <dgm:spPr/>
    </dgm:pt>
    <dgm:pt modelId="{C61B2319-FE52-4561-BA41-DB476AA4E934}" type="pres">
      <dgm:prSet presAssocID="{B10E32FE-AC21-40C1-AD7D-6D4D91192152}" presName="sibTrans" presStyleLbl="sibTrans1D1" presStyleIdx="23" presStyleCnt="27"/>
      <dgm:spPr/>
    </dgm:pt>
    <dgm:pt modelId="{7A463E53-B522-4164-B550-600DFBF8D917}" type="pres">
      <dgm:prSet presAssocID="{B10E32FE-AC21-40C1-AD7D-6D4D91192152}" presName="connectorText" presStyleLbl="sibTrans1D1" presStyleIdx="23" presStyleCnt="27"/>
      <dgm:spPr/>
    </dgm:pt>
    <dgm:pt modelId="{DE9F0B72-27A8-49C8-82FD-A7E6A24C0D30}" type="pres">
      <dgm:prSet presAssocID="{6BB041CE-F85E-4E20-B6DD-2BB58C1BE7B2}" presName="node" presStyleLbl="node1" presStyleIdx="24" presStyleCnt="28">
        <dgm:presLayoutVars>
          <dgm:bulletEnabled val="1"/>
        </dgm:presLayoutVars>
      </dgm:prSet>
      <dgm:spPr/>
    </dgm:pt>
    <dgm:pt modelId="{B16DCA46-3CFA-4F49-B787-236F3CF6D512}" type="pres">
      <dgm:prSet presAssocID="{3A2F8435-5898-4D9F-8BBC-62AA8AC6059E}" presName="sibTrans" presStyleLbl="sibTrans1D1" presStyleIdx="24" presStyleCnt="27"/>
      <dgm:spPr/>
    </dgm:pt>
    <dgm:pt modelId="{B08F4492-459E-4F44-9F5A-CD77E000A73E}" type="pres">
      <dgm:prSet presAssocID="{3A2F8435-5898-4D9F-8BBC-62AA8AC6059E}" presName="connectorText" presStyleLbl="sibTrans1D1" presStyleIdx="24" presStyleCnt="27"/>
      <dgm:spPr/>
    </dgm:pt>
    <dgm:pt modelId="{E3D754BA-9009-4D10-B8FF-7EB7253DA3C2}" type="pres">
      <dgm:prSet presAssocID="{AE378BD8-7EC5-4570-9AEA-FC3D3C217D7F}" presName="node" presStyleLbl="node1" presStyleIdx="25" presStyleCnt="28">
        <dgm:presLayoutVars>
          <dgm:bulletEnabled val="1"/>
        </dgm:presLayoutVars>
      </dgm:prSet>
      <dgm:spPr/>
    </dgm:pt>
    <dgm:pt modelId="{D4963F44-A57D-4340-80AB-7386FB070490}" type="pres">
      <dgm:prSet presAssocID="{F5176D22-C78E-4FCD-8AAF-BA214053C431}" presName="sibTrans" presStyleLbl="sibTrans1D1" presStyleIdx="25" presStyleCnt="27"/>
      <dgm:spPr/>
    </dgm:pt>
    <dgm:pt modelId="{AE2B721A-B6EB-4AC4-AD93-C0C880964A63}" type="pres">
      <dgm:prSet presAssocID="{F5176D22-C78E-4FCD-8AAF-BA214053C431}" presName="connectorText" presStyleLbl="sibTrans1D1" presStyleIdx="25" presStyleCnt="27"/>
      <dgm:spPr/>
    </dgm:pt>
    <dgm:pt modelId="{83C46672-6205-4697-8960-0E251051BCC0}" type="pres">
      <dgm:prSet presAssocID="{61EDA833-86E8-4728-94A9-F3D82FB1A729}" presName="node" presStyleLbl="node1" presStyleIdx="26" presStyleCnt="28">
        <dgm:presLayoutVars>
          <dgm:bulletEnabled val="1"/>
        </dgm:presLayoutVars>
      </dgm:prSet>
      <dgm:spPr/>
    </dgm:pt>
    <dgm:pt modelId="{F09188F5-86B9-4A61-8E8D-50735009C280}" type="pres">
      <dgm:prSet presAssocID="{62F5FA40-31CE-4E75-B208-13E1513B6638}" presName="sibTrans" presStyleLbl="sibTrans1D1" presStyleIdx="26" presStyleCnt="27"/>
      <dgm:spPr/>
    </dgm:pt>
    <dgm:pt modelId="{2D689278-7C64-4223-90C5-F115338599F6}" type="pres">
      <dgm:prSet presAssocID="{62F5FA40-31CE-4E75-B208-13E1513B6638}" presName="connectorText" presStyleLbl="sibTrans1D1" presStyleIdx="26" presStyleCnt="27"/>
      <dgm:spPr/>
    </dgm:pt>
    <dgm:pt modelId="{C322FE52-7481-4508-85B3-F0597E2CAEFA}" type="pres">
      <dgm:prSet presAssocID="{325057E1-1225-4DCC-B80F-89B85BC7B3B9}" presName="node" presStyleLbl="node1" presStyleIdx="27" presStyleCnt="28">
        <dgm:presLayoutVars>
          <dgm:bulletEnabled val="1"/>
        </dgm:presLayoutVars>
      </dgm:prSet>
      <dgm:spPr/>
    </dgm:pt>
  </dgm:ptLst>
  <dgm:cxnLst>
    <dgm:cxn modelId="{1AFD4E02-0808-4016-A99E-0459FDAC8B28}" type="presOf" srcId="{023AA0D0-7642-4A48-ADC4-1947A3A29349}" destId="{DCC699AA-F1AD-40F9-94ED-76E995ABD505}" srcOrd="1" destOrd="0" presId="urn:microsoft.com/office/officeart/2016/7/layout/RepeatingBendingProcessNew"/>
    <dgm:cxn modelId="{E6CAD105-410F-454D-B396-3338B3ABDE51}" srcId="{E28EA7EF-EE4E-41ED-B7D6-49D9AD1ABC0D}" destId="{84632E65-011A-4099-B5EE-2E7DEA430C58}" srcOrd="7" destOrd="0" parTransId="{F1EB27CA-08B1-4671-A754-D7A0D283E7BF}" sibTransId="{0B69FAD9-7DF6-420D-8C37-74194839D2E4}"/>
    <dgm:cxn modelId="{08FD1106-EB9D-4F33-AD08-82020EA35332}" type="presOf" srcId="{325057E1-1225-4DCC-B80F-89B85BC7B3B9}" destId="{C322FE52-7481-4508-85B3-F0597E2CAEFA}" srcOrd="0" destOrd="0" presId="urn:microsoft.com/office/officeart/2016/7/layout/RepeatingBendingProcessNew"/>
    <dgm:cxn modelId="{0CD2BC07-A033-4B52-B495-7863FE6B75F9}" type="presOf" srcId="{B290D4E0-0622-424A-9A02-F6DFEA639AEB}" destId="{4596B42C-C897-40DE-8E01-B458EE675DA7}" srcOrd="1" destOrd="0" presId="urn:microsoft.com/office/officeart/2016/7/layout/RepeatingBendingProcessNew"/>
    <dgm:cxn modelId="{C7656F08-EE42-4B24-84D5-A22DE42047E6}" srcId="{E28EA7EF-EE4E-41ED-B7D6-49D9AD1ABC0D}" destId="{A0A094B7-1A21-4E70-8644-0CD2E777CF06}" srcOrd="5" destOrd="0" parTransId="{46E32A53-69F3-4B84-9AED-216275F0A98C}" sibTransId="{0D189489-40CC-4C2D-9B3D-9512443CDC17}"/>
    <dgm:cxn modelId="{C5E5700A-7835-4C3F-BBE2-02F31B73B2E6}" type="presOf" srcId="{B10E32FE-AC21-40C1-AD7D-6D4D91192152}" destId="{C61B2319-FE52-4561-BA41-DB476AA4E934}" srcOrd="0" destOrd="0" presId="urn:microsoft.com/office/officeart/2016/7/layout/RepeatingBendingProcessNew"/>
    <dgm:cxn modelId="{4E88330C-9FB5-41B3-83FF-3D848DD2A167}" srcId="{E28EA7EF-EE4E-41ED-B7D6-49D9AD1ABC0D}" destId="{2C3974EF-F8E3-46F2-8A26-D8D4380D94A2}" srcOrd="6" destOrd="0" parTransId="{AAE1E5EA-9EB0-4CEE-975C-4C392778A553}" sibTransId="{F5A559C2-5BC1-4EF9-B15D-50482872B72D}"/>
    <dgm:cxn modelId="{6C27290D-0A4D-441E-92B7-EA3EAB87F393}" type="presOf" srcId="{43D4E865-FD4E-42E0-8C7F-9C823540C4DB}" destId="{802C7CD5-C971-4CBB-A7AC-6BB856249530}" srcOrd="0" destOrd="0" presId="urn:microsoft.com/office/officeart/2016/7/layout/RepeatingBendingProcessNew"/>
    <dgm:cxn modelId="{787AB314-A912-45AD-B262-7DBC4577047D}" type="presOf" srcId="{A0A094B7-1A21-4E70-8644-0CD2E777CF06}" destId="{51FF2496-5451-4067-BDE2-5379B5BE9EDD}" srcOrd="0" destOrd="0" presId="urn:microsoft.com/office/officeart/2016/7/layout/RepeatingBendingProcessNew"/>
    <dgm:cxn modelId="{B65D3C15-070C-496A-AAAF-115C00896E8A}" type="presOf" srcId="{0D189489-40CC-4C2D-9B3D-9512443CDC17}" destId="{B6671EBE-748D-417D-AC49-4DC9F42E815C}" srcOrd="0" destOrd="0" presId="urn:microsoft.com/office/officeart/2016/7/layout/RepeatingBendingProcessNew"/>
    <dgm:cxn modelId="{99954615-673D-4450-890B-F9D1B42864C5}" type="presOf" srcId="{1BAF14EC-0B8A-4E94-A91C-45DA6E59744A}" destId="{364D3227-A5E2-4DAF-B20F-C3C514819556}" srcOrd="0" destOrd="0" presId="urn:microsoft.com/office/officeart/2016/7/layout/RepeatingBendingProcessNew"/>
    <dgm:cxn modelId="{61A18016-5804-41B4-9700-D775A1868FD0}" srcId="{E28EA7EF-EE4E-41ED-B7D6-49D9AD1ABC0D}" destId="{A343359E-5C4F-4E12-92BB-88536F92DA34}" srcOrd="20" destOrd="0" parTransId="{4E2F37A2-693F-4933-9278-3B953A2F63F2}" sibTransId="{023AA0D0-7642-4A48-ADC4-1947A3A29349}"/>
    <dgm:cxn modelId="{A5C62C18-0052-44B7-9F80-95F3F454BB90}" srcId="{E28EA7EF-EE4E-41ED-B7D6-49D9AD1ABC0D}" destId="{54281F4B-B8E5-485A-BF07-51DAF046D3B8}" srcOrd="14" destOrd="0" parTransId="{239D82DD-E6E6-487E-843E-541A6EBCFF45}" sibTransId="{D1C4DDD1-EF08-4B58-B0A2-B19E74189E22}"/>
    <dgm:cxn modelId="{DE350519-A7D1-4EB4-A3D8-C67EE693D542}" type="presOf" srcId="{62F5FA40-31CE-4E75-B208-13E1513B6638}" destId="{2D689278-7C64-4223-90C5-F115338599F6}" srcOrd="1" destOrd="0" presId="urn:microsoft.com/office/officeart/2016/7/layout/RepeatingBendingProcessNew"/>
    <dgm:cxn modelId="{A5B18B1B-F9B8-4D45-BE92-E1008B10FDB1}" type="presOf" srcId="{A372524B-B14F-4839-9C15-AF39285698C6}" destId="{A20BDB0F-3FEC-4CDA-9307-80E67799E338}" srcOrd="1" destOrd="0" presId="urn:microsoft.com/office/officeart/2016/7/layout/RepeatingBendingProcessNew"/>
    <dgm:cxn modelId="{3256321D-D800-4262-B1E1-3C40C1C159CA}" type="presOf" srcId="{8F3F66FE-377A-46AA-BB74-CF5CFE4553F5}" destId="{A79733F0-E2D7-4910-B454-BD72E508423D}" srcOrd="0" destOrd="0" presId="urn:microsoft.com/office/officeart/2016/7/layout/RepeatingBendingProcessNew"/>
    <dgm:cxn modelId="{EB4BF51D-9A2D-485C-B62D-121F378E1572}" srcId="{E28EA7EF-EE4E-41ED-B7D6-49D9AD1ABC0D}" destId="{1AB6AD45-321D-4134-B967-21B60D398217}" srcOrd="16" destOrd="0" parTransId="{3980C9DE-4440-4E28-A8A0-9521495A79C4}" sibTransId="{48066571-35EC-4BF9-9343-2062D1ABF8AE}"/>
    <dgm:cxn modelId="{68FE0521-8A5F-4F5C-9D7D-CE067516E997}" type="presOf" srcId="{F9646942-93E0-4CA1-8F3E-77D46F384EE5}" destId="{B0EA4A40-4688-49D5-9149-8926EC83402D}" srcOrd="0" destOrd="0" presId="urn:microsoft.com/office/officeart/2016/7/layout/RepeatingBendingProcessNew"/>
    <dgm:cxn modelId="{9714A723-E187-4B90-84C4-009D6FA2A30C}" type="presOf" srcId="{59FD154A-8EA4-47AD-9715-03F8FB58BA50}" destId="{505AF40E-BCCF-4176-A129-E8BEB153AF4D}" srcOrd="0" destOrd="0" presId="urn:microsoft.com/office/officeart/2016/7/layout/RepeatingBendingProcessNew"/>
    <dgm:cxn modelId="{6E95B423-29D9-4B43-A7E7-0C1F7207162E}" type="presOf" srcId="{7AC5383C-F1B4-4A8B-85AA-4196253972D9}" destId="{6E434DBD-408A-4D48-9BA0-21356E0573B7}" srcOrd="0" destOrd="0" presId="urn:microsoft.com/office/officeart/2016/7/layout/RepeatingBendingProcessNew"/>
    <dgm:cxn modelId="{A4F49F26-88CF-4F02-8A4B-4C0E52B32DFB}" type="presOf" srcId="{B10E32FE-AC21-40C1-AD7D-6D4D91192152}" destId="{7A463E53-B522-4164-B550-600DFBF8D917}" srcOrd="1" destOrd="0" presId="urn:microsoft.com/office/officeart/2016/7/layout/RepeatingBendingProcessNew"/>
    <dgm:cxn modelId="{F440D626-E710-4EB3-BC6A-E515F3F84CD7}" type="presOf" srcId="{48066571-35EC-4BF9-9343-2062D1ABF8AE}" destId="{2BD868A0-30AF-4E3D-863F-B7F560FCF06D}" srcOrd="0" destOrd="0" presId="urn:microsoft.com/office/officeart/2016/7/layout/RepeatingBendingProcessNew"/>
    <dgm:cxn modelId="{A9BCB527-37C8-4B88-8A6A-1BCCD937F824}" type="presOf" srcId="{E55EE016-17D0-4892-8F45-0A49F536029E}" destId="{79AC47B1-D380-448E-B3FC-B4EAC90B4D4A}" srcOrd="0" destOrd="0" presId="urn:microsoft.com/office/officeart/2016/7/layout/RepeatingBendingProcessNew"/>
    <dgm:cxn modelId="{B0994A2C-0A0D-4A3C-B54B-65063F784182}" type="presOf" srcId="{4594E8DB-049B-49F0-BFC3-E59FAC0833C5}" destId="{FC0830D5-4EC8-4AAE-AC8A-258941E77450}" srcOrd="0" destOrd="0" presId="urn:microsoft.com/office/officeart/2016/7/layout/RepeatingBendingProcessNew"/>
    <dgm:cxn modelId="{3C647B2E-3B22-408C-9F44-37A8034C44C7}" srcId="{E28EA7EF-EE4E-41ED-B7D6-49D9AD1ABC0D}" destId="{6BB041CE-F85E-4E20-B6DD-2BB58C1BE7B2}" srcOrd="24" destOrd="0" parTransId="{B9ECF65F-EDF9-4087-9B3C-2CC5CDFB1821}" sibTransId="{3A2F8435-5898-4D9F-8BBC-62AA8AC6059E}"/>
    <dgm:cxn modelId="{8E3EBD2E-4E4A-4741-AFFA-2CD587951963}" type="presOf" srcId="{C5C45C8B-7BB0-4637-9C95-F95BC1D506F8}" destId="{665027BF-889B-4CD6-A44C-908B8DC0BDDF}" srcOrd="0" destOrd="0" presId="urn:microsoft.com/office/officeart/2016/7/layout/RepeatingBendingProcessNew"/>
    <dgm:cxn modelId="{889DDD2E-12DA-4020-9506-4BCA866EDE6D}" type="presOf" srcId="{AE378BD8-7EC5-4570-9AEA-FC3D3C217D7F}" destId="{E3D754BA-9009-4D10-B8FF-7EB7253DA3C2}" srcOrd="0" destOrd="0" presId="urn:microsoft.com/office/officeart/2016/7/layout/RepeatingBendingProcessNew"/>
    <dgm:cxn modelId="{5D9BEA2E-EE49-46A9-8DAE-5E32F6E607E0}" type="presOf" srcId="{1BAF14EC-0B8A-4E94-A91C-45DA6E59744A}" destId="{3F3CCFFE-FB08-4751-8741-1EC46536C4EB}" srcOrd="1" destOrd="0" presId="urn:microsoft.com/office/officeart/2016/7/layout/RepeatingBendingProcessNew"/>
    <dgm:cxn modelId="{BEDF2C30-E5BD-4698-97D8-695EC6E605F8}" srcId="{E28EA7EF-EE4E-41ED-B7D6-49D9AD1ABC0D}" destId="{8F3F66FE-377A-46AA-BB74-CF5CFE4553F5}" srcOrd="12" destOrd="0" parTransId="{66A24082-6D33-4895-85F8-7FDC05CBC1B6}" sibTransId="{B7425B63-8B37-4C89-9395-598AF25C5990}"/>
    <dgm:cxn modelId="{2C3B5D31-D9F5-4558-8F14-4955B6D796E8}" type="presOf" srcId="{C7D70AB3-1CE6-43DC-B8D4-442A788B1A40}" destId="{EA451997-0692-4293-BAA8-6270A9FFCB00}" srcOrd="0" destOrd="0" presId="urn:microsoft.com/office/officeart/2016/7/layout/RepeatingBendingProcessNew"/>
    <dgm:cxn modelId="{83874332-FD12-47C0-B7E4-2BE70AFD6EA9}" type="presOf" srcId="{48066571-35EC-4BF9-9343-2062D1ABF8AE}" destId="{3FBC3882-B8D8-4FE5-8399-702714699A40}" srcOrd="1" destOrd="0" presId="urn:microsoft.com/office/officeart/2016/7/layout/RepeatingBendingProcessNew"/>
    <dgm:cxn modelId="{6E15C432-11B0-4E65-B552-8B651758C506}" type="presOf" srcId="{8DCD65B9-DEC8-4096-913F-D22B99C41F9F}" destId="{2C60C1DB-4CEE-484E-AB84-813904A8DE39}" srcOrd="1" destOrd="0" presId="urn:microsoft.com/office/officeart/2016/7/layout/RepeatingBendingProcessNew"/>
    <dgm:cxn modelId="{225A555B-9FD0-41A2-93FB-F212E43ECE47}" type="presOf" srcId="{102E7276-7121-460D-94B0-375869AB250B}" destId="{0F0746BF-202E-4385-8274-545332C9E3F5}" srcOrd="0" destOrd="0" presId="urn:microsoft.com/office/officeart/2016/7/layout/RepeatingBendingProcessNew"/>
    <dgm:cxn modelId="{CDA7D05B-C253-4E60-AABB-9C1954FBA668}" type="presOf" srcId="{2FA1A0E5-5D3A-40B5-9CF0-9D7D7D112870}" destId="{8100BD91-AF2B-4CCD-816A-726B4D6194B9}" srcOrd="1" destOrd="0" presId="urn:microsoft.com/office/officeart/2016/7/layout/RepeatingBendingProcessNew"/>
    <dgm:cxn modelId="{CCB98860-C77A-4897-BDBE-CA9886BB962F}" type="presOf" srcId="{28206AC2-327A-44D0-8095-371FFD5E44FC}" destId="{43C93477-02A6-4460-8198-7B8E02442200}" srcOrd="1" destOrd="0" presId="urn:microsoft.com/office/officeart/2016/7/layout/RepeatingBendingProcessNew"/>
    <dgm:cxn modelId="{8DDE8961-4244-45A8-879F-C8CBB71AA819}" type="presOf" srcId="{1356F533-0858-4A64-ADEC-AE5AA3137F6D}" destId="{7A7842F9-0554-4BA2-9490-877A37630F29}" srcOrd="0" destOrd="0" presId="urn:microsoft.com/office/officeart/2016/7/layout/RepeatingBendingProcessNew"/>
    <dgm:cxn modelId="{57D82E42-C66F-4418-BF84-635DB10C0117}" type="presOf" srcId="{7AC5383C-F1B4-4A8B-85AA-4196253972D9}" destId="{41B59AE3-C263-4FFE-A23A-5DDA32641133}" srcOrd="1" destOrd="0" presId="urn:microsoft.com/office/officeart/2016/7/layout/RepeatingBendingProcessNew"/>
    <dgm:cxn modelId="{4D15D163-EA1E-4678-9294-BBFB30B2CE9C}" type="presOf" srcId="{2C3974EF-F8E3-46F2-8A26-D8D4380D94A2}" destId="{EA330575-2803-4C80-BF52-EE71360F8B34}" srcOrd="0" destOrd="0" presId="urn:microsoft.com/office/officeart/2016/7/layout/RepeatingBendingProcessNew"/>
    <dgm:cxn modelId="{8B402048-6C59-4B5A-AB2C-A5D19AE41B0A}" type="presOf" srcId="{B290D4E0-0622-424A-9A02-F6DFEA639AEB}" destId="{FF90D6AE-29C1-4C20-8308-40C2FAE2BA8B}" srcOrd="0" destOrd="0" presId="urn:microsoft.com/office/officeart/2016/7/layout/RepeatingBendingProcessNew"/>
    <dgm:cxn modelId="{44113A68-6835-44A8-AC4F-89F440D9B5F8}" type="presOf" srcId="{2FA1A0E5-5D3A-40B5-9CF0-9D7D7D112870}" destId="{793717EC-82C6-405D-B7CE-96A626D5EE3D}" srcOrd="0" destOrd="0" presId="urn:microsoft.com/office/officeart/2016/7/layout/RepeatingBendingProcessNew"/>
    <dgm:cxn modelId="{A3308248-5E7D-4EA4-A360-FD721F0F830B}" type="presOf" srcId="{A372524B-B14F-4839-9C15-AF39285698C6}" destId="{A9EB33C4-DFBC-45FC-9A50-12DCAC997437}" srcOrd="0" destOrd="0" presId="urn:microsoft.com/office/officeart/2016/7/layout/RepeatingBendingProcessNew"/>
    <dgm:cxn modelId="{B1794A69-2013-4BE9-9239-216A07E82C22}" type="presOf" srcId="{6BB041CE-F85E-4E20-B6DD-2BB58C1BE7B2}" destId="{DE9F0B72-27A8-49C8-82FD-A7E6A24C0D30}" srcOrd="0" destOrd="0" presId="urn:microsoft.com/office/officeart/2016/7/layout/RepeatingBendingProcessNew"/>
    <dgm:cxn modelId="{67E92D6D-9B80-4B78-9FAF-9423F6C359D3}" srcId="{E28EA7EF-EE4E-41ED-B7D6-49D9AD1ABC0D}" destId="{06BE14DA-5D8C-4492-AA40-C6544E0F11EB}" srcOrd="17" destOrd="0" parTransId="{F8026F1C-B759-4599-A32E-BC5646F86855}" sibTransId="{DE3DC257-4EE0-4207-BFD7-3377526C60C4}"/>
    <dgm:cxn modelId="{BD36F96D-FBA6-4133-AED6-33417237C98E}" type="presOf" srcId="{405CB587-7E1B-412A-8B17-1A4C1D44712B}" destId="{15EE631B-2E16-429F-911F-2C68D6F9A4C9}" srcOrd="0" destOrd="0" presId="urn:microsoft.com/office/officeart/2016/7/layout/RepeatingBendingProcessNew"/>
    <dgm:cxn modelId="{807E044E-DB61-4BD6-A682-4F56367F25B7}" type="presOf" srcId="{F5176D22-C78E-4FCD-8AAF-BA214053C431}" destId="{AE2B721A-B6EB-4AC4-AD93-C0C880964A63}" srcOrd="1" destOrd="0" presId="urn:microsoft.com/office/officeart/2016/7/layout/RepeatingBendingProcessNew"/>
    <dgm:cxn modelId="{1DB9CD50-B6FD-4DD5-A4A4-183C3E3EA8E6}" srcId="{E28EA7EF-EE4E-41ED-B7D6-49D9AD1ABC0D}" destId="{C976B01F-6142-4915-ADF3-D9EE93BB3D14}" srcOrd="1" destOrd="0" parTransId="{1766E6A2-1395-494F-86F1-E2E51420B24B}" sibTransId="{C5C45C8B-7BB0-4637-9C95-F95BC1D506F8}"/>
    <dgm:cxn modelId="{59592B52-1623-4FCA-87EB-4078BD79949E}" type="presOf" srcId="{C976B01F-6142-4915-ADF3-D9EE93BB3D14}" destId="{432AC68D-74CA-4CDA-B84A-E5499791311F}" srcOrd="0" destOrd="0" presId="urn:microsoft.com/office/officeart/2016/7/layout/RepeatingBendingProcessNew"/>
    <dgm:cxn modelId="{A881FC75-BA9F-4FAC-B88E-D20BD73E7559}" srcId="{E28EA7EF-EE4E-41ED-B7D6-49D9AD1ABC0D}" destId="{C7D70AB3-1CE6-43DC-B8D4-442A788B1A40}" srcOrd="22" destOrd="0" parTransId="{586D3C56-AA58-494D-99A2-D83D5423E866}" sibTransId="{B290D4E0-0622-424A-9A02-F6DFEA639AEB}"/>
    <dgm:cxn modelId="{9DBCA756-213B-4B6A-88AC-0D7986371261}" srcId="{E28EA7EF-EE4E-41ED-B7D6-49D9AD1ABC0D}" destId="{1011D73D-0B84-4E78-BF70-0815DB91AE94}" srcOrd="11" destOrd="0" parTransId="{66D96394-8307-48D6-B52A-3380BA8BA13B}" sibTransId="{B2A12482-0142-4D4F-B25D-608AF0699A61}"/>
    <dgm:cxn modelId="{24FAD656-4543-47D0-A592-E8D4EEEAC7A5}" type="presOf" srcId="{81055A59-27C7-42AB-84E6-01CAAB45D7E2}" destId="{30603B7E-C073-4AFE-BEB5-209CC194E4E9}" srcOrd="1" destOrd="0" presId="urn:microsoft.com/office/officeart/2016/7/layout/RepeatingBendingProcessNew"/>
    <dgm:cxn modelId="{8A730557-830A-4351-A0B2-5AE34637910B}" type="presOf" srcId="{405CB587-7E1B-412A-8B17-1A4C1D44712B}" destId="{3075229D-19D9-4E67-BB47-109EF73ACB65}" srcOrd="1" destOrd="0" presId="urn:microsoft.com/office/officeart/2016/7/layout/RepeatingBendingProcessNew"/>
    <dgm:cxn modelId="{89819E77-0B90-4FF2-B229-A53930D5275F}" type="presOf" srcId="{1011D73D-0B84-4E78-BF70-0815DB91AE94}" destId="{1BCD6112-1BBE-49AE-8937-E8CDA184F800}" srcOrd="0" destOrd="0" presId="urn:microsoft.com/office/officeart/2016/7/layout/RepeatingBendingProcessNew"/>
    <dgm:cxn modelId="{1F2C5278-9129-42B9-A0D1-84480604356F}" type="presOf" srcId="{B7425B63-8B37-4C89-9395-598AF25C5990}" destId="{A819AD31-5EFB-41F4-A6E7-08E8C37C6550}" srcOrd="1" destOrd="0" presId="urn:microsoft.com/office/officeart/2016/7/layout/RepeatingBendingProcessNew"/>
    <dgm:cxn modelId="{60802B7A-5CE2-4C70-9477-395A8A330A04}" type="presOf" srcId="{F5176D22-C78E-4FCD-8AAF-BA214053C431}" destId="{D4963F44-A57D-4340-80AB-7386FB070490}" srcOrd="0" destOrd="0" presId="urn:microsoft.com/office/officeart/2016/7/layout/RepeatingBendingProcessNew"/>
    <dgm:cxn modelId="{1CBFCC85-981E-4077-87F6-832F6B358BEB}" type="presOf" srcId="{DE3DC257-4EE0-4207-BFD7-3377526C60C4}" destId="{8540CB21-97FC-4C8F-A450-63B222C3C6F3}" srcOrd="1" destOrd="0" presId="urn:microsoft.com/office/officeart/2016/7/layout/RepeatingBendingProcessNew"/>
    <dgm:cxn modelId="{14E48E88-256E-46E8-9D8C-68E38E9C6D9C}" type="presOf" srcId="{836B43A7-C3E2-4F30-AA8D-FBFBB5A72717}" destId="{FD8122E8-3BA0-455D-8DB9-BFCE737277FF}" srcOrd="0" destOrd="0" presId="urn:microsoft.com/office/officeart/2016/7/layout/RepeatingBendingProcessNew"/>
    <dgm:cxn modelId="{D9837C8C-D248-476E-81E1-CB4BC68DD055}" type="presOf" srcId="{81055A59-27C7-42AB-84E6-01CAAB45D7E2}" destId="{711CD66B-E97C-4ACA-904A-BBAEACED13B3}" srcOrd="0" destOrd="0" presId="urn:microsoft.com/office/officeart/2016/7/layout/RepeatingBendingProcessNew"/>
    <dgm:cxn modelId="{58454B95-FCFF-4C1E-97DE-63A4A78E3442}" type="presOf" srcId="{9D1C3352-540C-4B44-B779-2360647DAEE4}" destId="{0AEBA90C-9AB8-41BD-9748-717F3FAD79C0}" srcOrd="0" destOrd="0" presId="urn:microsoft.com/office/officeart/2016/7/layout/RepeatingBendingProcessNew"/>
    <dgm:cxn modelId="{7976AF95-33E8-4631-ADE7-DBD9F8F39550}" type="presOf" srcId="{1B4687F3-2DF8-44BF-B4AE-DECA2902ED0B}" destId="{9AB89539-2BDC-45AF-9627-233AD9CFEA1D}" srcOrd="0" destOrd="0" presId="urn:microsoft.com/office/officeart/2016/7/layout/RepeatingBendingProcessNew"/>
    <dgm:cxn modelId="{69CDCB95-67F3-4320-8BE5-854886BF2BA9}" type="presOf" srcId="{0B69FAD9-7DF6-420D-8C37-74194839D2E4}" destId="{705D594C-B59F-4C3B-85BA-466C9D9974A0}" srcOrd="1" destOrd="0" presId="urn:microsoft.com/office/officeart/2016/7/layout/RepeatingBendingProcessNew"/>
    <dgm:cxn modelId="{8A803396-14D0-430F-ADA7-D780A9B5D107}" type="presOf" srcId="{54281F4B-B8E5-485A-BF07-51DAF046D3B8}" destId="{D0A7A20F-E65E-4EE6-81BF-A4C3E6BFE1EB}" srcOrd="0" destOrd="0" presId="urn:microsoft.com/office/officeart/2016/7/layout/RepeatingBendingProcessNew"/>
    <dgm:cxn modelId="{B7933996-4FBD-467A-ADCC-298FACD808C1}" type="presOf" srcId="{06BE14DA-5D8C-4492-AA40-C6544E0F11EB}" destId="{D01BA2D5-CA7B-48BD-A9AB-732F87C14EB6}" srcOrd="0" destOrd="0" presId="urn:microsoft.com/office/officeart/2016/7/layout/RepeatingBendingProcessNew"/>
    <dgm:cxn modelId="{D3FBE799-E904-4B9D-936D-813A8A265AF4}" srcId="{E28EA7EF-EE4E-41ED-B7D6-49D9AD1ABC0D}" destId="{6882ADF3-8FF4-4F5B-8768-E44DEA683327}" srcOrd="23" destOrd="0" parTransId="{4AF20187-14AA-4EDF-9058-2A3D6910E6B1}" sibTransId="{B10E32FE-AC21-40C1-AD7D-6D4D91192152}"/>
    <dgm:cxn modelId="{0F53C69D-CD59-429E-880E-AD75FFD50871}" type="presOf" srcId="{D1C4DDD1-EF08-4B58-B0A2-B19E74189E22}" destId="{4573F878-EF31-4739-A660-4A30A552A6A5}" srcOrd="1" destOrd="0" presId="urn:microsoft.com/office/officeart/2016/7/layout/RepeatingBendingProcessNew"/>
    <dgm:cxn modelId="{1F828D9E-17A8-42E4-B77F-4C1154D4C870}" srcId="{E28EA7EF-EE4E-41ED-B7D6-49D9AD1ABC0D}" destId="{59FD154A-8EA4-47AD-9715-03F8FB58BA50}" srcOrd="13" destOrd="0" parTransId="{B3B88BB3-89E1-4668-8FC3-AAF36010A46B}" sibTransId="{28206AC2-327A-44D0-8095-371FFD5E44FC}"/>
    <dgm:cxn modelId="{5F9ED59F-C20C-405A-92C2-39820D793002}" type="presOf" srcId="{1AB6AD45-321D-4134-B967-21B60D398217}" destId="{F97C066F-B63D-4C8B-83CE-B37745B761B8}" srcOrd="0" destOrd="0" presId="urn:microsoft.com/office/officeart/2016/7/layout/RepeatingBendingProcessNew"/>
    <dgm:cxn modelId="{79D8C6A2-4335-48B0-A2AD-5794FBD0722B}" type="presOf" srcId="{424D0EC3-787B-44E7-BE2F-D5A9236BE600}" destId="{118257D5-0768-4B04-A812-59C78CAC66C6}" srcOrd="1" destOrd="0" presId="urn:microsoft.com/office/officeart/2016/7/layout/RepeatingBendingProcessNew"/>
    <dgm:cxn modelId="{2AD383A3-BAA6-448A-AAF9-677364C6A3D7}" type="presOf" srcId="{A343359E-5C4F-4E12-92BB-88536F92DA34}" destId="{357D7EF6-497F-4EB3-BBBA-4AF6735DFAEC}" srcOrd="0" destOrd="0" presId="urn:microsoft.com/office/officeart/2016/7/layout/RepeatingBendingProcessNew"/>
    <dgm:cxn modelId="{CCAC17A4-C13E-44BE-9CDE-A3B950A44C99}" srcId="{E28EA7EF-EE4E-41ED-B7D6-49D9AD1ABC0D}" destId="{1B4687F3-2DF8-44BF-B4AE-DECA2902ED0B}" srcOrd="0" destOrd="0" parTransId="{E0057F1A-091A-4B5D-84E7-3B0DC7CD26E9}" sibTransId="{1356F533-0858-4A64-ADEC-AE5AA3137F6D}"/>
    <dgm:cxn modelId="{DCFE86AA-32BC-4AD8-8155-E7C7EBE54E09}" type="presOf" srcId="{8DCD65B9-DEC8-4096-913F-D22B99C41F9F}" destId="{5ECEA3E4-CEA3-4664-B35B-4DCDF8F51429}" srcOrd="0" destOrd="0" presId="urn:microsoft.com/office/officeart/2016/7/layout/RepeatingBendingProcessNew"/>
    <dgm:cxn modelId="{1FA8C1AD-08C4-4DED-9E28-5547AD734C3C}" srcId="{E28EA7EF-EE4E-41ED-B7D6-49D9AD1ABC0D}" destId="{325057E1-1225-4DCC-B80F-89B85BC7B3B9}" srcOrd="27" destOrd="0" parTransId="{62BCA938-3D18-47F2-9CA5-B06850166900}" sibTransId="{929C21E3-E0B2-4D70-9D1D-6DB9E396E891}"/>
    <dgm:cxn modelId="{AB4E6EAE-1660-48A8-8FE7-921B5CCD9F4D}" type="presOf" srcId="{4D5C19F8-D2FD-4213-B5DA-CE832BEE42C9}" destId="{A7995B0C-4428-4CD0-A220-B7BA18BEC00C}" srcOrd="1" destOrd="0" presId="urn:microsoft.com/office/officeart/2016/7/layout/RepeatingBendingProcessNew"/>
    <dgm:cxn modelId="{987F72AE-CB8F-416B-882B-4D6D823D3A0A}" srcId="{E28EA7EF-EE4E-41ED-B7D6-49D9AD1ABC0D}" destId="{C0AAEAC1-2446-483B-ACBD-9585D49E237B}" srcOrd="19" destOrd="0" parTransId="{DC3CE3DF-27A8-49B6-99FF-452437AA2172}" sibTransId="{8DCD65B9-DEC8-4096-913F-D22B99C41F9F}"/>
    <dgm:cxn modelId="{D27F2EB1-A3AA-4585-BF18-12CED01FF46E}" srcId="{E28EA7EF-EE4E-41ED-B7D6-49D9AD1ABC0D}" destId="{9D1C3352-540C-4B44-B779-2360647DAEE4}" srcOrd="18" destOrd="0" parTransId="{697A8CA4-BE1F-4F55-AE48-F34DD501932E}" sibTransId="{424D0EC3-787B-44E7-BE2F-D5A9236BE600}"/>
    <dgm:cxn modelId="{591BFCB1-B865-49D1-9374-87D0ACCDB6C5}" type="presOf" srcId="{C5C45C8B-7BB0-4637-9C95-F95BC1D506F8}" destId="{65EFB7A6-6D55-448E-A3DC-E341B2E5B6D9}" srcOrd="1" destOrd="0" presId="urn:microsoft.com/office/officeart/2016/7/layout/RepeatingBendingProcessNew"/>
    <dgm:cxn modelId="{6CBAB7B3-53D3-4511-BD30-550FB5676053}" type="presOf" srcId="{4D5C19F8-D2FD-4213-B5DA-CE832BEE42C9}" destId="{0271DB29-7D1A-4486-85FF-8630ACA01844}" srcOrd="0" destOrd="0" presId="urn:microsoft.com/office/officeart/2016/7/layout/RepeatingBendingProcessNew"/>
    <dgm:cxn modelId="{D968E1B6-6DA0-4451-9034-F40622C4DB14}" type="presOf" srcId="{D1C4DDD1-EF08-4B58-B0A2-B19E74189E22}" destId="{077B53FE-CEF8-48B7-BBE0-194679F8F45B}" srcOrd="0" destOrd="0" presId="urn:microsoft.com/office/officeart/2016/7/layout/RepeatingBendingProcessNew"/>
    <dgm:cxn modelId="{42183FBA-BE93-4AE1-9D4A-9C9CD25C478B}" type="presOf" srcId="{3A2F8435-5898-4D9F-8BBC-62AA8AC6059E}" destId="{B16DCA46-3CFA-4F49-B787-236F3CF6D512}" srcOrd="0" destOrd="0" presId="urn:microsoft.com/office/officeart/2016/7/layout/RepeatingBendingProcessNew"/>
    <dgm:cxn modelId="{4BC1FCBC-9B22-4B3E-9C96-48C3C69B6AE8}" type="presOf" srcId="{DE3DC257-4EE0-4207-BFD7-3377526C60C4}" destId="{F762C8DD-7F7B-434F-8BCA-544578076689}" srcOrd="0" destOrd="0" presId="urn:microsoft.com/office/officeart/2016/7/layout/RepeatingBendingProcessNew"/>
    <dgm:cxn modelId="{127832BD-68CC-4842-9410-A47952D62B57}" type="presOf" srcId="{3A2F8435-5898-4D9F-8BBC-62AA8AC6059E}" destId="{B08F4492-459E-4F44-9F5A-CD77E000A73E}" srcOrd="1" destOrd="0" presId="urn:microsoft.com/office/officeart/2016/7/layout/RepeatingBendingProcessNew"/>
    <dgm:cxn modelId="{1CE49CBD-B111-4ACA-85A6-B166EECD4BB8}" type="presOf" srcId="{023AA0D0-7642-4A48-ADC4-1947A3A29349}" destId="{85309268-CD19-471B-A897-00AC9AEABC83}" srcOrd="0" destOrd="0" presId="urn:microsoft.com/office/officeart/2016/7/layout/RepeatingBendingProcessNew"/>
    <dgm:cxn modelId="{75289BBE-BB1E-403E-A69C-5AFB24D0486B}" type="presOf" srcId="{424D0EC3-787B-44E7-BE2F-D5A9236BE600}" destId="{253695B2-8200-4008-855F-8BA1453B1063}" srcOrd="0" destOrd="0" presId="urn:microsoft.com/office/officeart/2016/7/layout/RepeatingBendingProcessNew"/>
    <dgm:cxn modelId="{7D721DC4-29ED-4661-8DAA-DFDC80A9C4A6}" type="presOf" srcId="{836B43A7-C3E2-4F30-AA8D-FBFBB5A72717}" destId="{222CD32D-B0C5-4EBE-8B71-71BEB17F4847}" srcOrd="1" destOrd="0" presId="urn:microsoft.com/office/officeart/2016/7/layout/RepeatingBendingProcessNew"/>
    <dgm:cxn modelId="{D74C7FC5-BEE0-4DD9-8368-08235AE35E87}" srcId="{E28EA7EF-EE4E-41ED-B7D6-49D9AD1ABC0D}" destId="{43D4E865-FD4E-42E0-8C7F-9C823540C4DB}" srcOrd="9" destOrd="0" parTransId="{4805B266-FAD7-462B-BDD3-1FE984DFD832}" sibTransId="{A372524B-B14F-4839-9C15-AF39285698C6}"/>
    <dgm:cxn modelId="{C2935DC6-7F6B-4E3B-9BFF-B79B990B3605}" srcId="{E28EA7EF-EE4E-41ED-B7D6-49D9AD1ABC0D}" destId="{E55EE016-17D0-4892-8F45-0A49F536029E}" srcOrd="10" destOrd="0" parTransId="{AC8F9E8A-FDDC-4534-B26E-D528A4A48716}" sibTransId="{4D5C19F8-D2FD-4213-B5DA-CE832BEE42C9}"/>
    <dgm:cxn modelId="{C45FF9C6-C4CD-4A0B-A09E-396CFA67846B}" srcId="{E28EA7EF-EE4E-41ED-B7D6-49D9AD1ABC0D}" destId="{61EDA833-86E8-4728-94A9-F3D82FB1A729}" srcOrd="26" destOrd="0" parTransId="{59312A01-3594-4DF2-9F5B-D76FD6F318E2}" sibTransId="{62F5FA40-31CE-4E75-B208-13E1513B6638}"/>
    <dgm:cxn modelId="{0E0241C8-1211-4323-B126-971C1A0E95AD}" type="presOf" srcId="{84632E65-011A-4099-B5EE-2E7DEA430C58}" destId="{79CAB886-F6F2-4393-AA2E-3CE386F832FE}" srcOrd="0" destOrd="0" presId="urn:microsoft.com/office/officeart/2016/7/layout/RepeatingBendingProcessNew"/>
    <dgm:cxn modelId="{903161C9-5CB5-4EA3-9811-B6CFE9F9C7F5}" type="presOf" srcId="{C0AAEAC1-2446-483B-ACBD-9585D49E237B}" destId="{66DD64E2-36EE-45BC-AC7B-72A88A873E35}" srcOrd="0" destOrd="0" presId="urn:microsoft.com/office/officeart/2016/7/layout/RepeatingBendingProcessNew"/>
    <dgm:cxn modelId="{9E9257CA-FBC2-4A05-AB3F-332475654AD9}" srcId="{E28EA7EF-EE4E-41ED-B7D6-49D9AD1ABC0D}" destId="{F9646942-93E0-4CA1-8F3E-77D46F384EE5}" srcOrd="8" destOrd="0" parTransId="{45F00C17-249E-4CAD-B46B-F1AAA73547DD}" sibTransId="{7AC5383C-F1B4-4A8B-85AA-4196253972D9}"/>
    <dgm:cxn modelId="{DE5504CB-14A7-4F07-822E-B81DEF154BEF}" srcId="{E28EA7EF-EE4E-41ED-B7D6-49D9AD1ABC0D}" destId="{102E7276-7121-460D-94B0-375869AB250B}" srcOrd="15" destOrd="0" parTransId="{EAA9C388-2173-4F08-933F-D39606CF7FFF}" sibTransId="{2FA1A0E5-5D3A-40B5-9CF0-9D7D7D112870}"/>
    <dgm:cxn modelId="{BEE597CC-6F46-40A1-BD19-A8A311E261E0}" srcId="{E28EA7EF-EE4E-41ED-B7D6-49D9AD1ABC0D}" destId="{AE378BD8-7EC5-4570-9AEA-FC3D3C217D7F}" srcOrd="25" destOrd="0" parTransId="{A68E687C-B5D1-4078-9381-53013C83D125}" sibTransId="{F5176D22-C78E-4FCD-8AAF-BA214053C431}"/>
    <dgm:cxn modelId="{1F19DBCC-7A22-4B61-B578-454DD4FAEFC8}" type="presOf" srcId="{B2A12482-0142-4D4F-B25D-608AF0699A61}" destId="{AF428E6C-0FEC-43FA-A63F-27DC2EC852A2}" srcOrd="1" destOrd="0" presId="urn:microsoft.com/office/officeart/2016/7/layout/RepeatingBendingProcessNew"/>
    <dgm:cxn modelId="{69DDB3D0-7111-4744-91DD-9E7BE21467A2}" srcId="{E28EA7EF-EE4E-41ED-B7D6-49D9AD1ABC0D}" destId="{0C1F53EA-3AA8-4740-A60A-56C2BD9DCDA0}" srcOrd="21" destOrd="0" parTransId="{D6499B27-F776-4FCA-9A4F-68834C2E153C}" sibTransId="{1BAF14EC-0B8A-4E94-A91C-45DA6E59744A}"/>
    <dgm:cxn modelId="{7F4E11D7-E2B6-4CF1-A80D-5384A9923055}" type="presOf" srcId="{1356F533-0858-4A64-ADEC-AE5AA3137F6D}" destId="{68A0B599-0FE7-4F28-AD19-7A3E198F2793}" srcOrd="1" destOrd="0" presId="urn:microsoft.com/office/officeart/2016/7/layout/RepeatingBendingProcessNew"/>
    <dgm:cxn modelId="{414539D8-1BED-4BA2-B7F9-1D682EB71E5C}" type="presOf" srcId="{6882ADF3-8FF4-4F5B-8768-E44DEA683327}" destId="{90DD235C-106E-439F-B44D-130526302D7C}" srcOrd="0" destOrd="0" presId="urn:microsoft.com/office/officeart/2016/7/layout/RepeatingBendingProcessNew"/>
    <dgm:cxn modelId="{638F4BDD-75D1-4A3D-B035-57FA0A2F91F1}" type="presOf" srcId="{807A8B45-CCF6-4792-9DC2-78895E672642}" destId="{A9D206D7-9F30-4515-B48F-E16FF684AD50}" srcOrd="0" destOrd="0" presId="urn:microsoft.com/office/officeart/2016/7/layout/RepeatingBendingProcessNew"/>
    <dgm:cxn modelId="{311930DF-8F0A-406F-A696-D3E8649ACE56}" srcId="{E28EA7EF-EE4E-41ED-B7D6-49D9AD1ABC0D}" destId="{4594E8DB-049B-49F0-BFC3-E59FAC0833C5}" srcOrd="4" destOrd="0" parTransId="{D670476A-1C09-417A-9D41-0D0E00823E84}" sibTransId="{405CB587-7E1B-412A-8B17-1A4C1D44712B}"/>
    <dgm:cxn modelId="{AE3361E1-A06C-4FEB-8A21-E14DB6596EE3}" type="presOf" srcId="{F5A559C2-5BC1-4EF9-B15D-50482872B72D}" destId="{D550F6F6-3600-4FE4-B77E-43731AFBBC6F}" srcOrd="1" destOrd="0" presId="urn:microsoft.com/office/officeart/2016/7/layout/RepeatingBendingProcessNew"/>
    <dgm:cxn modelId="{1EC2C7E2-79CF-4070-A882-9E6F766A9167}" type="presOf" srcId="{0B69FAD9-7DF6-420D-8C37-74194839D2E4}" destId="{EC1F67CD-7155-43FA-A23D-55D02EA2D1CD}" srcOrd="0" destOrd="0" presId="urn:microsoft.com/office/officeart/2016/7/layout/RepeatingBendingProcessNew"/>
    <dgm:cxn modelId="{3C9582E7-FFB1-407A-8AAB-C898166AD09A}" type="presOf" srcId="{B3DFFD10-D818-40D9-B17B-2B9735DD5BE2}" destId="{4BFED56A-DD81-44C5-90CE-B8CC5216B894}" srcOrd="0" destOrd="0" presId="urn:microsoft.com/office/officeart/2016/7/layout/RepeatingBendingProcessNew"/>
    <dgm:cxn modelId="{F50EBCE7-C677-4F63-9AC9-67480C854CA3}" srcId="{E28EA7EF-EE4E-41ED-B7D6-49D9AD1ABC0D}" destId="{B3DFFD10-D818-40D9-B17B-2B9735DD5BE2}" srcOrd="3" destOrd="0" parTransId="{683CC4A9-D154-445F-8F05-CA571188E3A3}" sibTransId="{81055A59-27C7-42AB-84E6-01CAAB45D7E2}"/>
    <dgm:cxn modelId="{F2BD2EE9-601C-4148-B863-6C5084DFFDED}" type="presOf" srcId="{62F5FA40-31CE-4E75-B208-13E1513B6638}" destId="{F09188F5-86B9-4A61-8E8D-50735009C280}" srcOrd="0" destOrd="0" presId="urn:microsoft.com/office/officeart/2016/7/layout/RepeatingBendingProcessNew"/>
    <dgm:cxn modelId="{A9677DEC-DF1D-44DE-A604-73F115843D3D}" type="presOf" srcId="{0C1F53EA-3AA8-4740-A60A-56C2BD9DCDA0}" destId="{A532B2E6-AD12-46E0-A780-8836CCC86EE3}" srcOrd="0" destOrd="0" presId="urn:microsoft.com/office/officeart/2016/7/layout/RepeatingBendingProcessNew"/>
    <dgm:cxn modelId="{0962AFEC-CD75-4901-9575-99C7D9B99843}" type="presOf" srcId="{E28EA7EF-EE4E-41ED-B7D6-49D9AD1ABC0D}" destId="{476BA905-82E0-4BE0-B5AE-F3AE2EED7F7A}" srcOrd="0" destOrd="0" presId="urn:microsoft.com/office/officeart/2016/7/layout/RepeatingBendingProcessNew"/>
    <dgm:cxn modelId="{F70F61F1-2703-43EC-8812-461ED304AAD2}" type="presOf" srcId="{B7425B63-8B37-4C89-9395-598AF25C5990}" destId="{CAC29AA4-3BDC-41E2-B742-8054207C9990}" srcOrd="0" destOrd="0" presId="urn:microsoft.com/office/officeart/2016/7/layout/RepeatingBendingProcessNew"/>
    <dgm:cxn modelId="{114695F5-C92C-4887-917C-2DF15AC92B25}" type="presOf" srcId="{B2A12482-0142-4D4F-B25D-608AF0699A61}" destId="{340B15CE-D00B-422D-A93A-6EF38ED61BC8}" srcOrd="0" destOrd="0" presId="urn:microsoft.com/office/officeart/2016/7/layout/RepeatingBendingProcessNew"/>
    <dgm:cxn modelId="{1D7E7DF8-2DFD-4C98-AD02-CA87A9F58BAD}" type="presOf" srcId="{0D189489-40CC-4C2D-9B3D-9512443CDC17}" destId="{3FE6594F-3A9C-41D8-919E-9D72F7700529}" srcOrd="1" destOrd="0" presId="urn:microsoft.com/office/officeart/2016/7/layout/RepeatingBendingProcessNew"/>
    <dgm:cxn modelId="{56D857FA-FD82-41A0-8EC3-52C70C20CAAA}" type="presOf" srcId="{61EDA833-86E8-4728-94A9-F3D82FB1A729}" destId="{83C46672-6205-4697-8960-0E251051BCC0}" srcOrd="0" destOrd="0" presId="urn:microsoft.com/office/officeart/2016/7/layout/RepeatingBendingProcessNew"/>
    <dgm:cxn modelId="{D61A70FD-106C-4E2D-9218-9E2AA16DF367}" type="presOf" srcId="{28206AC2-327A-44D0-8095-371FFD5E44FC}" destId="{2CB38B04-F5E9-4259-93B4-5B3025EBDD1B}" srcOrd="0" destOrd="0" presId="urn:microsoft.com/office/officeart/2016/7/layout/RepeatingBendingProcessNew"/>
    <dgm:cxn modelId="{1509A0FE-56AB-48C4-992F-5934CC5EA37B}" srcId="{E28EA7EF-EE4E-41ED-B7D6-49D9AD1ABC0D}" destId="{807A8B45-CCF6-4792-9DC2-78895E672642}" srcOrd="2" destOrd="0" parTransId="{FEA6F4F2-27B9-488F-B842-AC38BCA649F7}" sibTransId="{836B43A7-C3E2-4F30-AA8D-FBFBB5A72717}"/>
    <dgm:cxn modelId="{21A9D1FE-42A2-4B8A-8718-5269FB2E0B26}" type="presOf" srcId="{F5A559C2-5BC1-4EF9-B15D-50482872B72D}" destId="{3844DCA0-4FB9-44E0-9C52-409671EDC3B3}" srcOrd="0" destOrd="0" presId="urn:microsoft.com/office/officeart/2016/7/layout/RepeatingBendingProcessNew"/>
    <dgm:cxn modelId="{F4D2D3CF-56E1-40CB-93A7-E2E05932C8C0}" type="presParOf" srcId="{476BA905-82E0-4BE0-B5AE-F3AE2EED7F7A}" destId="{9AB89539-2BDC-45AF-9627-233AD9CFEA1D}" srcOrd="0" destOrd="0" presId="urn:microsoft.com/office/officeart/2016/7/layout/RepeatingBendingProcessNew"/>
    <dgm:cxn modelId="{8F8BB3C0-4CC4-44FA-8EE2-177BE2F2DFAA}" type="presParOf" srcId="{476BA905-82E0-4BE0-B5AE-F3AE2EED7F7A}" destId="{7A7842F9-0554-4BA2-9490-877A37630F29}" srcOrd="1" destOrd="0" presId="urn:microsoft.com/office/officeart/2016/7/layout/RepeatingBendingProcessNew"/>
    <dgm:cxn modelId="{EC9A8CF9-593E-4C99-AE84-7002EF00ACC2}" type="presParOf" srcId="{7A7842F9-0554-4BA2-9490-877A37630F29}" destId="{68A0B599-0FE7-4F28-AD19-7A3E198F2793}" srcOrd="0" destOrd="0" presId="urn:microsoft.com/office/officeart/2016/7/layout/RepeatingBendingProcessNew"/>
    <dgm:cxn modelId="{06D8FFDC-0830-48C7-9A53-941C9C5FAF9C}" type="presParOf" srcId="{476BA905-82E0-4BE0-B5AE-F3AE2EED7F7A}" destId="{432AC68D-74CA-4CDA-B84A-E5499791311F}" srcOrd="2" destOrd="0" presId="urn:microsoft.com/office/officeart/2016/7/layout/RepeatingBendingProcessNew"/>
    <dgm:cxn modelId="{99DB2295-9BD0-4F3B-989D-9448582CBA86}" type="presParOf" srcId="{476BA905-82E0-4BE0-B5AE-F3AE2EED7F7A}" destId="{665027BF-889B-4CD6-A44C-908B8DC0BDDF}" srcOrd="3" destOrd="0" presId="urn:microsoft.com/office/officeart/2016/7/layout/RepeatingBendingProcessNew"/>
    <dgm:cxn modelId="{AAD9CBA9-53FD-443A-BBAE-8FB67015941D}" type="presParOf" srcId="{665027BF-889B-4CD6-A44C-908B8DC0BDDF}" destId="{65EFB7A6-6D55-448E-A3DC-E341B2E5B6D9}" srcOrd="0" destOrd="0" presId="urn:microsoft.com/office/officeart/2016/7/layout/RepeatingBendingProcessNew"/>
    <dgm:cxn modelId="{3FF6C12F-D390-4FF7-BF3C-1590FBE2F02B}" type="presParOf" srcId="{476BA905-82E0-4BE0-B5AE-F3AE2EED7F7A}" destId="{A9D206D7-9F30-4515-B48F-E16FF684AD50}" srcOrd="4" destOrd="0" presId="urn:microsoft.com/office/officeart/2016/7/layout/RepeatingBendingProcessNew"/>
    <dgm:cxn modelId="{18005BC3-2060-4C03-AF7A-C74D2405FA6C}" type="presParOf" srcId="{476BA905-82E0-4BE0-B5AE-F3AE2EED7F7A}" destId="{FD8122E8-3BA0-455D-8DB9-BFCE737277FF}" srcOrd="5" destOrd="0" presId="urn:microsoft.com/office/officeart/2016/7/layout/RepeatingBendingProcessNew"/>
    <dgm:cxn modelId="{6DE36B37-EC5D-4F85-B37D-6CF6769644E6}" type="presParOf" srcId="{FD8122E8-3BA0-455D-8DB9-BFCE737277FF}" destId="{222CD32D-B0C5-4EBE-8B71-71BEB17F4847}" srcOrd="0" destOrd="0" presId="urn:microsoft.com/office/officeart/2016/7/layout/RepeatingBendingProcessNew"/>
    <dgm:cxn modelId="{41845FD7-3A19-403E-801F-2F45F8732509}" type="presParOf" srcId="{476BA905-82E0-4BE0-B5AE-F3AE2EED7F7A}" destId="{4BFED56A-DD81-44C5-90CE-B8CC5216B894}" srcOrd="6" destOrd="0" presId="urn:microsoft.com/office/officeart/2016/7/layout/RepeatingBendingProcessNew"/>
    <dgm:cxn modelId="{119552BE-6E15-4564-8AD8-CD0103870BDA}" type="presParOf" srcId="{476BA905-82E0-4BE0-B5AE-F3AE2EED7F7A}" destId="{711CD66B-E97C-4ACA-904A-BBAEACED13B3}" srcOrd="7" destOrd="0" presId="urn:microsoft.com/office/officeart/2016/7/layout/RepeatingBendingProcessNew"/>
    <dgm:cxn modelId="{E011EEC0-B7ED-43D3-89B8-E8253624809D}" type="presParOf" srcId="{711CD66B-E97C-4ACA-904A-BBAEACED13B3}" destId="{30603B7E-C073-4AFE-BEB5-209CC194E4E9}" srcOrd="0" destOrd="0" presId="urn:microsoft.com/office/officeart/2016/7/layout/RepeatingBendingProcessNew"/>
    <dgm:cxn modelId="{35DE70D2-4CC1-4627-B338-F50BA14B4B5B}" type="presParOf" srcId="{476BA905-82E0-4BE0-B5AE-F3AE2EED7F7A}" destId="{FC0830D5-4EC8-4AAE-AC8A-258941E77450}" srcOrd="8" destOrd="0" presId="urn:microsoft.com/office/officeart/2016/7/layout/RepeatingBendingProcessNew"/>
    <dgm:cxn modelId="{C16CF67D-7274-436E-A7FC-15D2827C027E}" type="presParOf" srcId="{476BA905-82E0-4BE0-B5AE-F3AE2EED7F7A}" destId="{15EE631B-2E16-429F-911F-2C68D6F9A4C9}" srcOrd="9" destOrd="0" presId="urn:microsoft.com/office/officeart/2016/7/layout/RepeatingBendingProcessNew"/>
    <dgm:cxn modelId="{9BC45DF3-0562-49C5-A184-E5DA2196417A}" type="presParOf" srcId="{15EE631B-2E16-429F-911F-2C68D6F9A4C9}" destId="{3075229D-19D9-4E67-BB47-109EF73ACB65}" srcOrd="0" destOrd="0" presId="urn:microsoft.com/office/officeart/2016/7/layout/RepeatingBendingProcessNew"/>
    <dgm:cxn modelId="{A8078AFD-8B9C-42EE-AF71-85243A007B59}" type="presParOf" srcId="{476BA905-82E0-4BE0-B5AE-F3AE2EED7F7A}" destId="{51FF2496-5451-4067-BDE2-5379B5BE9EDD}" srcOrd="10" destOrd="0" presId="urn:microsoft.com/office/officeart/2016/7/layout/RepeatingBendingProcessNew"/>
    <dgm:cxn modelId="{40D544BD-8EA1-41C7-A906-6213470A4A8B}" type="presParOf" srcId="{476BA905-82E0-4BE0-B5AE-F3AE2EED7F7A}" destId="{B6671EBE-748D-417D-AC49-4DC9F42E815C}" srcOrd="11" destOrd="0" presId="urn:microsoft.com/office/officeart/2016/7/layout/RepeatingBendingProcessNew"/>
    <dgm:cxn modelId="{553EE731-0C19-47D7-97E9-65DEEBA6F52E}" type="presParOf" srcId="{B6671EBE-748D-417D-AC49-4DC9F42E815C}" destId="{3FE6594F-3A9C-41D8-919E-9D72F7700529}" srcOrd="0" destOrd="0" presId="urn:microsoft.com/office/officeart/2016/7/layout/RepeatingBendingProcessNew"/>
    <dgm:cxn modelId="{E65F460C-CF50-41C6-8F20-A95AABC8FB84}" type="presParOf" srcId="{476BA905-82E0-4BE0-B5AE-F3AE2EED7F7A}" destId="{EA330575-2803-4C80-BF52-EE71360F8B34}" srcOrd="12" destOrd="0" presId="urn:microsoft.com/office/officeart/2016/7/layout/RepeatingBendingProcessNew"/>
    <dgm:cxn modelId="{0BB9BDED-4E5C-466D-8FBB-A1BC7FF14226}" type="presParOf" srcId="{476BA905-82E0-4BE0-B5AE-F3AE2EED7F7A}" destId="{3844DCA0-4FB9-44E0-9C52-409671EDC3B3}" srcOrd="13" destOrd="0" presId="urn:microsoft.com/office/officeart/2016/7/layout/RepeatingBendingProcessNew"/>
    <dgm:cxn modelId="{B2C62FFC-375A-4A5B-908B-F449D5C49B74}" type="presParOf" srcId="{3844DCA0-4FB9-44E0-9C52-409671EDC3B3}" destId="{D550F6F6-3600-4FE4-B77E-43731AFBBC6F}" srcOrd="0" destOrd="0" presId="urn:microsoft.com/office/officeart/2016/7/layout/RepeatingBendingProcessNew"/>
    <dgm:cxn modelId="{1B69E7E1-D959-448F-B79F-6C19D625123F}" type="presParOf" srcId="{476BA905-82E0-4BE0-B5AE-F3AE2EED7F7A}" destId="{79CAB886-F6F2-4393-AA2E-3CE386F832FE}" srcOrd="14" destOrd="0" presId="urn:microsoft.com/office/officeart/2016/7/layout/RepeatingBendingProcessNew"/>
    <dgm:cxn modelId="{CB3EBC1E-F4DE-4BDA-8A0E-D3A2FEB78462}" type="presParOf" srcId="{476BA905-82E0-4BE0-B5AE-F3AE2EED7F7A}" destId="{EC1F67CD-7155-43FA-A23D-55D02EA2D1CD}" srcOrd="15" destOrd="0" presId="urn:microsoft.com/office/officeart/2016/7/layout/RepeatingBendingProcessNew"/>
    <dgm:cxn modelId="{2DA99D0C-18E1-45FE-BA2D-3ACF39642946}" type="presParOf" srcId="{EC1F67CD-7155-43FA-A23D-55D02EA2D1CD}" destId="{705D594C-B59F-4C3B-85BA-466C9D9974A0}" srcOrd="0" destOrd="0" presId="urn:microsoft.com/office/officeart/2016/7/layout/RepeatingBendingProcessNew"/>
    <dgm:cxn modelId="{A44141DD-DB76-4B3F-9BCC-491D0F970167}" type="presParOf" srcId="{476BA905-82E0-4BE0-B5AE-F3AE2EED7F7A}" destId="{B0EA4A40-4688-49D5-9149-8926EC83402D}" srcOrd="16" destOrd="0" presId="urn:microsoft.com/office/officeart/2016/7/layout/RepeatingBendingProcessNew"/>
    <dgm:cxn modelId="{D1803296-9EDE-4B5F-8F20-2D71AE52E283}" type="presParOf" srcId="{476BA905-82E0-4BE0-B5AE-F3AE2EED7F7A}" destId="{6E434DBD-408A-4D48-9BA0-21356E0573B7}" srcOrd="17" destOrd="0" presId="urn:microsoft.com/office/officeart/2016/7/layout/RepeatingBendingProcessNew"/>
    <dgm:cxn modelId="{FF89911B-1605-465F-BE5B-7B79B07B7C7B}" type="presParOf" srcId="{6E434DBD-408A-4D48-9BA0-21356E0573B7}" destId="{41B59AE3-C263-4FFE-A23A-5DDA32641133}" srcOrd="0" destOrd="0" presId="urn:microsoft.com/office/officeart/2016/7/layout/RepeatingBendingProcessNew"/>
    <dgm:cxn modelId="{A28B8DC8-8D34-4698-97F6-5DFEA6B617B2}" type="presParOf" srcId="{476BA905-82E0-4BE0-B5AE-F3AE2EED7F7A}" destId="{802C7CD5-C971-4CBB-A7AC-6BB856249530}" srcOrd="18" destOrd="0" presId="urn:microsoft.com/office/officeart/2016/7/layout/RepeatingBendingProcessNew"/>
    <dgm:cxn modelId="{3A61D232-E97D-4FF5-AE8A-0819AD20D8C5}" type="presParOf" srcId="{476BA905-82E0-4BE0-B5AE-F3AE2EED7F7A}" destId="{A9EB33C4-DFBC-45FC-9A50-12DCAC997437}" srcOrd="19" destOrd="0" presId="urn:microsoft.com/office/officeart/2016/7/layout/RepeatingBendingProcessNew"/>
    <dgm:cxn modelId="{EB666541-F8FB-4ADA-859D-E86FAB43CE57}" type="presParOf" srcId="{A9EB33C4-DFBC-45FC-9A50-12DCAC997437}" destId="{A20BDB0F-3FEC-4CDA-9307-80E67799E338}" srcOrd="0" destOrd="0" presId="urn:microsoft.com/office/officeart/2016/7/layout/RepeatingBendingProcessNew"/>
    <dgm:cxn modelId="{06E93975-70A6-4667-852F-1C8EE752BF04}" type="presParOf" srcId="{476BA905-82E0-4BE0-B5AE-F3AE2EED7F7A}" destId="{79AC47B1-D380-448E-B3FC-B4EAC90B4D4A}" srcOrd="20" destOrd="0" presId="urn:microsoft.com/office/officeart/2016/7/layout/RepeatingBendingProcessNew"/>
    <dgm:cxn modelId="{5263A3BF-ECD3-4FD9-8F53-684A6C40FEAB}" type="presParOf" srcId="{476BA905-82E0-4BE0-B5AE-F3AE2EED7F7A}" destId="{0271DB29-7D1A-4486-85FF-8630ACA01844}" srcOrd="21" destOrd="0" presId="urn:microsoft.com/office/officeart/2016/7/layout/RepeatingBendingProcessNew"/>
    <dgm:cxn modelId="{F1257F34-6D1A-4EBE-848D-A687E29E8680}" type="presParOf" srcId="{0271DB29-7D1A-4486-85FF-8630ACA01844}" destId="{A7995B0C-4428-4CD0-A220-B7BA18BEC00C}" srcOrd="0" destOrd="0" presId="urn:microsoft.com/office/officeart/2016/7/layout/RepeatingBendingProcessNew"/>
    <dgm:cxn modelId="{32A45D51-32AE-44F9-9937-C5EA5C5BD244}" type="presParOf" srcId="{476BA905-82E0-4BE0-B5AE-F3AE2EED7F7A}" destId="{1BCD6112-1BBE-49AE-8937-E8CDA184F800}" srcOrd="22" destOrd="0" presId="urn:microsoft.com/office/officeart/2016/7/layout/RepeatingBendingProcessNew"/>
    <dgm:cxn modelId="{85D3D3EA-28AB-48CF-B79A-BE763F0EF772}" type="presParOf" srcId="{476BA905-82E0-4BE0-B5AE-F3AE2EED7F7A}" destId="{340B15CE-D00B-422D-A93A-6EF38ED61BC8}" srcOrd="23" destOrd="0" presId="urn:microsoft.com/office/officeart/2016/7/layout/RepeatingBendingProcessNew"/>
    <dgm:cxn modelId="{227392A7-658C-4197-801E-FA50DF9CCF7E}" type="presParOf" srcId="{340B15CE-D00B-422D-A93A-6EF38ED61BC8}" destId="{AF428E6C-0FEC-43FA-A63F-27DC2EC852A2}" srcOrd="0" destOrd="0" presId="urn:microsoft.com/office/officeart/2016/7/layout/RepeatingBendingProcessNew"/>
    <dgm:cxn modelId="{69373A64-E703-4EE7-B4E2-01D2A4D854AB}" type="presParOf" srcId="{476BA905-82E0-4BE0-B5AE-F3AE2EED7F7A}" destId="{A79733F0-E2D7-4910-B454-BD72E508423D}" srcOrd="24" destOrd="0" presId="urn:microsoft.com/office/officeart/2016/7/layout/RepeatingBendingProcessNew"/>
    <dgm:cxn modelId="{80475DEF-C585-4B39-8547-15E2272E9BE8}" type="presParOf" srcId="{476BA905-82E0-4BE0-B5AE-F3AE2EED7F7A}" destId="{CAC29AA4-3BDC-41E2-B742-8054207C9990}" srcOrd="25" destOrd="0" presId="urn:microsoft.com/office/officeart/2016/7/layout/RepeatingBendingProcessNew"/>
    <dgm:cxn modelId="{07DD791F-2013-4AC3-8B18-65B0002C20E2}" type="presParOf" srcId="{CAC29AA4-3BDC-41E2-B742-8054207C9990}" destId="{A819AD31-5EFB-41F4-A6E7-08E8C37C6550}" srcOrd="0" destOrd="0" presId="urn:microsoft.com/office/officeart/2016/7/layout/RepeatingBendingProcessNew"/>
    <dgm:cxn modelId="{F124B7D1-58A9-4A44-9220-3A414784124B}" type="presParOf" srcId="{476BA905-82E0-4BE0-B5AE-F3AE2EED7F7A}" destId="{505AF40E-BCCF-4176-A129-E8BEB153AF4D}" srcOrd="26" destOrd="0" presId="urn:microsoft.com/office/officeart/2016/7/layout/RepeatingBendingProcessNew"/>
    <dgm:cxn modelId="{DCD82B2D-D175-4771-8CFB-33265FC81964}" type="presParOf" srcId="{476BA905-82E0-4BE0-B5AE-F3AE2EED7F7A}" destId="{2CB38B04-F5E9-4259-93B4-5B3025EBDD1B}" srcOrd="27" destOrd="0" presId="urn:microsoft.com/office/officeart/2016/7/layout/RepeatingBendingProcessNew"/>
    <dgm:cxn modelId="{1ADF7B4C-E1CE-4AD7-9C9B-7A2038A98111}" type="presParOf" srcId="{2CB38B04-F5E9-4259-93B4-5B3025EBDD1B}" destId="{43C93477-02A6-4460-8198-7B8E02442200}" srcOrd="0" destOrd="0" presId="urn:microsoft.com/office/officeart/2016/7/layout/RepeatingBendingProcessNew"/>
    <dgm:cxn modelId="{9CB63AA2-0593-4CCD-8473-DA1A922677A8}" type="presParOf" srcId="{476BA905-82E0-4BE0-B5AE-F3AE2EED7F7A}" destId="{D0A7A20F-E65E-4EE6-81BF-A4C3E6BFE1EB}" srcOrd="28" destOrd="0" presId="urn:microsoft.com/office/officeart/2016/7/layout/RepeatingBendingProcessNew"/>
    <dgm:cxn modelId="{AEA514FA-A4C6-4BA7-9FD9-2A51E79CAA7F}" type="presParOf" srcId="{476BA905-82E0-4BE0-B5AE-F3AE2EED7F7A}" destId="{077B53FE-CEF8-48B7-BBE0-194679F8F45B}" srcOrd="29" destOrd="0" presId="urn:microsoft.com/office/officeart/2016/7/layout/RepeatingBendingProcessNew"/>
    <dgm:cxn modelId="{DFD0A7C3-D96F-48D5-8B5F-44C5A505C8FA}" type="presParOf" srcId="{077B53FE-CEF8-48B7-BBE0-194679F8F45B}" destId="{4573F878-EF31-4739-A660-4A30A552A6A5}" srcOrd="0" destOrd="0" presId="urn:microsoft.com/office/officeart/2016/7/layout/RepeatingBendingProcessNew"/>
    <dgm:cxn modelId="{05A4B3B5-C458-4AF0-8F04-824562D8350F}" type="presParOf" srcId="{476BA905-82E0-4BE0-B5AE-F3AE2EED7F7A}" destId="{0F0746BF-202E-4385-8274-545332C9E3F5}" srcOrd="30" destOrd="0" presId="urn:microsoft.com/office/officeart/2016/7/layout/RepeatingBendingProcessNew"/>
    <dgm:cxn modelId="{8B921901-26DC-4250-A7F6-DFE922FAF8AD}" type="presParOf" srcId="{476BA905-82E0-4BE0-B5AE-F3AE2EED7F7A}" destId="{793717EC-82C6-405D-B7CE-96A626D5EE3D}" srcOrd="31" destOrd="0" presId="urn:microsoft.com/office/officeart/2016/7/layout/RepeatingBendingProcessNew"/>
    <dgm:cxn modelId="{0EC9FE66-CA8C-47AD-A71F-EFF823D05791}" type="presParOf" srcId="{793717EC-82C6-405D-B7CE-96A626D5EE3D}" destId="{8100BD91-AF2B-4CCD-816A-726B4D6194B9}" srcOrd="0" destOrd="0" presId="urn:microsoft.com/office/officeart/2016/7/layout/RepeatingBendingProcessNew"/>
    <dgm:cxn modelId="{DCB31ABA-2DA1-4FED-A747-BADBC7EDFC6B}" type="presParOf" srcId="{476BA905-82E0-4BE0-B5AE-F3AE2EED7F7A}" destId="{F97C066F-B63D-4C8B-83CE-B37745B761B8}" srcOrd="32" destOrd="0" presId="urn:microsoft.com/office/officeart/2016/7/layout/RepeatingBendingProcessNew"/>
    <dgm:cxn modelId="{FA3A16C3-BAED-4ED9-8722-8CDCEEA59EDD}" type="presParOf" srcId="{476BA905-82E0-4BE0-B5AE-F3AE2EED7F7A}" destId="{2BD868A0-30AF-4E3D-863F-B7F560FCF06D}" srcOrd="33" destOrd="0" presId="urn:microsoft.com/office/officeart/2016/7/layout/RepeatingBendingProcessNew"/>
    <dgm:cxn modelId="{80761B3B-077A-42EB-8F37-28A06D1AA91A}" type="presParOf" srcId="{2BD868A0-30AF-4E3D-863F-B7F560FCF06D}" destId="{3FBC3882-B8D8-4FE5-8399-702714699A40}" srcOrd="0" destOrd="0" presId="urn:microsoft.com/office/officeart/2016/7/layout/RepeatingBendingProcessNew"/>
    <dgm:cxn modelId="{E6354230-4A03-42A2-B561-2723CE440451}" type="presParOf" srcId="{476BA905-82E0-4BE0-B5AE-F3AE2EED7F7A}" destId="{D01BA2D5-CA7B-48BD-A9AB-732F87C14EB6}" srcOrd="34" destOrd="0" presId="urn:microsoft.com/office/officeart/2016/7/layout/RepeatingBendingProcessNew"/>
    <dgm:cxn modelId="{A15CA24C-6956-4B02-87A5-40C20B1C8CD9}" type="presParOf" srcId="{476BA905-82E0-4BE0-B5AE-F3AE2EED7F7A}" destId="{F762C8DD-7F7B-434F-8BCA-544578076689}" srcOrd="35" destOrd="0" presId="urn:microsoft.com/office/officeart/2016/7/layout/RepeatingBendingProcessNew"/>
    <dgm:cxn modelId="{5B193992-3F71-4C3B-A18C-FA5C429DAE42}" type="presParOf" srcId="{F762C8DD-7F7B-434F-8BCA-544578076689}" destId="{8540CB21-97FC-4C8F-A450-63B222C3C6F3}" srcOrd="0" destOrd="0" presId="urn:microsoft.com/office/officeart/2016/7/layout/RepeatingBendingProcessNew"/>
    <dgm:cxn modelId="{3D14EAF4-AD8B-4BA0-845D-3987F392E155}" type="presParOf" srcId="{476BA905-82E0-4BE0-B5AE-F3AE2EED7F7A}" destId="{0AEBA90C-9AB8-41BD-9748-717F3FAD79C0}" srcOrd="36" destOrd="0" presId="urn:microsoft.com/office/officeart/2016/7/layout/RepeatingBendingProcessNew"/>
    <dgm:cxn modelId="{9B0F962B-3382-44DF-A9F0-EBEC999C3148}" type="presParOf" srcId="{476BA905-82E0-4BE0-B5AE-F3AE2EED7F7A}" destId="{253695B2-8200-4008-855F-8BA1453B1063}" srcOrd="37" destOrd="0" presId="urn:microsoft.com/office/officeart/2016/7/layout/RepeatingBendingProcessNew"/>
    <dgm:cxn modelId="{4A4125EC-5E01-4B65-92DA-F7937C91EC5F}" type="presParOf" srcId="{253695B2-8200-4008-855F-8BA1453B1063}" destId="{118257D5-0768-4B04-A812-59C78CAC66C6}" srcOrd="0" destOrd="0" presId="urn:microsoft.com/office/officeart/2016/7/layout/RepeatingBendingProcessNew"/>
    <dgm:cxn modelId="{AC74CBC5-1512-47D5-9C57-7FC9D16F9C56}" type="presParOf" srcId="{476BA905-82E0-4BE0-B5AE-F3AE2EED7F7A}" destId="{66DD64E2-36EE-45BC-AC7B-72A88A873E35}" srcOrd="38" destOrd="0" presId="urn:microsoft.com/office/officeart/2016/7/layout/RepeatingBendingProcessNew"/>
    <dgm:cxn modelId="{B800472D-0FF5-40B1-A1A9-3251CF70A678}" type="presParOf" srcId="{476BA905-82E0-4BE0-B5AE-F3AE2EED7F7A}" destId="{5ECEA3E4-CEA3-4664-B35B-4DCDF8F51429}" srcOrd="39" destOrd="0" presId="urn:microsoft.com/office/officeart/2016/7/layout/RepeatingBendingProcessNew"/>
    <dgm:cxn modelId="{497ADDEE-9279-47EB-B454-17C758FD86BB}" type="presParOf" srcId="{5ECEA3E4-CEA3-4664-B35B-4DCDF8F51429}" destId="{2C60C1DB-4CEE-484E-AB84-813904A8DE39}" srcOrd="0" destOrd="0" presId="urn:microsoft.com/office/officeart/2016/7/layout/RepeatingBendingProcessNew"/>
    <dgm:cxn modelId="{14ADB3DC-E2D0-4603-8C93-E402E514FA6F}" type="presParOf" srcId="{476BA905-82E0-4BE0-B5AE-F3AE2EED7F7A}" destId="{357D7EF6-497F-4EB3-BBBA-4AF6735DFAEC}" srcOrd="40" destOrd="0" presId="urn:microsoft.com/office/officeart/2016/7/layout/RepeatingBendingProcessNew"/>
    <dgm:cxn modelId="{7D233339-4C1A-4DFD-ABC0-32BA6B99D97D}" type="presParOf" srcId="{476BA905-82E0-4BE0-B5AE-F3AE2EED7F7A}" destId="{85309268-CD19-471B-A897-00AC9AEABC83}" srcOrd="41" destOrd="0" presId="urn:microsoft.com/office/officeart/2016/7/layout/RepeatingBendingProcessNew"/>
    <dgm:cxn modelId="{3B804FD1-B7DC-479D-ABBE-033E20ACC274}" type="presParOf" srcId="{85309268-CD19-471B-A897-00AC9AEABC83}" destId="{DCC699AA-F1AD-40F9-94ED-76E995ABD505}" srcOrd="0" destOrd="0" presId="urn:microsoft.com/office/officeart/2016/7/layout/RepeatingBendingProcessNew"/>
    <dgm:cxn modelId="{A5273AE2-AB25-4E12-9D46-D0BF3D160A20}" type="presParOf" srcId="{476BA905-82E0-4BE0-B5AE-F3AE2EED7F7A}" destId="{A532B2E6-AD12-46E0-A780-8836CCC86EE3}" srcOrd="42" destOrd="0" presId="urn:microsoft.com/office/officeart/2016/7/layout/RepeatingBendingProcessNew"/>
    <dgm:cxn modelId="{5E86C825-3A07-46A4-B317-379D050C35A2}" type="presParOf" srcId="{476BA905-82E0-4BE0-B5AE-F3AE2EED7F7A}" destId="{364D3227-A5E2-4DAF-B20F-C3C514819556}" srcOrd="43" destOrd="0" presId="urn:microsoft.com/office/officeart/2016/7/layout/RepeatingBendingProcessNew"/>
    <dgm:cxn modelId="{0C6B8D60-D9F2-43D6-8B52-A328C9AFCA74}" type="presParOf" srcId="{364D3227-A5E2-4DAF-B20F-C3C514819556}" destId="{3F3CCFFE-FB08-4751-8741-1EC46536C4EB}" srcOrd="0" destOrd="0" presId="urn:microsoft.com/office/officeart/2016/7/layout/RepeatingBendingProcessNew"/>
    <dgm:cxn modelId="{C2AE30B3-92A0-40A7-B7D6-4522F52A953F}" type="presParOf" srcId="{476BA905-82E0-4BE0-B5AE-F3AE2EED7F7A}" destId="{EA451997-0692-4293-BAA8-6270A9FFCB00}" srcOrd="44" destOrd="0" presId="urn:microsoft.com/office/officeart/2016/7/layout/RepeatingBendingProcessNew"/>
    <dgm:cxn modelId="{F9871E4B-C14D-4D11-A29E-D7B8D4A4C4E5}" type="presParOf" srcId="{476BA905-82E0-4BE0-B5AE-F3AE2EED7F7A}" destId="{FF90D6AE-29C1-4C20-8308-40C2FAE2BA8B}" srcOrd="45" destOrd="0" presId="urn:microsoft.com/office/officeart/2016/7/layout/RepeatingBendingProcessNew"/>
    <dgm:cxn modelId="{E24A4425-7F9F-4376-A7D8-E7C4DB4D021C}" type="presParOf" srcId="{FF90D6AE-29C1-4C20-8308-40C2FAE2BA8B}" destId="{4596B42C-C897-40DE-8E01-B458EE675DA7}" srcOrd="0" destOrd="0" presId="urn:microsoft.com/office/officeart/2016/7/layout/RepeatingBendingProcessNew"/>
    <dgm:cxn modelId="{75B8DF8D-F006-42B0-B8F1-0B3EDDC42DD0}" type="presParOf" srcId="{476BA905-82E0-4BE0-B5AE-F3AE2EED7F7A}" destId="{90DD235C-106E-439F-B44D-130526302D7C}" srcOrd="46" destOrd="0" presId="urn:microsoft.com/office/officeart/2016/7/layout/RepeatingBendingProcessNew"/>
    <dgm:cxn modelId="{0BAD0F61-7A01-4FC0-B888-28C8DCAAF9CE}" type="presParOf" srcId="{476BA905-82E0-4BE0-B5AE-F3AE2EED7F7A}" destId="{C61B2319-FE52-4561-BA41-DB476AA4E934}" srcOrd="47" destOrd="0" presId="urn:microsoft.com/office/officeart/2016/7/layout/RepeatingBendingProcessNew"/>
    <dgm:cxn modelId="{20B64A2A-148A-4BE6-8A47-CE3CFEFC10CC}" type="presParOf" srcId="{C61B2319-FE52-4561-BA41-DB476AA4E934}" destId="{7A463E53-B522-4164-B550-600DFBF8D917}" srcOrd="0" destOrd="0" presId="urn:microsoft.com/office/officeart/2016/7/layout/RepeatingBendingProcessNew"/>
    <dgm:cxn modelId="{528BCE1A-55F6-4418-8E11-D93402709754}" type="presParOf" srcId="{476BA905-82E0-4BE0-B5AE-F3AE2EED7F7A}" destId="{DE9F0B72-27A8-49C8-82FD-A7E6A24C0D30}" srcOrd="48" destOrd="0" presId="urn:microsoft.com/office/officeart/2016/7/layout/RepeatingBendingProcessNew"/>
    <dgm:cxn modelId="{9E3A1503-310D-4D25-B48E-7CBCB33FD5F1}" type="presParOf" srcId="{476BA905-82E0-4BE0-B5AE-F3AE2EED7F7A}" destId="{B16DCA46-3CFA-4F49-B787-236F3CF6D512}" srcOrd="49" destOrd="0" presId="urn:microsoft.com/office/officeart/2016/7/layout/RepeatingBendingProcessNew"/>
    <dgm:cxn modelId="{E04BEEA9-D16F-4072-8D88-6E88FE9C9F55}" type="presParOf" srcId="{B16DCA46-3CFA-4F49-B787-236F3CF6D512}" destId="{B08F4492-459E-4F44-9F5A-CD77E000A73E}" srcOrd="0" destOrd="0" presId="urn:microsoft.com/office/officeart/2016/7/layout/RepeatingBendingProcessNew"/>
    <dgm:cxn modelId="{155B292C-D197-4CFE-AC93-913E132DD19F}" type="presParOf" srcId="{476BA905-82E0-4BE0-B5AE-F3AE2EED7F7A}" destId="{E3D754BA-9009-4D10-B8FF-7EB7253DA3C2}" srcOrd="50" destOrd="0" presId="urn:microsoft.com/office/officeart/2016/7/layout/RepeatingBendingProcessNew"/>
    <dgm:cxn modelId="{0F90C10D-057C-4224-8D09-9F54749C8A03}" type="presParOf" srcId="{476BA905-82E0-4BE0-B5AE-F3AE2EED7F7A}" destId="{D4963F44-A57D-4340-80AB-7386FB070490}" srcOrd="51" destOrd="0" presId="urn:microsoft.com/office/officeart/2016/7/layout/RepeatingBendingProcessNew"/>
    <dgm:cxn modelId="{1279E20F-B01A-4EA7-B858-9457BAC16BEF}" type="presParOf" srcId="{D4963F44-A57D-4340-80AB-7386FB070490}" destId="{AE2B721A-B6EB-4AC4-AD93-C0C880964A63}" srcOrd="0" destOrd="0" presId="urn:microsoft.com/office/officeart/2016/7/layout/RepeatingBendingProcessNew"/>
    <dgm:cxn modelId="{2147ECDA-A570-4C6E-8863-03B8646DD4C6}" type="presParOf" srcId="{476BA905-82E0-4BE0-B5AE-F3AE2EED7F7A}" destId="{83C46672-6205-4697-8960-0E251051BCC0}" srcOrd="52" destOrd="0" presId="urn:microsoft.com/office/officeart/2016/7/layout/RepeatingBendingProcessNew"/>
    <dgm:cxn modelId="{76B2BB26-59C0-4A52-9EC7-657AB2B3C5AD}" type="presParOf" srcId="{476BA905-82E0-4BE0-B5AE-F3AE2EED7F7A}" destId="{F09188F5-86B9-4A61-8E8D-50735009C280}" srcOrd="53" destOrd="0" presId="urn:microsoft.com/office/officeart/2016/7/layout/RepeatingBendingProcessNew"/>
    <dgm:cxn modelId="{58D5FEFE-1BD5-4DF2-9AE5-02E393E3BB97}" type="presParOf" srcId="{F09188F5-86B9-4A61-8E8D-50735009C280}" destId="{2D689278-7C64-4223-90C5-F115338599F6}" srcOrd="0" destOrd="0" presId="urn:microsoft.com/office/officeart/2016/7/layout/RepeatingBendingProcessNew"/>
    <dgm:cxn modelId="{68EDCF5B-9E96-4BEA-986D-8F31A35031EE}" type="presParOf" srcId="{476BA905-82E0-4BE0-B5AE-F3AE2EED7F7A}" destId="{C322FE52-7481-4508-85B3-F0597E2CAEFA}" srcOrd="5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4D4BF11-1422-4BBC-81AF-FCE1BB9F7CC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15A0D3-BEE3-46A0-A471-9FFD764152C6}">
      <dgm:prSet/>
      <dgm:spPr/>
      <dgm:t>
        <a:bodyPr/>
        <a:lstStyle/>
        <a:p>
          <a:r>
            <a:rPr lang="en-US"/>
            <a:t>Example Workflow</a:t>
          </a:r>
        </a:p>
      </dgm:t>
    </dgm:pt>
    <dgm:pt modelId="{9EC7FEC4-C424-41DE-BD5D-8BC3761B005D}" type="parTrans" cxnId="{F528AAC8-7B48-48C9-9D59-189C61C1C1AB}">
      <dgm:prSet/>
      <dgm:spPr/>
      <dgm:t>
        <a:bodyPr/>
        <a:lstStyle/>
        <a:p>
          <a:endParaRPr lang="en-US"/>
        </a:p>
      </dgm:t>
    </dgm:pt>
    <dgm:pt modelId="{AA8D326C-5831-4B4B-B063-3AF5558778D5}" type="sibTrans" cxnId="{F528AAC8-7B48-48C9-9D59-189C61C1C1AB}">
      <dgm:prSet/>
      <dgm:spPr/>
      <dgm:t>
        <a:bodyPr/>
        <a:lstStyle/>
        <a:p>
          <a:endParaRPr lang="en-US"/>
        </a:p>
      </dgm:t>
    </dgm:pt>
    <dgm:pt modelId="{B181DA5A-B88C-4308-BC5E-86A0E91FFCC2}">
      <dgm:prSet/>
      <dgm:spPr/>
      <dgm:t>
        <a:bodyPr/>
        <a:lstStyle/>
        <a:p>
          <a:r>
            <a:rPr lang="en-US"/>
            <a:t>User asks a question about company mobile policy</a:t>
          </a:r>
        </a:p>
      </dgm:t>
    </dgm:pt>
    <dgm:pt modelId="{1262BD16-AD2E-416D-BB54-49E4056CD3C0}" type="parTrans" cxnId="{C7CA760E-B929-4A98-B261-9D3A4CD75F3A}">
      <dgm:prSet/>
      <dgm:spPr/>
      <dgm:t>
        <a:bodyPr/>
        <a:lstStyle/>
        <a:p>
          <a:endParaRPr lang="en-US"/>
        </a:p>
      </dgm:t>
    </dgm:pt>
    <dgm:pt modelId="{BB2E32EA-E6EF-4485-AF15-D773FCDF8E0C}" type="sibTrans" cxnId="{C7CA760E-B929-4A98-B261-9D3A4CD75F3A}">
      <dgm:prSet/>
      <dgm:spPr/>
      <dgm:t>
        <a:bodyPr/>
        <a:lstStyle/>
        <a:p>
          <a:endParaRPr lang="en-US"/>
        </a:p>
      </dgm:t>
    </dgm:pt>
    <dgm:pt modelId="{566C6FD7-A847-45F4-B311-DB709EF471B3}">
      <dgm:prSet/>
      <dgm:spPr/>
      <dgm:t>
        <a:bodyPr/>
        <a:lstStyle/>
        <a:p>
          <a:r>
            <a:rPr lang="en-US"/>
            <a:t>Prompt is converted into an embedding</a:t>
          </a:r>
        </a:p>
      </dgm:t>
    </dgm:pt>
    <dgm:pt modelId="{C0C03F14-5B37-412C-B873-8C7A7B03A1A6}" type="parTrans" cxnId="{21769B27-36D8-4481-8E7D-8F8B27652E7B}">
      <dgm:prSet/>
      <dgm:spPr/>
      <dgm:t>
        <a:bodyPr/>
        <a:lstStyle/>
        <a:p>
          <a:endParaRPr lang="en-US"/>
        </a:p>
      </dgm:t>
    </dgm:pt>
    <dgm:pt modelId="{B66C179D-9797-4D62-9739-5990EA1324CB}" type="sibTrans" cxnId="{21769B27-36D8-4481-8E7D-8F8B27652E7B}">
      <dgm:prSet/>
      <dgm:spPr/>
      <dgm:t>
        <a:bodyPr/>
        <a:lstStyle/>
        <a:p>
          <a:endParaRPr lang="en-US"/>
        </a:p>
      </dgm:t>
    </dgm:pt>
    <dgm:pt modelId="{06AF72C8-2BE1-4A26-9E59-354E2C0772B9}">
      <dgm:prSet/>
      <dgm:spPr/>
      <dgm:t>
        <a:bodyPr/>
        <a:lstStyle/>
        <a:p>
          <a:r>
            <a:rPr lang="en-US"/>
            <a:t>System searches the vector database</a:t>
          </a:r>
        </a:p>
      </dgm:t>
    </dgm:pt>
    <dgm:pt modelId="{8CB8707C-7B6D-4311-B592-01B8762CDD84}" type="parTrans" cxnId="{7EC699F6-59C8-4A65-B5BB-6C4697AC1EBA}">
      <dgm:prSet/>
      <dgm:spPr/>
      <dgm:t>
        <a:bodyPr/>
        <a:lstStyle/>
        <a:p>
          <a:endParaRPr lang="en-US"/>
        </a:p>
      </dgm:t>
    </dgm:pt>
    <dgm:pt modelId="{7E769EF8-7B8B-42FE-B921-F97999AF61E4}" type="sibTrans" cxnId="{7EC699F6-59C8-4A65-B5BB-6C4697AC1EBA}">
      <dgm:prSet/>
      <dgm:spPr/>
      <dgm:t>
        <a:bodyPr/>
        <a:lstStyle/>
        <a:p>
          <a:endParaRPr lang="en-US"/>
        </a:p>
      </dgm:t>
    </dgm:pt>
    <dgm:pt modelId="{963CE79E-4143-4421-8ACD-1ED2433510A2}">
      <dgm:prSet/>
      <dgm:spPr/>
      <dgm:t>
        <a:bodyPr/>
        <a:lstStyle/>
        <a:p>
          <a:r>
            <a:rPr lang="en-US"/>
            <a:t>Top relevant policy sections are retrieved</a:t>
          </a:r>
        </a:p>
      </dgm:t>
    </dgm:pt>
    <dgm:pt modelId="{DB736B94-B713-4017-AA43-D488883F11B3}" type="parTrans" cxnId="{EB59574A-18A4-42EE-8E1C-D9974C7C6516}">
      <dgm:prSet/>
      <dgm:spPr/>
      <dgm:t>
        <a:bodyPr/>
        <a:lstStyle/>
        <a:p>
          <a:endParaRPr lang="en-US"/>
        </a:p>
      </dgm:t>
    </dgm:pt>
    <dgm:pt modelId="{0FBF44C4-4EC7-4BAB-B293-64C9D98D7568}" type="sibTrans" cxnId="{EB59574A-18A4-42EE-8E1C-D9974C7C6516}">
      <dgm:prSet/>
      <dgm:spPr/>
      <dgm:t>
        <a:bodyPr/>
        <a:lstStyle/>
        <a:p>
          <a:endParaRPr lang="en-US"/>
        </a:p>
      </dgm:t>
    </dgm:pt>
    <dgm:pt modelId="{2254A059-1D3B-4F5E-99AA-06BA3B66C6E6}">
      <dgm:prSet/>
      <dgm:spPr/>
      <dgm:t>
        <a:bodyPr/>
        <a:lstStyle/>
        <a:p>
          <a:r>
            <a:rPr lang="en-US"/>
            <a:t>Retrieved text + query form an augmented input</a:t>
          </a:r>
        </a:p>
      </dgm:t>
    </dgm:pt>
    <dgm:pt modelId="{ACFB9444-873E-4751-AA3D-42EC7EEF2E54}" type="parTrans" cxnId="{985E3810-B48D-4FC1-B3EC-726953C10740}">
      <dgm:prSet/>
      <dgm:spPr/>
      <dgm:t>
        <a:bodyPr/>
        <a:lstStyle/>
        <a:p>
          <a:endParaRPr lang="en-US"/>
        </a:p>
      </dgm:t>
    </dgm:pt>
    <dgm:pt modelId="{8820765A-0E4C-4A73-9FF5-AF07A7A991CD}" type="sibTrans" cxnId="{985E3810-B48D-4FC1-B3EC-726953C10740}">
      <dgm:prSet/>
      <dgm:spPr/>
      <dgm:t>
        <a:bodyPr/>
        <a:lstStyle/>
        <a:p>
          <a:endParaRPr lang="en-US"/>
        </a:p>
      </dgm:t>
    </dgm:pt>
    <dgm:pt modelId="{B489A0CF-7487-4CDA-99E7-B538A4977E7C}">
      <dgm:prSet/>
      <dgm:spPr/>
      <dgm:t>
        <a:bodyPr/>
        <a:lstStyle/>
        <a:p>
          <a:r>
            <a:rPr lang="en-US"/>
            <a:t>LLM generates the final answer</a:t>
          </a:r>
        </a:p>
      </dgm:t>
    </dgm:pt>
    <dgm:pt modelId="{50D7EF95-874B-45C5-90E7-21B360D10B29}" type="parTrans" cxnId="{5E933D05-B270-4CEA-BCFB-A41388AF35AF}">
      <dgm:prSet/>
      <dgm:spPr/>
      <dgm:t>
        <a:bodyPr/>
        <a:lstStyle/>
        <a:p>
          <a:endParaRPr lang="en-US"/>
        </a:p>
      </dgm:t>
    </dgm:pt>
    <dgm:pt modelId="{4C2F5729-67D5-46D1-B2C8-EB20E0E12A7B}" type="sibTrans" cxnId="{5E933D05-B270-4CEA-BCFB-A41388AF35AF}">
      <dgm:prSet/>
      <dgm:spPr/>
      <dgm:t>
        <a:bodyPr/>
        <a:lstStyle/>
        <a:p>
          <a:endParaRPr lang="en-US"/>
        </a:p>
      </dgm:t>
    </dgm:pt>
    <dgm:pt modelId="{05C26801-5F39-4B09-B093-0268110698A0}">
      <dgm:prSet/>
      <dgm:spPr/>
      <dgm:t>
        <a:bodyPr/>
        <a:lstStyle/>
        <a:p>
          <a:r>
            <a:rPr lang="en-US" dirty="0"/>
            <a:t>Benefits of RAG</a:t>
          </a:r>
        </a:p>
      </dgm:t>
    </dgm:pt>
    <dgm:pt modelId="{A6B6FB23-27BB-44BD-AC39-17C8F8487E24}" type="parTrans" cxnId="{49821C13-534C-4F65-8C05-B1BE9DFD892D}">
      <dgm:prSet/>
      <dgm:spPr/>
      <dgm:t>
        <a:bodyPr/>
        <a:lstStyle/>
        <a:p>
          <a:endParaRPr lang="en-US"/>
        </a:p>
      </dgm:t>
    </dgm:pt>
    <dgm:pt modelId="{387149AB-EF31-4C36-AE55-C972EACB2CA8}" type="sibTrans" cxnId="{49821C13-534C-4F65-8C05-B1BE9DFD892D}">
      <dgm:prSet/>
      <dgm:spPr/>
      <dgm:t>
        <a:bodyPr/>
        <a:lstStyle/>
        <a:p>
          <a:endParaRPr lang="en-US"/>
        </a:p>
      </dgm:t>
    </dgm:pt>
    <dgm:pt modelId="{9CE00D7B-8A52-42AF-A500-5ED955D271E7}">
      <dgm:prSet/>
      <dgm:spPr/>
      <dgm:t>
        <a:bodyPr/>
        <a:lstStyle/>
        <a:p>
          <a:r>
            <a:rPr lang="en-US"/>
            <a:t>RAG provides several advantages:</a:t>
          </a:r>
        </a:p>
      </dgm:t>
    </dgm:pt>
    <dgm:pt modelId="{033DD1E8-BAEE-4620-A84C-B85221F08AA1}" type="parTrans" cxnId="{3AFB0266-4756-4E9C-AB13-A14F6D920429}">
      <dgm:prSet/>
      <dgm:spPr/>
      <dgm:t>
        <a:bodyPr/>
        <a:lstStyle/>
        <a:p>
          <a:endParaRPr lang="en-US"/>
        </a:p>
      </dgm:t>
    </dgm:pt>
    <dgm:pt modelId="{C17BF28B-E97E-4D76-A070-D4DE4110AFB1}" type="sibTrans" cxnId="{3AFB0266-4756-4E9C-AB13-A14F6D920429}">
      <dgm:prSet/>
      <dgm:spPr/>
      <dgm:t>
        <a:bodyPr/>
        <a:lstStyle/>
        <a:p>
          <a:endParaRPr lang="en-US"/>
        </a:p>
      </dgm:t>
    </dgm:pt>
    <dgm:pt modelId="{6F9ADC94-413C-4724-8E0E-C30C0B2D1AAC}">
      <dgm:prSet/>
      <dgm:spPr/>
      <dgm:t>
        <a:bodyPr/>
        <a:lstStyle/>
        <a:p>
          <a:r>
            <a:rPr lang="en-US" dirty="0"/>
            <a:t>Enables domain-specific responses</a:t>
          </a:r>
        </a:p>
      </dgm:t>
    </dgm:pt>
    <dgm:pt modelId="{717DA2E3-5F4A-4BE2-BBF0-5AEF882C28AC}" type="parTrans" cxnId="{91C398C2-6CC3-4529-8502-57E42952B29C}">
      <dgm:prSet/>
      <dgm:spPr/>
      <dgm:t>
        <a:bodyPr/>
        <a:lstStyle/>
        <a:p>
          <a:endParaRPr lang="en-US"/>
        </a:p>
      </dgm:t>
    </dgm:pt>
    <dgm:pt modelId="{651DD42A-7858-4113-A60C-25F70EEB7412}" type="sibTrans" cxnId="{91C398C2-6CC3-4529-8502-57E42952B29C}">
      <dgm:prSet/>
      <dgm:spPr/>
      <dgm:t>
        <a:bodyPr/>
        <a:lstStyle/>
        <a:p>
          <a:endParaRPr lang="en-US"/>
        </a:p>
      </dgm:t>
    </dgm:pt>
    <dgm:pt modelId="{DCEE2139-F317-4EEA-B982-C50BA283A4D0}">
      <dgm:prSet/>
      <dgm:spPr/>
      <dgm:t>
        <a:bodyPr/>
        <a:lstStyle/>
        <a:p>
          <a:r>
            <a:rPr lang="en-US"/>
            <a:t>Reduces incorrect or hallucinated answers</a:t>
          </a:r>
        </a:p>
      </dgm:t>
    </dgm:pt>
    <dgm:pt modelId="{A1C577C1-4604-423D-B1C5-CA71D6F1BE35}" type="parTrans" cxnId="{D364A0AD-8392-47D9-A6C5-EF801C6BCF64}">
      <dgm:prSet/>
      <dgm:spPr/>
      <dgm:t>
        <a:bodyPr/>
        <a:lstStyle/>
        <a:p>
          <a:endParaRPr lang="en-US"/>
        </a:p>
      </dgm:t>
    </dgm:pt>
    <dgm:pt modelId="{EC7BCCA3-BCE1-4A95-9E2B-16B6C6EE9903}" type="sibTrans" cxnId="{D364A0AD-8392-47D9-A6C5-EF801C6BCF64}">
      <dgm:prSet/>
      <dgm:spPr/>
      <dgm:t>
        <a:bodyPr/>
        <a:lstStyle/>
        <a:p>
          <a:endParaRPr lang="en-US"/>
        </a:p>
      </dgm:t>
    </dgm:pt>
    <dgm:pt modelId="{3381E286-0812-4DA3-B8AA-C76691399643}">
      <dgm:prSet/>
      <dgm:spPr/>
      <dgm:t>
        <a:bodyPr/>
        <a:lstStyle/>
        <a:p>
          <a:r>
            <a:rPr lang="en-US"/>
            <a:t>Uses existing knowledge sources</a:t>
          </a:r>
        </a:p>
      </dgm:t>
    </dgm:pt>
    <dgm:pt modelId="{D1BBA622-B234-401D-878D-82D4D19551DF}" type="parTrans" cxnId="{3C51EC91-22BC-4868-9B38-C665F91D67C8}">
      <dgm:prSet/>
      <dgm:spPr/>
      <dgm:t>
        <a:bodyPr/>
        <a:lstStyle/>
        <a:p>
          <a:endParaRPr lang="en-US"/>
        </a:p>
      </dgm:t>
    </dgm:pt>
    <dgm:pt modelId="{0004108A-7C4A-4032-A2A8-175619B36F0A}" type="sibTrans" cxnId="{3C51EC91-22BC-4868-9B38-C665F91D67C8}">
      <dgm:prSet/>
      <dgm:spPr/>
      <dgm:t>
        <a:bodyPr/>
        <a:lstStyle/>
        <a:p>
          <a:endParaRPr lang="en-US"/>
        </a:p>
      </dgm:t>
    </dgm:pt>
    <dgm:pt modelId="{E96AABDE-910B-48F1-BF64-D6B1C04C4101}">
      <dgm:prSet/>
      <dgm:spPr/>
      <dgm:t>
        <a:bodyPr/>
        <a:lstStyle/>
        <a:p>
          <a:r>
            <a:rPr lang="en-US" dirty="0"/>
            <a:t>Avoids expensive model retraining</a:t>
          </a:r>
        </a:p>
      </dgm:t>
    </dgm:pt>
    <dgm:pt modelId="{38ACD3B3-359D-4D7E-8C7F-667A61A6F84E}" type="parTrans" cxnId="{763AA5A8-E4B3-4015-8784-36693BA38EB1}">
      <dgm:prSet/>
      <dgm:spPr/>
      <dgm:t>
        <a:bodyPr/>
        <a:lstStyle/>
        <a:p>
          <a:endParaRPr lang="en-US"/>
        </a:p>
      </dgm:t>
    </dgm:pt>
    <dgm:pt modelId="{0741F435-B3C1-42EA-96EA-EC9908DA5B96}" type="sibTrans" cxnId="{763AA5A8-E4B3-4015-8784-36693BA38EB1}">
      <dgm:prSet/>
      <dgm:spPr/>
      <dgm:t>
        <a:bodyPr/>
        <a:lstStyle/>
        <a:p>
          <a:endParaRPr lang="en-US"/>
        </a:p>
      </dgm:t>
    </dgm:pt>
    <dgm:pt modelId="{02CDC555-5CC5-44BE-8095-DE85D328319A}">
      <dgm:prSet/>
      <dgm:spPr/>
      <dgm:t>
        <a:bodyPr/>
        <a:lstStyle/>
        <a:p>
          <a:r>
            <a:rPr lang="en-US"/>
            <a:t>Key Takeaways</a:t>
          </a:r>
        </a:p>
      </dgm:t>
    </dgm:pt>
    <dgm:pt modelId="{5914B4D6-A591-43B4-AF16-4794BFAF61C2}" type="parTrans" cxnId="{34EC5ADC-3332-47F9-A87B-67C335E5A578}">
      <dgm:prSet/>
      <dgm:spPr/>
      <dgm:t>
        <a:bodyPr/>
        <a:lstStyle/>
        <a:p>
          <a:endParaRPr lang="en-US"/>
        </a:p>
      </dgm:t>
    </dgm:pt>
    <dgm:pt modelId="{515FABCD-E877-43B0-AB13-EC2DCA4F41CE}" type="sibTrans" cxnId="{34EC5ADC-3332-47F9-A87B-67C335E5A578}">
      <dgm:prSet/>
      <dgm:spPr/>
      <dgm:t>
        <a:bodyPr/>
        <a:lstStyle/>
        <a:p>
          <a:endParaRPr lang="en-US"/>
        </a:p>
      </dgm:t>
    </dgm:pt>
    <dgm:pt modelId="{F5B13F9E-EE50-4FD3-9E8E-34528C85C76B}">
      <dgm:prSet/>
      <dgm:spPr/>
      <dgm:t>
        <a:bodyPr/>
        <a:lstStyle/>
        <a:p>
          <a:r>
            <a:rPr lang="en-US"/>
            <a:t>RAG combines information retrieval with language generation.</a:t>
          </a:r>
        </a:p>
      </dgm:t>
    </dgm:pt>
    <dgm:pt modelId="{36AFCCBA-8995-4C9B-907B-FA039C77E5A0}" type="parTrans" cxnId="{B6262FE1-15F4-4954-89B3-75F83C731B55}">
      <dgm:prSet/>
      <dgm:spPr/>
      <dgm:t>
        <a:bodyPr/>
        <a:lstStyle/>
        <a:p>
          <a:endParaRPr lang="en-US"/>
        </a:p>
      </dgm:t>
    </dgm:pt>
    <dgm:pt modelId="{6C8CF6AC-1094-4F61-B9C9-0676FA1B614C}" type="sibTrans" cxnId="{B6262FE1-15F4-4954-89B3-75F83C731B55}">
      <dgm:prSet/>
      <dgm:spPr/>
      <dgm:t>
        <a:bodyPr/>
        <a:lstStyle/>
        <a:p>
          <a:endParaRPr lang="en-US"/>
        </a:p>
      </dgm:t>
    </dgm:pt>
    <dgm:pt modelId="{49214299-B4A9-4458-8ACA-11752A6879DC}">
      <dgm:prSet/>
      <dgm:spPr/>
      <dgm:t>
        <a:bodyPr/>
        <a:lstStyle/>
        <a:p>
          <a:r>
            <a:rPr lang="en-US"/>
            <a:t>It improves LLM accuracy by incorporating external knowledge.</a:t>
          </a:r>
        </a:p>
      </dgm:t>
    </dgm:pt>
    <dgm:pt modelId="{527F6F0D-6310-466D-A08E-59FE6F030216}" type="parTrans" cxnId="{6B0011A6-AF93-4C48-AF0F-5A30E33E5A2D}">
      <dgm:prSet/>
      <dgm:spPr/>
      <dgm:t>
        <a:bodyPr/>
        <a:lstStyle/>
        <a:p>
          <a:endParaRPr lang="en-US"/>
        </a:p>
      </dgm:t>
    </dgm:pt>
    <dgm:pt modelId="{63676BBB-C650-4797-A6FB-4C02BC495B11}" type="sibTrans" cxnId="{6B0011A6-AF93-4C48-AF0F-5A30E33E5A2D}">
      <dgm:prSet/>
      <dgm:spPr/>
      <dgm:t>
        <a:bodyPr/>
        <a:lstStyle/>
        <a:p>
          <a:endParaRPr lang="en-US"/>
        </a:p>
      </dgm:t>
    </dgm:pt>
    <dgm:pt modelId="{6008B155-987C-4EC0-9544-6708AB47E703}">
      <dgm:prSet/>
      <dgm:spPr/>
      <dgm:t>
        <a:bodyPr/>
        <a:lstStyle/>
        <a:p>
          <a:r>
            <a:rPr lang="en-US"/>
            <a:t>The process involves:</a:t>
          </a:r>
        </a:p>
      </dgm:t>
    </dgm:pt>
    <dgm:pt modelId="{22D2E9BF-AC4C-4DFB-A341-FAAC598A85F8}" type="parTrans" cxnId="{3DB0897B-4510-4346-873E-DC7331F53ACB}">
      <dgm:prSet/>
      <dgm:spPr/>
      <dgm:t>
        <a:bodyPr/>
        <a:lstStyle/>
        <a:p>
          <a:endParaRPr lang="en-US"/>
        </a:p>
      </dgm:t>
    </dgm:pt>
    <dgm:pt modelId="{3D4363FA-ED77-497D-AF1D-B5B20001142D}" type="sibTrans" cxnId="{3DB0897B-4510-4346-873E-DC7331F53ACB}">
      <dgm:prSet/>
      <dgm:spPr/>
      <dgm:t>
        <a:bodyPr/>
        <a:lstStyle/>
        <a:p>
          <a:endParaRPr lang="en-US"/>
        </a:p>
      </dgm:t>
    </dgm:pt>
    <dgm:pt modelId="{4265951B-01C3-4F7B-BBA9-5805845560B3}">
      <dgm:prSet/>
      <dgm:spPr/>
      <dgm:t>
        <a:bodyPr/>
        <a:lstStyle/>
        <a:p>
          <a:r>
            <a:rPr lang="en-US"/>
            <a:t>Embedding queries and documents</a:t>
          </a:r>
        </a:p>
      </dgm:t>
    </dgm:pt>
    <dgm:pt modelId="{2394CA30-5A59-44C6-B25A-E4CF3B205A1D}" type="parTrans" cxnId="{74A3DC9D-DF64-4A8A-A648-21A0EC672AA2}">
      <dgm:prSet/>
      <dgm:spPr/>
      <dgm:t>
        <a:bodyPr/>
        <a:lstStyle/>
        <a:p>
          <a:endParaRPr lang="en-US"/>
        </a:p>
      </dgm:t>
    </dgm:pt>
    <dgm:pt modelId="{CC545193-91EE-448A-98EE-C886D79BBC8C}" type="sibTrans" cxnId="{74A3DC9D-DF64-4A8A-A648-21A0EC672AA2}">
      <dgm:prSet/>
      <dgm:spPr/>
      <dgm:t>
        <a:bodyPr/>
        <a:lstStyle/>
        <a:p>
          <a:endParaRPr lang="en-US"/>
        </a:p>
      </dgm:t>
    </dgm:pt>
    <dgm:pt modelId="{52BB609D-12E4-4E2A-9E25-99CDF394DB42}">
      <dgm:prSet/>
      <dgm:spPr/>
      <dgm:t>
        <a:bodyPr/>
        <a:lstStyle/>
        <a:p>
          <a:r>
            <a:rPr lang="en-US"/>
            <a:t>Retrieving relevant context</a:t>
          </a:r>
        </a:p>
      </dgm:t>
    </dgm:pt>
    <dgm:pt modelId="{B123E21B-EABF-4B79-A519-082FBB040DBE}" type="parTrans" cxnId="{9B0DCE43-FA3C-4261-811A-DFAADA16C431}">
      <dgm:prSet/>
      <dgm:spPr/>
      <dgm:t>
        <a:bodyPr/>
        <a:lstStyle/>
        <a:p>
          <a:endParaRPr lang="en-US"/>
        </a:p>
      </dgm:t>
    </dgm:pt>
    <dgm:pt modelId="{D6307D8E-78F4-4593-ABED-BE2850A9370B}" type="sibTrans" cxnId="{9B0DCE43-FA3C-4261-811A-DFAADA16C431}">
      <dgm:prSet/>
      <dgm:spPr/>
      <dgm:t>
        <a:bodyPr/>
        <a:lstStyle/>
        <a:p>
          <a:endParaRPr lang="en-US"/>
        </a:p>
      </dgm:t>
    </dgm:pt>
    <dgm:pt modelId="{C238644F-3909-4982-BEE1-3D7763A48375}">
      <dgm:prSet/>
      <dgm:spPr/>
      <dgm:t>
        <a:bodyPr/>
        <a:lstStyle/>
        <a:p>
          <a:r>
            <a:rPr lang="en-US"/>
            <a:t>Generating responses using augmented input</a:t>
          </a:r>
        </a:p>
      </dgm:t>
    </dgm:pt>
    <dgm:pt modelId="{BB4C6827-52DC-4E2F-8DCD-F55248466648}" type="parTrans" cxnId="{F007C7C1-7036-4C95-9FFE-8C0047CB5FE4}">
      <dgm:prSet/>
      <dgm:spPr/>
      <dgm:t>
        <a:bodyPr/>
        <a:lstStyle/>
        <a:p>
          <a:endParaRPr lang="en-US"/>
        </a:p>
      </dgm:t>
    </dgm:pt>
    <dgm:pt modelId="{A076C559-C113-4C9D-96B6-E3024A7C11D4}" type="sibTrans" cxnId="{F007C7C1-7036-4C95-9FFE-8C0047CB5FE4}">
      <dgm:prSet/>
      <dgm:spPr/>
      <dgm:t>
        <a:bodyPr/>
        <a:lstStyle/>
        <a:p>
          <a:endParaRPr lang="en-US"/>
        </a:p>
      </dgm:t>
    </dgm:pt>
    <dgm:pt modelId="{5E42457A-0BEA-4712-AE3F-0213EF55C956}">
      <dgm:prSet custT="1"/>
      <dgm:spPr/>
      <dgm:t>
        <a:bodyPr/>
        <a:lstStyle/>
        <a:p>
          <a:r>
            <a:rPr lang="en-US" sz="1050" dirty="0"/>
            <a:t>This approach is especially useful for enterprise knowledge bases and specialized domains.</a:t>
          </a:r>
        </a:p>
      </dgm:t>
    </dgm:pt>
    <dgm:pt modelId="{90254ABE-AB7E-45D3-9387-1BDFC0EEDE10}" type="parTrans" cxnId="{63EDDC0D-4B46-4941-A9EA-0F2EC5CE416A}">
      <dgm:prSet/>
      <dgm:spPr/>
      <dgm:t>
        <a:bodyPr/>
        <a:lstStyle/>
        <a:p>
          <a:endParaRPr lang="en-US"/>
        </a:p>
      </dgm:t>
    </dgm:pt>
    <dgm:pt modelId="{A0BD851F-5B12-4510-8567-59AAF22DB28C}" type="sibTrans" cxnId="{63EDDC0D-4B46-4941-A9EA-0F2EC5CE416A}">
      <dgm:prSet/>
      <dgm:spPr/>
      <dgm:t>
        <a:bodyPr/>
        <a:lstStyle/>
        <a:p>
          <a:endParaRPr lang="en-US"/>
        </a:p>
      </dgm:t>
    </dgm:pt>
    <dgm:pt modelId="{ADA6D115-9182-4A9E-9DCC-F71C33361FF5}" type="pres">
      <dgm:prSet presAssocID="{74D4BF11-1422-4BBC-81AF-FCE1BB9F7CC1}" presName="Name0" presStyleCnt="0">
        <dgm:presLayoutVars>
          <dgm:dir/>
          <dgm:resizeHandles val="exact"/>
        </dgm:presLayoutVars>
      </dgm:prSet>
      <dgm:spPr/>
    </dgm:pt>
    <dgm:pt modelId="{B8B48285-EB35-4952-84D6-54784D9A930F}" type="pres">
      <dgm:prSet presAssocID="{C715A0D3-BEE3-46A0-A471-9FFD764152C6}" presName="node" presStyleLbl="node1" presStyleIdx="0" presStyleCnt="21">
        <dgm:presLayoutVars>
          <dgm:bulletEnabled val="1"/>
        </dgm:presLayoutVars>
      </dgm:prSet>
      <dgm:spPr/>
    </dgm:pt>
    <dgm:pt modelId="{06EC9C21-2352-4696-8C82-19E42875CF61}" type="pres">
      <dgm:prSet presAssocID="{AA8D326C-5831-4B4B-B063-3AF5558778D5}" presName="sibTrans" presStyleLbl="sibTrans1D1" presStyleIdx="0" presStyleCnt="20"/>
      <dgm:spPr/>
    </dgm:pt>
    <dgm:pt modelId="{7282C8B4-1B29-4A79-B59D-0F33E3FDABE5}" type="pres">
      <dgm:prSet presAssocID="{AA8D326C-5831-4B4B-B063-3AF5558778D5}" presName="connectorText" presStyleLbl="sibTrans1D1" presStyleIdx="0" presStyleCnt="20"/>
      <dgm:spPr/>
    </dgm:pt>
    <dgm:pt modelId="{4AC9FABC-8BD5-433D-BE3D-EC3101D2024E}" type="pres">
      <dgm:prSet presAssocID="{B181DA5A-B88C-4308-BC5E-86A0E91FFCC2}" presName="node" presStyleLbl="node1" presStyleIdx="1" presStyleCnt="21">
        <dgm:presLayoutVars>
          <dgm:bulletEnabled val="1"/>
        </dgm:presLayoutVars>
      </dgm:prSet>
      <dgm:spPr/>
    </dgm:pt>
    <dgm:pt modelId="{4A501840-E726-4375-9A87-0B3DC95FE830}" type="pres">
      <dgm:prSet presAssocID="{BB2E32EA-E6EF-4485-AF15-D773FCDF8E0C}" presName="sibTrans" presStyleLbl="sibTrans1D1" presStyleIdx="1" presStyleCnt="20"/>
      <dgm:spPr/>
    </dgm:pt>
    <dgm:pt modelId="{152270F0-D7D1-426F-90E6-3C28C40CEDA8}" type="pres">
      <dgm:prSet presAssocID="{BB2E32EA-E6EF-4485-AF15-D773FCDF8E0C}" presName="connectorText" presStyleLbl="sibTrans1D1" presStyleIdx="1" presStyleCnt="20"/>
      <dgm:spPr/>
    </dgm:pt>
    <dgm:pt modelId="{BA18F287-F750-4676-BE3E-7E73A7F69375}" type="pres">
      <dgm:prSet presAssocID="{566C6FD7-A847-45F4-B311-DB709EF471B3}" presName="node" presStyleLbl="node1" presStyleIdx="2" presStyleCnt="21">
        <dgm:presLayoutVars>
          <dgm:bulletEnabled val="1"/>
        </dgm:presLayoutVars>
      </dgm:prSet>
      <dgm:spPr/>
    </dgm:pt>
    <dgm:pt modelId="{A39869A7-BEAC-4E10-B399-CAA72F96D102}" type="pres">
      <dgm:prSet presAssocID="{B66C179D-9797-4D62-9739-5990EA1324CB}" presName="sibTrans" presStyleLbl="sibTrans1D1" presStyleIdx="2" presStyleCnt="20"/>
      <dgm:spPr/>
    </dgm:pt>
    <dgm:pt modelId="{1940956B-99A9-4620-AF8B-4430546471D3}" type="pres">
      <dgm:prSet presAssocID="{B66C179D-9797-4D62-9739-5990EA1324CB}" presName="connectorText" presStyleLbl="sibTrans1D1" presStyleIdx="2" presStyleCnt="20"/>
      <dgm:spPr/>
    </dgm:pt>
    <dgm:pt modelId="{8D4658A3-E85A-4347-B399-D9F2C57CC23B}" type="pres">
      <dgm:prSet presAssocID="{06AF72C8-2BE1-4A26-9E59-354E2C0772B9}" presName="node" presStyleLbl="node1" presStyleIdx="3" presStyleCnt="21">
        <dgm:presLayoutVars>
          <dgm:bulletEnabled val="1"/>
        </dgm:presLayoutVars>
      </dgm:prSet>
      <dgm:spPr/>
    </dgm:pt>
    <dgm:pt modelId="{2F85F4D5-2B19-48BC-8865-636DB9C9E080}" type="pres">
      <dgm:prSet presAssocID="{7E769EF8-7B8B-42FE-B921-F97999AF61E4}" presName="sibTrans" presStyleLbl="sibTrans1D1" presStyleIdx="3" presStyleCnt="20"/>
      <dgm:spPr/>
    </dgm:pt>
    <dgm:pt modelId="{2A3CDA9A-558E-466C-8D36-39895C29E59D}" type="pres">
      <dgm:prSet presAssocID="{7E769EF8-7B8B-42FE-B921-F97999AF61E4}" presName="connectorText" presStyleLbl="sibTrans1D1" presStyleIdx="3" presStyleCnt="20"/>
      <dgm:spPr/>
    </dgm:pt>
    <dgm:pt modelId="{513F4031-2E16-4F34-BE50-6A5B4AD13EE4}" type="pres">
      <dgm:prSet presAssocID="{963CE79E-4143-4421-8ACD-1ED2433510A2}" presName="node" presStyleLbl="node1" presStyleIdx="4" presStyleCnt="21">
        <dgm:presLayoutVars>
          <dgm:bulletEnabled val="1"/>
        </dgm:presLayoutVars>
      </dgm:prSet>
      <dgm:spPr/>
    </dgm:pt>
    <dgm:pt modelId="{83C5C4CA-C6E3-450A-905A-DE9EC4237DBC}" type="pres">
      <dgm:prSet presAssocID="{0FBF44C4-4EC7-4BAB-B293-64C9D98D7568}" presName="sibTrans" presStyleLbl="sibTrans1D1" presStyleIdx="4" presStyleCnt="20"/>
      <dgm:spPr/>
    </dgm:pt>
    <dgm:pt modelId="{33E57885-165C-4819-B850-C925C7FCBD88}" type="pres">
      <dgm:prSet presAssocID="{0FBF44C4-4EC7-4BAB-B293-64C9D98D7568}" presName="connectorText" presStyleLbl="sibTrans1D1" presStyleIdx="4" presStyleCnt="20"/>
      <dgm:spPr/>
    </dgm:pt>
    <dgm:pt modelId="{DC824CBC-F4E8-43B7-A060-32D2A07510A8}" type="pres">
      <dgm:prSet presAssocID="{2254A059-1D3B-4F5E-99AA-06BA3B66C6E6}" presName="node" presStyleLbl="node1" presStyleIdx="5" presStyleCnt="21">
        <dgm:presLayoutVars>
          <dgm:bulletEnabled val="1"/>
        </dgm:presLayoutVars>
      </dgm:prSet>
      <dgm:spPr/>
    </dgm:pt>
    <dgm:pt modelId="{A4A9C3AE-1B1E-4DF9-88E8-69FC469850B6}" type="pres">
      <dgm:prSet presAssocID="{8820765A-0E4C-4A73-9FF5-AF07A7A991CD}" presName="sibTrans" presStyleLbl="sibTrans1D1" presStyleIdx="5" presStyleCnt="20"/>
      <dgm:spPr/>
    </dgm:pt>
    <dgm:pt modelId="{2FF7CB9C-0A3F-4D82-8D14-19A4982FD866}" type="pres">
      <dgm:prSet presAssocID="{8820765A-0E4C-4A73-9FF5-AF07A7A991CD}" presName="connectorText" presStyleLbl="sibTrans1D1" presStyleIdx="5" presStyleCnt="20"/>
      <dgm:spPr/>
    </dgm:pt>
    <dgm:pt modelId="{E442BE38-C20F-4A64-A58F-FA0832045672}" type="pres">
      <dgm:prSet presAssocID="{B489A0CF-7487-4CDA-99E7-B538A4977E7C}" presName="node" presStyleLbl="node1" presStyleIdx="6" presStyleCnt="21">
        <dgm:presLayoutVars>
          <dgm:bulletEnabled val="1"/>
        </dgm:presLayoutVars>
      </dgm:prSet>
      <dgm:spPr/>
    </dgm:pt>
    <dgm:pt modelId="{C059EFC3-AA00-4665-BE57-9248E0777E0D}" type="pres">
      <dgm:prSet presAssocID="{4C2F5729-67D5-46D1-B2C8-EB20E0E12A7B}" presName="sibTrans" presStyleLbl="sibTrans1D1" presStyleIdx="6" presStyleCnt="20"/>
      <dgm:spPr/>
    </dgm:pt>
    <dgm:pt modelId="{57A9F42A-4E68-4D3E-A81C-D9EF3A4ACC35}" type="pres">
      <dgm:prSet presAssocID="{4C2F5729-67D5-46D1-B2C8-EB20E0E12A7B}" presName="connectorText" presStyleLbl="sibTrans1D1" presStyleIdx="6" presStyleCnt="20"/>
      <dgm:spPr/>
    </dgm:pt>
    <dgm:pt modelId="{BCAF6EE9-F9D7-4652-95EE-0F38FE890BCC}" type="pres">
      <dgm:prSet presAssocID="{05C26801-5F39-4B09-B093-0268110698A0}" presName="node" presStyleLbl="node1" presStyleIdx="7" presStyleCnt="21">
        <dgm:presLayoutVars>
          <dgm:bulletEnabled val="1"/>
        </dgm:presLayoutVars>
      </dgm:prSet>
      <dgm:spPr/>
    </dgm:pt>
    <dgm:pt modelId="{9B8279DC-2859-480E-9A48-2D1A47B69F04}" type="pres">
      <dgm:prSet presAssocID="{387149AB-EF31-4C36-AE55-C972EACB2CA8}" presName="sibTrans" presStyleLbl="sibTrans1D1" presStyleIdx="7" presStyleCnt="20"/>
      <dgm:spPr/>
    </dgm:pt>
    <dgm:pt modelId="{FAA8B5E5-5BAF-4F69-8769-7F5011966537}" type="pres">
      <dgm:prSet presAssocID="{387149AB-EF31-4C36-AE55-C972EACB2CA8}" presName="connectorText" presStyleLbl="sibTrans1D1" presStyleIdx="7" presStyleCnt="20"/>
      <dgm:spPr/>
    </dgm:pt>
    <dgm:pt modelId="{47B8FBC1-8BDC-4027-86B7-C69AEBA8B3E8}" type="pres">
      <dgm:prSet presAssocID="{9CE00D7B-8A52-42AF-A500-5ED955D271E7}" presName="node" presStyleLbl="node1" presStyleIdx="8" presStyleCnt="21">
        <dgm:presLayoutVars>
          <dgm:bulletEnabled val="1"/>
        </dgm:presLayoutVars>
      </dgm:prSet>
      <dgm:spPr/>
    </dgm:pt>
    <dgm:pt modelId="{BFAB7A02-D510-4544-BE81-C3CFD33CDD5B}" type="pres">
      <dgm:prSet presAssocID="{C17BF28B-E97E-4D76-A070-D4DE4110AFB1}" presName="sibTrans" presStyleLbl="sibTrans1D1" presStyleIdx="8" presStyleCnt="20"/>
      <dgm:spPr/>
    </dgm:pt>
    <dgm:pt modelId="{B693282B-1024-4A03-8F66-AA5B8794E1CE}" type="pres">
      <dgm:prSet presAssocID="{C17BF28B-E97E-4D76-A070-D4DE4110AFB1}" presName="connectorText" presStyleLbl="sibTrans1D1" presStyleIdx="8" presStyleCnt="20"/>
      <dgm:spPr/>
    </dgm:pt>
    <dgm:pt modelId="{CA91EB85-99D3-4608-8157-8AEC6A3E4BFD}" type="pres">
      <dgm:prSet presAssocID="{6F9ADC94-413C-4724-8E0E-C30C0B2D1AAC}" presName="node" presStyleLbl="node1" presStyleIdx="9" presStyleCnt="21">
        <dgm:presLayoutVars>
          <dgm:bulletEnabled val="1"/>
        </dgm:presLayoutVars>
      </dgm:prSet>
      <dgm:spPr/>
    </dgm:pt>
    <dgm:pt modelId="{86DE6094-E6DA-49A7-BBBE-819EA2D9EB12}" type="pres">
      <dgm:prSet presAssocID="{651DD42A-7858-4113-A60C-25F70EEB7412}" presName="sibTrans" presStyleLbl="sibTrans1D1" presStyleIdx="9" presStyleCnt="20"/>
      <dgm:spPr/>
    </dgm:pt>
    <dgm:pt modelId="{9C2E0B8B-5250-43F8-A684-8F9A0FC7343E}" type="pres">
      <dgm:prSet presAssocID="{651DD42A-7858-4113-A60C-25F70EEB7412}" presName="connectorText" presStyleLbl="sibTrans1D1" presStyleIdx="9" presStyleCnt="20"/>
      <dgm:spPr/>
    </dgm:pt>
    <dgm:pt modelId="{BFCE4C50-AAC1-44BE-A632-A2A9F2B5748A}" type="pres">
      <dgm:prSet presAssocID="{DCEE2139-F317-4EEA-B982-C50BA283A4D0}" presName="node" presStyleLbl="node1" presStyleIdx="10" presStyleCnt="21">
        <dgm:presLayoutVars>
          <dgm:bulletEnabled val="1"/>
        </dgm:presLayoutVars>
      </dgm:prSet>
      <dgm:spPr/>
    </dgm:pt>
    <dgm:pt modelId="{58B7967D-152F-4D00-BDDA-B0C984783824}" type="pres">
      <dgm:prSet presAssocID="{EC7BCCA3-BCE1-4A95-9E2B-16B6C6EE9903}" presName="sibTrans" presStyleLbl="sibTrans1D1" presStyleIdx="10" presStyleCnt="20"/>
      <dgm:spPr/>
    </dgm:pt>
    <dgm:pt modelId="{D231D887-8E2E-4E96-944D-0A42DBFA58B1}" type="pres">
      <dgm:prSet presAssocID="{EC7BCCA3-BCE1-4A95-9E2B-16B6C6EE9903}" presName="connectorText" presStyleLbl="sibTrans1D1" presStyleIdx="10" presStyleCnt="20"/>
      <dgm:spPr/>
    </dgm:pt>
    <dgm:pt modelId="{F407FE6D-9825-436B-A3F3-FAEB2A4DA514}" type="pres">
      <dgm:prSet presAssocID="{3381E286-0812-4DA3-B8AA-C76691399643}" presName="node" presStyleLbl="node1" presStyleIdx="11" presStyleCnt="21">
        <dgm:presLayoutVars>
          <dgm:bulletEnabled val="1"/>
        </dgm:presLayoutVars>
      </dgm:prSet>
      <dgm:spPr/>
    </dgm:pt>
    <dgm:pt modelId="{FF337E30-2181-42CF-8560-ABBA1928E8ED}" type="pres">
      <dgm:prSet presAssocID="{0004108A-7C4A-4032-A2A8-175619B36F0A}" presName="sibTrans" presStyleLbl="sibTrans1D1" presStyleIdx="11" presStyleCnt="20"/>
      <dgm:spPr/>
    </dgm:pt>
    <dgm:pt modelId="{990BE538-6DC7-4BA4-8307-684D20AC224A}" type="pres">
      <dgm:prSet presAssocID="{0004108A-7C4A-4032-A2A8-175619B36F0A}" presName="connectorText" presStyleLbl="sibTrans1D1" presStyleIdx="11" presStyleCnt="20"/>
      <dgm:spPr/>
    </dgm:pt>
    <dgm:pt modelId="{8FF42DED-970E-438B-8492-C04BD55B200F}" type="pres">
      <dgm:prSet presAssocID="{E96AABDE-910B-48F1-BF64-D6B1C04C4101}" presName="node" presStyleLbl="node1" presStyleIdx="12" presStyleCnt="21">
        <dgm:presLayoutVars>
          <dgm:bulletEnabled val="1"/>
        </dgm:presLayoutVars>
      </dgm:prSet>
      <dgm:spPr/>
    </dgm:pt>
    <dgm:pt modelId="{E4036502-C271-4A60-A56C-203232081DF2}" type="pres">
      <dgm:prSet presAssocID="{0741F435-B3C1-42EA-96EA-EC9908DA5B96}" presName="sibTrans" presStyleLbl="sibTrans1D1" presStyleIdx="12" presStyleCnt="20"/>
      <dgm:spPr/>
    </dgm:pt>
    <dgm:pt modelId="{4C33E7DE-DD8A-40D0-AD37-234A6F3F136C}" type="pres">
      <dgm:prSet presAssocID="{0741F435-B3C1-42EA-96EA-EC9908DA5B96}" presName="connectorText" presStyleLbl="sibTrans1D1" presStyleIdx="12" presStyleCnt="20"/>
      <dgm:spPr/>
    </dgm:pt>
    <dgm:pt modelId="{83040AA7-20BF-442B-BC40-E98A127666BB}" type="pres">
      <dgm:prSet presAssocID="{02CDC555-5CC5-44BE-8095-DE85D328319A}" presName="node" presStyleLbl="node1" presStyleIdx="13" presStyleCnt="21">
        <dgm:presLayoutVars>
          <dgm:bulletEnabled val="1"/>
        </dgm:presLayoutVars>
      </dgm:prSet>
      <dgm:spPr/>
    </dgm:pt>
    <dgm:pt modelId="{3A641587-605E-405D-B067-8FAB3934F92C}" type="pres">
      <dgm:prSet presAssocID="{515FABCD-E877-43B0-AB13-EC2DCA4F41CE}" presName="sibTrans" presStyleLbl="sibTrans1D1" presStyleIdx="13" presStyleCnt="20"/>
      <dgm:spPr/>
    </dgm:pt>
    <dgm:pt modelId="{A169CF92-357C-4FE6-97BE-DA62B1916FDD}" type="pres">
      <dgm:prSet presAssocID="{515FABCD-E877-43B0-AB13-EC2DCA4F41CE}" presName="connectorText" presStyleLbl="sibTrans1D1" presStyleIdx="13" presStyleCnt="20"/>
      <dgm:spPr/>
    </dgm:pt>
    <dgm:pt modelId="{894701E2-F8DB-4822-A14E-303829EE9982}" type="pres">
      <dgm:prSet presAssocID="{F5B13F9E-EE50-4FD3-9E8E-34528C85C76B}" presName="node" presStyleLbl="node1" presStyleIdx="14" presStyleCnt="21">
        <dgm:presLayoutVars>
          <dgm:bulletEnabled val="1"/>
        </dgm:presLayoutVars>
      </dgm:prSet>
      <dgm:spPr/>
    </dgm:pt>
    <dgm:pt modelId="{A7E4EC87-FB26-43E6-9E44-F2FBA5D73B0E}" type="pres">
      <dgm:prSet presAssocID="{6C8CF6AC-1094-4F61-B9C9-0676FA1B614C}" presName="sibTrans" presStyleLbl="sibTrans1D1" presStyleIdx="14" presStyleCnt="20"/>
      <dgm:spPr/>
    </dgm:pt>
    <dgm:pt modelId="{6582E465-7CA4-4994-B559-11CBA9A3D68D}" type="pres">
      <dgm:prSet presAssocID="{6C8CF6AC-1094-4F61-B9C9-0676FA1B614C}" presName="connectorText" presStyleLbl="sibTrans1D1" presStyleIdx="14" presStyleCnt="20"/>
      <dgm:spPr/>
    </dgm:pt>
    <dgm:pt modelId="{CACC3FF9-FD3A-4462-93BC-088C150C5BEB}" type="pres">
      <dgm:prSet presAssocID="{49214299-B4A9-4458-8ACA-11752A6879DC}" presName="node" presStyleLbl="node1" presStyleIdx="15" presStyleCnt="21">
        <dgm:presLayoutVars>
          <dgm:bulletEnabled val="1"/>
        </dgm:presLayoutVars>
      </dgm:prSet>
      <dgm:spPr/>
    </dgm:pt>
    <dgm:pt modelId="{BC031C52-2F5A-4792-91B3-727AAA233F4F}" type="pres">
      <dgm:prSet presAssocID="{63676BBB-C650-4797-A6FB-4C02BC495B11}" presName="sibTrans" presStyleLbl="sibTrans1D1" presStyleIdx="15" presStyleCnt="20"/>
      <dgm:spPr/>
    </dgm:pt>
    <dgm:pt modelId="{3B188A47-5965-4EFD-8D93-A12B9AAF1D8D}" type="pres">
      <dgm:prSet presAssocID="{63676BBB-C650-4797-A6FB-4C02BC495B11}" presName="connectorText" presStyleLbl="sibTrans1D1" presStyleIdx="15" presStyleCnt="20"/>
      <dgm:spPr/>
    </dgm:pt>
    <dgm:pt modelId="{AA6C1B6D-15EF-4A8F-B803-34D1D8EAA7AE}" type="pres">
      <dgm:prSet presAssocID="{6008B155-987C-4EC0-9544-6708AB47E703}" presName="node" presStyleLbl="node1" presStyleIdx="16" presStyleCnt="21">
        <dgm:presLayoutVars>
          <dgm:bulletEnabled val="1"/>
        </dgm:presLayoutVars>
      </dgm:prSet>
      <dgm:spPr/>
    </dgm:pt>
    <dgm:pt modelId="{133461E1-BC5E-4E70-9626-EFA52C8C40FB}" type="pres">
      <dgm:prSet presAssocID="{3D4363FA-ED77-497D-AF1D-B5B20001142D}" presName="sibTrans" presStyleLbl="sibTrans1D1" presStyleIdx="16" presStyleCnt="20"/>
      <dgm:spPr/>
    </dgm:pt>
    <dgm:pt modelId="{D9458F84-5418-4050-8588-7C40A245C1C7}" type="pres">
      <dgm:prSet presAssocID="{3D4363FA-ED77-497D-AF1D-B5B20001142D}" presName="connectorText" presStyleLbl="sibTrans1D1" presStyleIdx="16" presStyleCnt="20"/>
      <dgm:spPr/>
    </dgm:pt>
    <dgm:pt modelId="{E00164A9-6C7C-4F51-8BEB-32A970689B8B}" type="pres">
      <dgm:prSet presAssocID="{4265951B-01C3-4F7B-BBA9-5805845560B3}" presName="node" presStyleLbl="node1" presStyleIdx="17" presStyleCnt="21">
        <dgm:presLayoutVars>
          <dgm:bulletEnabled val="1"/>
        </dgm:presLayoutVars>
      </dgm:prSet>
      <dgm:spPr/>
    </dgm:pt>
    <dgm:pt modelId="{2AC8F9A1-9AB9-4537-88F0-1E1B78E04E32}" type="pres">
      <dgm:prSet presAssocID="{CC545193-91EE-448A-98EE-C886D79BBC8C}" presName="sibTrans" presStyleLbl="sibTrans1D1" presStyleIdx="17" presStyleCnt="20"/>
      <dgm:spPr/>
    </dgm:pt>
    <dgm:pt modelId="{BEF535E8-0887-4E14-9694-4A0E010ED500}" type="pres">
      <dgm:prSet presAssocID="{CC545193-91EE-448A-98EE-C886D79BBC8C}" presName="connectorText" presStyleLbl="sibTrans1D1" presStyleIdx="17" presStyleCnt="20"/>
      <dgm:spPr/>
    </dgm:pt>
    <dgm:pt modelId="{FAF366FA-BD95-4C63-A1AC-C991C672DF71}" type="pres">
      <dgm:prSet presAssocID="{52BB609D-12E4-4E2A-9E25-99CDF394DB42}" presName="node" presStyleLbl="node1" presStyleIdx="18" presStyleCnt="21">
        <dgm:presLayoutVars>
          <dgm:bulletEnabled val="1"/>
        </dgm:presLayoutVars>
      </dgm:prSet>
      <dgm:spPr/>
    </dgm:pt>
    <dgm:pt modelId="{32A56283-2049-44DE-97B8-BE981B9AF486}" type="pres">
      <dgm:prSet presAssocID="{D6307D8E-78F4-4593-ABED-BE2850A9370B}" presName="sibTrans" presStyleLbl="sibTrans1D1" presStyleIdx="18" presStyleCnt="20"/>
      <dgm:spPr/>
    </dgm:pt>
    <dgm:pt modelId="{826DFCAF-E4A9-4F04-A5EF-B23FB89E47EA}" type="pres">
      <dgm:prSet presAssocID="{D6307D8E-78F4-4593-ABED-BE2850A9370B}" presName="connectorText" presStyleLbl="sibTrans1D1" presStyleIdx="18" presStyleCnt="20"/>
      <dgm:spPr/>
    </dgm:pt>
    <dgm:pt modelId="{AEBB981F-A2F5-4111-B231-9AD74B5B5D94}" type="pres">
      <dgm:prSet presAssocID="{C238644F-3909-4982-BEE1-3D7763A48375}" presName="node" presStyleLbl="node1" presStyleIdx="19" presStyleCnt="21">
        <dgm:presLayoutVars>
          <dgm:bulletEnabled val="1"/>
        </dgm:presLayoutVars>
      </dgm:prSet>
      <dgm:spPr/>
    </dgm:pt>
    <dgm:pt modelId="{922D3DC4-D47B-4173-A415-96EC0C0555F9}" type="pres">
      <dgm:prSet presAssocID="{A076C559-C113-4C9D-96B6-E3024A7C11D4}" presName="sibTrans" presStyleLbl="sibTrans1D1" presStyleIdx="19" presStyleCnt="20"/>
      <dgm:spPr/>
    </dgm:pt>
    <dgm:pt modelId="{A8F1A330-1879-4C89-AFB0-2DFAC0A0065A}" type="pres">
      <dgm:prSet presAssocID="{A076C559-C113-4C9D-96B6-E3024A7C11D4}" presName="connectorText" presStyleLbl="sibTrans1D1" presStyleIdx="19" presStyleCnt="20"/>
      <dgm:spPr/>
    </dgm:pt>
    <dgm:pt modelId="{8D4F4FAE-59D0-43F8-9F38-0DB2A4FE2F82}" type="pres">
      <dgm:prSet presAssocID="{5E42457A-0BEA-4712-AE3F-0213EF55C956}" presName="node" presStyleLbl="node1" presStyleIdx="20" presStyleCnt="21">
        <dgm:presLayoutVars>
          <dgm:bulletEnabled val="1"/>
        </dgm:presLayoutVars>
      </dgm:prSet>
      <dgm:spPr/>
    </dgm:pt>
  </dgm:ptLst>
  <dgm:cxnLst>
    <dgm:cxn modelId="{F2DDD300-4F8F-4690-A6B4-E79529703E40}" type="presOf" srcId="{8820765A-0E4C-4A73-9FF5-AF07A7A991CD}" destId="{2FF7CB9C-0A3F-4D82-8D14-19A4982FD866}" srcOrd="1" destOrd="0" presId="urn:microsoft.com/office/officeart/2016/7/layout/RepeatingBendingProcessNew"/>
    <dgm:cxn modelId="{34ECC603-C1F1-4C4D-AABA-313E02AD9FF6}" type="presOf" srcId="{515FABCD-E877-43B0-AB13-EC2DCA4F41CE}" destId="{A169CF92-357C-4FE6-97BE-DA62B1916FDD}" srcOrd="1" destOrd="0" presId="urn:microsoft.com/office/officeart/2016/7/layout/RepeatingBendingProcessNew"/>
    <dgm:cxn modelId="{5E933D05-B270-4CEA-BCFB-A41388AF35AF}" srcId="{74D4BF11-1422-4BBC-81AF-FCE1BB9F7CC1}" destId="{B489A0CF-7487-4CDA-99E7-B538A4977E7C}" srcOrd="6" destOrd="0" parTransId="{50D7EF95-874B-45C5-90E7-21B360D10B29}" sibTransId="{4C2F5729-67D5-46D1-B2C8-EB20E0E12A7B}"/>
    <dgm:cxn modelId="{63EDDC0D-4B46-4941-A9EA-0F2EC5CE416A}" srcId="{74D4BF11-1422-4BBC-81AF-FCE1BB9F7CC1}" destId="{5E42457A-0BEA-4712-AE3F-0213EF55C956}" srcOrd="20" destOrd="0" parTransId="{90254ABE-AB7E-45D3-9387-1BDFC0EEDE10}" sibTransId="{A0BD851F-5B12-4510-8567-59AAF22DB28C}"/>
    <dgm:cxn modelId="{C7CA760E-B929-4A98-B261-9D3A4CD75F3A}" srcId="{74D4BF11-1422-4BBC-81AF-FCE1BB9F7CC1}" destId="{B181DA5A-B88C-4308-BC5E-86A0E91FFCC2}" srcOrd="1" destOrd="0" parTransId="{1262BD16-AD2E-416D-BB54-49E4056CD3C0}" sibTransId="{BB2E32EA-E6EF-4485-AF15-D773FCDF8E0C}"/>
    <dgm:cxn modelId="{985E3810-B48D-4FC1-B3EC-726953C10740}" srcId="{74D4BF11-1422-4BBC-81AF-FCE1BB9F7CC1}" destId="{2254A059-1D3B-4F5E-99AA-06BA3B66C6E6}" srcOrd="5" destOrd="0" parTransId="{ACFB9444-873E-4751-AA3D-42EC7EEF2E54}" sibTransId="{8820765A-0E4C-4A73-9FF5-AF07A7A991CD}"/>
    <dgm:cxn modelId="{49821C13-534C-4F65-8C05-B1BE9DFD892D}" srcId="{74D4BF11-1422-4BBC-81AF-FCE1BB9F7CC1}" destId="{05C26801-5F39-4B09-B093-0268110698A0}" srcOrd="7" destOrd="0" parTransId="{A6B6FB23-27BB-44BD-AC39-17C8F8487E24}" sibTransId="{387149AB-EF31-4C36-AE55-C972EACB2CA8}"/>
    <dgm:cxn modelId="{20C29614-9C97-498E-AD88-2D5FA177EE52}" type="presOf" srcId="{9CE00D7B-8A52-42AF-A500-5ED955D271E7}" destId="{47B8FBC1-8BDC-4027-86B7-C69AEBA8B3E8}" srcOrd="0" destOrd="0" presId="urn:microsoft.com/office/officeart/2016/7/layout/RepeatingBendingProcessNew"/>
    <dgm:cxn modelId="{EF806215-1CEF-4FA8-8B2F-BEC7A6D1E2C9}" type="presOf" srcId="{4265951B-01C3-4F7B-BBA9-5805845560B3}" destId="{E00164A9-6C7C-4F51-8BEB-32A970689B8B}" srcOrd="0" destOrd="0" presId="urn:microsoft.com/office/officeart/2016/7/layout/RepeatingBendingProcessNew"/>
    <dgm:cxn modelId="{6DD1911F-6471-4034-A655-B3AD519539AC}" type="presOf" srcId="{49214299-B4A9-4458-8ACA-11752A6879DC}" destId="{CACC3FF9-FD3A-4462-93BC-088C150C5BEB}" srcOrd="0" destOrd="0" presId="urn:microsoft.com/office/officeart/2016/7/layout/RepeatingBendingProcessNew"/>
    <dgm:cxn modelId="{8E62A71F-A7D1-434B-8FD8-0F9B5A7A1FE5}" type="presOf" srcId="{DCEE2139-F317-4EEA-B982-C50BA283A4D0}" destId="{BFCE4C50-AAC1-44BE-A632-A2A9F2B5748A}" srcOrd="0" destOrd="0" presId="urn:microsoft.com/office/officeart/2016/7/layout/RepeatingBendingProcessNew"/>
    <dgm:cxn modelId="{92944227-5C7D-422C-A1CD-447DB129A33C}" type="presOf" srcId="{A076C559-C113-4C9D-96B6-E3024A7C11D4}" destId="{A8F1A330-1879-4C89-AFB0-2DFAC0A0065A}" srcOrd="1" destOrd="0" presId="urn:microsoft.com/office/officeart/2016/7/layout/RepeatingBendingProcessNew"/>
    <dgm:cxn modelId="{21769B27-36D8-4481-8E7D-8F8B27652E7B}" srcId="{74D4BF11-1422-4BBC-81AF-FCE1BB9F7CC1}" destId="{566C6FD7-A847-45F4-B311-DB709EF471B3}" srcOrd="2" destOrd="0" parTransId="{C0C03F14-5B37-412C-B873-8C7A7B03A1A6}" sibTransId="{B66C179D-9797-4D62-9739-5990EA1324CB}"/>
    <dgm:cxn modelId="{9935BC2E-9C32-4C1D-86CD-B59C7957AD46}" type="presOf" srcId="{6008B155-987C-4EC0-9544-6708AB47E703}" destId="{AA6C1B6D-15EF-4A8F-B803-34D1D8EAA7AE}" srcOrd="0" destOrd="0" presId="urn:microsoft.com/office/officeart/2016/7/layout/RepeatingBendingProcessNew"/>
    <dgm:cxn modelId="{7E076032-66DB-475A-9C9D-956E72B0AF1F}" type="presOf" srcId="{5E42457A-0BEA-4712-AE3F-0213EF55C956}" destId="{8D4F4FAE-59D0-43F8-9F38-0DB2A4FE2F82}" srcOrd="0" destOrd="0" presId="urn:microsoft.com/office/officeart/2016/7/layout/RepeatingBendingProcessNew"/>
    <dgm:cxn modelId="{5577FF3E-E574-473F-8336-2F369359279E}" type="presOf" srcId="{C238644F-3909-4982-BEE1-3D7763A48375}" destId="{AEBB981F-A2F5-4111-B231-9AD74B5B5D94}" srcOrd="0" destOrd="0" presId="urn:microsoft.com/office/officeart/2016/7/layout/RepeatingBendingProcessNew"/>
    <dgm:cxn modelId="{14BE6241-E30E-4D28-9859-8224B20F4ACE}" type="presOf" srcId="{CC545193-91EE-448A-98EE-C886D79BBC8C}" destId="{2AC8F9A1-9AB9-4537-88F0-1E1B78E04E32}" srcOrd="0" destOrd="0" presId="urn:microsoft.com/office/officeart/2016/7/layout/RepeatingBendingProcessNew"/>
    <dgm:cxn modelId="{8CA28C61-A480-42DA-BB46-D606AE21409D}" type="presOf" srcId="{651DD42A-7858-4113-A60C-25F70EEB7412}" destId="{9C2E0B8B-5250-43F8-A684-8F9A0FC7343E}" srcOrd="1" destOrd="0" presId="urn:microsoft.com/office/officeart/2016/7/layout/RepeatingBendingProcessNew"/>
    <dgm:cxn modelId="{348DB141-4D4B-4C9D-92C5-AC70B75217B1}" type="presOf" srcId="{02CDC555-5CC5-44BE-8095-DE85D328319A}" destId="{83040AA7-20BF-442B-BC40-E98A127666BB}" srcOrd="0" destOrd="0" presId="urn:microsoft.com/office/officeart/2016/7/layout/RepeatingBendingProcessNew"/>
    <dgm:cxn modelId="{E00D9E62-86A7-49B2-A85D-2FD623AD475C}" type="presOf" srcId="{4C2F5729-67D5-46D1-B2C8-EB20E0E12A7B}" destId="{57A9F42A-4E68-4D3E-A81C-D9EF3A4ACC35}" srcOrd="1" destOrd="0" presId="urn:microsoft.com/office/officeart/2016/7/layout/RepeatingBendingProcessNew"/>
    <dgm:cxn modelId="{9B0DCE43-FA3C-4261-811A-DFAADA16C431}" srcId="{74D4BF11-1422-4BBC-81AF-FCE1BB9F7CC1}" destId="{52BB609D-12E4-4E2A-9E25-99CDF394DB42}" srcOrd="18" destOrd="0" parTransId="{B123E21B-EABF-4B79-A519-082FBB040DBE}" sibTransId="{D6307D8E-78F4-4593-ABED-BE2850A9370B}"/>
    <dgm:cxn modelId="{3AFB0266-4756-4E9C-AB13-A14F6D920429}" srcId="{74D4BF11-1422-4BBC-81AF-FCE1BB9F7CC1}" destId="{9CE00D7B-8A52-42AF-A500-5ED955D271E7}" srcOrd="8" destOrd="0" parTransId="{033DD1E8-BAEE-4620-A84C-B85221F08AA1}" sibTransId="{C17BF28B-E97E-4D76-A070-D4DE4110AFB1}"/>
    <dgm:cxn modelId="{ED0A1F46-9A51-4D83-8C2A-0E3B24AA6282}" type="presOf" srcId="{AA8D326C-5831-4B4B-B063-3AF5558778D5}" destId="{7282C8B4-1B29-4A79-B59D-0F33E3FDABE5}" srcOrd="1" destOrd="0" presId="urn:microsoft.com/office/officeart/2016/7/layout/RepeatingBendingProcessNew"/>
    <dgm:cxn modelId="{089CC847-D377-47B0-8A24-B20A6948F64E}" type="presOf" srcId="{3381E286-0812-4DA3-B8AA-C76691399643}" destId="{F407FE6D-9825-436B-A3F3-FAEB2A4DA514}" srcOrd="0" destOrd="0" presId="urn:microsoft.com/office/officeart/2016/7/layout/RepeatingBendingProcessNew"/>
    <dgm:cxn modelId="{ECE73369-7430-43AB-BE83-ED1E91FA95D1}" type="presOf" srcId="{8820765A-0E4C-4A73-9FF5-AF07A7A991CD}" destId="{A4A9C3AE-1B1E-4DF9-88E8-69FC469850B6}" srcOrd="0" destOrd="0" presId="urn:microsoft.com/office/officeart/2016/7/layout/RepeatingBendingProcessNew"/>
    <dgm:cxn modelId="{EB59574A-18A4-42EE-8E1C-D9974C7C6516}" srcId="{74D4BF11-1422-4BBC-81AF-FCE1BB9F7CC1}" destId="{963CE79E-4143-4421-8ACD-1ED2433510A2}" srcOrd="4" destOrd="0" parTransId="{DB736B94-B713-4017-AA43-D488883F11B3}" sibTransId="{0FBF44C4-4EC7-4BAB-B293-64C9D98D7568}"/>
    <dgm:cxn modelId="{5A129C70-4FDD-4327-A17B-EF9BEE9FC71C}" type="presOf" srcId="{651DD42A-7858-4113-A60C-25F70EEB7412}" destId="{86DE6094-E6DA-49A7-BBBE-819EA2D9EB12}" srcOrd="0" destOrd="0" presId="urn:microsoft.com/office/officeart/2016/7/layout/RepeatingBendingProcessNew"/>
    <dgm:cxn modelId="{37C52458-BF14-4016-893C-FB070D6D4509}" type="presOf" srcId="{7E769EF8-7B8B-42FE-B921-F97999AF61E4}" destId="{2F85F4D5-2B19-48BC-8865-636DB9C9E080}" srcOrd="0" destOrd="0" presId="urn:microsoft.com/office/officeart/2016/7/layout/RepeatingBendingProcessNew"/>
    <dgm:cxn modelId="{FDBD087A-0200-4E0E-8886-8DCCB131149C}" type="presOf" srcId="{0004108A-7C4A-4032-A2A8-175619B36F0A}" destId="{990BE538-6DC7-4BA4-8307-684D20AC224A}" srcOrd="1" destOrd="0" presId="urn:microsoft.com/office/officeart/2016/7/layout/RepeatingBendingProcessNew"/>
    <dgm:cxn modelId="{2C04707B-4502-48F0-AD49-4635C02109ED}" type="presOf" srcId="{0FBF44C4-4EC7-4BAB-B293-64C9D98D7568}" destId="{83C5C4CA-C6E3-450A-905A-DE9EC4237DBC}" srcOrd="0" destOrd="0" presId="urn:microsoft.com/office/officeart/2016/7/layout/RepeatingBendingProcessNew"/>
    <dgm:cxn modelId="{3DB0897B-4510-4346-873E-DC7331F53ACB}" srcId="{74D4BF11-1422-4BBC-81AF-FCE1BB9F7CC1}" destId="{6008B155-987C-4EC0-9544-6708AB47E703}" srcOrd="16" destOrd="0" parTransId="{22D2E9BF-AC4C-4DFB-A341-FAAC598A85F8}" sibTransId="{3D4363FA-ED77-497D-AF1D-B5B20001142D}"/>
    <dgm:cxn modelId="{51DB857D-DBE4-4AC5-8508-3EBB25FF7F39}" type="presOf" srcId="{B66C179D-9797-4D62-9739-5990EA1324CB}" destId="{1940956B-99A9-4620-AF8B-4430546471D3}" srcOrd="1" destOrd="0" presId="urn:microsoft.com/office/officeart/2016/7/layout/RepeatingBendingProcessNew"/>
    <dgm:cxn modelId="{54215D80-FF79-416C-8613-817AB8985E84}" type="presOf" srcId="{06AF72C8-2BE1-4A26-9E59-354E2C0772B9}" destId="{8D4658A3-E85A-4347-B399-D9F2C57CC23B}" srcOrd="0" destOrd="0" presId="urn:microsoft.com/office/officeart/2016/7/layout/RepeatingBendingProcessNew"/>
    <dgm:cxn modelId="{0EF28290-1ADE-4913-BBDE-3EBC11F6C254}" type="presOf" srcId="{6C8CF6AC-1094-4F61-B9C9-0676FA1B614C}" destId="{A7E4EC87-FB26-43E6-9E44-F2FBA5D73B0E}" srcOrd="0" destOrd="0" presId="urn:microsoft.com/office/officeart/2016/7/layout/RepeatingBendingProcessNew"/>
    <dgm:cxn modelId="{BD47BB90-E8FC-4461-B543-AE1A8DDB51B6}" type="presOf" srcId="{4C2F5729-67D5-46D1-B2C8-EB20E0E12A7B}" destId="{C059EFC3-AA00-4665-BE57-9248E0777E0D}" srcOrd="0" destOrd="0" presId="urn:microsoft.com/office/officeart/2016/7/layout/RepeatingBendingProcessNew"/>
    <dgm:cxn modelId="{8F905291-B883-4CC9-9C90-F9E5D7D4959A}" type="presOf" srcId="{EC7BCCA3-BCE1-4A95-9E2B-16B6C6EE9903}" destId="{58B7967D-152F-4D00-BDDA-B0C984783824}" srcOrd="0" destOrd="0" presId="urn:microsoft.com/office/officeart/2016/7/layout/RepeatingBendingProcessNew"/>
    <dgm:cxn modelId="{3C51EC91-22BC-4868-9B38-C665F91D67C8}" srcId="{74D4BF11-1422-4BBC-81AF-FCE1BB9F7CC1}" destId="{3381E286-0812-4DA3-B8AA-C76691399643}" srcOrd="11" destOrd="0" parTransId="{D1BBA622-B234-401D-878D-82D4D19551DF}" sibTransId="{0004108A-7C4A-4032-A2A8-175619B36F0A}"/>
    <dgm:cxn modelId="{9AF6CC95-3691-46E1-B96D-05F665342957}" type="presOf" srcId="{7E769EF8-7B8B-42FE-B921-F97999AF61E4}" destId="{2A3CDA9A-558E-466C-8D36-39895C29E59D}" srcOrd="1" destOrd="0" presId="urn:microsoft.com/office/officeart/2016/7/layout/RepeatingBendingProcessNew"/>
    <dgm:cxn modelId="{1E032D99-3518-43F5-A8EC-AB306350698A}" type="presOf" srcId="{0741F435-B3C1-42EA-96EA-EC9908DA5B96}" destId="{4C33E7DE-DD8A-40D0-AD37-234A6F3F136C}" srcOrd="1" destOrd="0" presId="urn:microsoft.com/office/officeart/2016/7/layout/RepeatingBendingProcessNew"/>
    <dgm:cxn modelId="{358DEC9B-F36E-4D3F-B53A-EAB60CA737B5}" type="presOf" srcId="{E96AABDE-910B-48F1-BF64-D6B1C04C4101}" destId="{8FF42DED-970E-438B-8492-C04BD55B200F}" srcOrd="0" destOrd="0" presId="urn:microsoft.com/office/officeart/2016/7/layout/RepeatingBendingProcessNew"/>
    <dgm:cxn modelId="{63A64C9C-9B5B-47CB-9E07-1287C897FB8D}" type="presOf" srcId="{B489A0CF-7487-4CDA-99E7-B538A4977E7C}" destId="{E442BE38-C20F-4A64-A58F-FA0832045672}" srcOrd="0" destOrd="0" presId="urn:microsoft.com/office/officeart/2016/7/layout/RepeatingBendingProcessNew"/>
    <dgm:cxn modelId="{74A3DC9D-DF64-4A8A-A648-21A0EC672AA2}" srcId="{74D4BF11-1422-4BBC-81AF-FCE1BB9F7CC1}" destId="{4265951B-01C3-4F7B-BBA9-5805845560B3}" srcOrd="17" destOrd="0" parTransId="{2394CA30-5A59-44C6-B25A-E4CF3B205A1D}" sibTransId="{CC545193-91EE-448A-98EE-C886D79BBC8C}"/>
    <dgm:cxn modelId="{3AE6F6A0-F817-4655-93AB-8A68A8597819}" type="presOf" srcId="{0741F435-B3C1-42EA-96EA-EC9908DA5B96}" destId="{E4036502-C271-4A60-A56C-203232081DF2}" srcOrd="0" destOrd="0" presId="urn:microsoft.com/office/officeart/2016/7/layout/RepeatingBendingProcessNew"/>
    <dgm:cxn modelId="{6B0011A6-AF93-4C48-AF0F-5A30E33E5A2D}" srcId="{74D4BF11-1422-4BBC-81AF-FCE1BB9F7CC1}" destId="{49214299-B4A9-4458-8ACA-11752A6879DC}" srcOrd="15" destOrd="0" parTransId="{527F6F0D-6310-466D-A08E-59FE6F030216}" sibTransId="{63676BBB-C650-4797-A6FB-4C02BC495B11}"/>
    <dgm:cxn modelId="{4E6B48A8-72F5-4A7C-A837-7EC99CDCCCAC}" type="presOf" srcId="{63676BBB-C650-4797-A6FB-4C02BC495B11}" destId="{3B188A47-5965-4EFD-8D93-A12B9AAF1D8D}" srcOrd="1" destOrd="0" presId="urn:microsoft.com/office/officeart/2016/7/layout/RepeatingBendingProcessNew"/>
    <dgm:cxn modelId="{0E0F95A8-09A8-4763-BD33-3BFD5FDBB03E}" type="presOf" srcId="{74D4BF11-1422-4BBC-81AF-FCE1BB9F7CC1}" destId="{ADA6D115-9182-4A9E-9DCC-F71C33361FF5}" srcOrd="0" destOrd="0" presId="urn:microsoft.com/office/officeart/2016/7/layout/RepeatingBendingProcessNew"/>
    <dgm:cxn modelId="{763AA5A8-E4B3-4015-8784-36693BA38EB1}" srcId="{74D4BF11-1422-4BBC-81AF-FCE1BB9F7CC1}" destId="{E96AABDE-910B-48F1-BF64-D6B1C04C4101}" srcOrd="12" destOrd="0" parTransId="{38ACD3B3-359D-4D7E-8C7F-667A61A6F84E}" sibTransId="{0741F435-B3C1-42EA-96EA-EC9908DA5B96}"/>
    <dgm:cxn modelId="{D364A0AD-8392-47D9-A6C5-EF801C6BCF64}" srcId="{74D4BF11-1422-4BBC-81AF-FCE1BB9F7CC1}" destId="{DCEE2139-F317-4EEA-B982-C50BA283A4D0}" srcOrd="10" destOrd="0" parTransId="{A1C577C1-4604-423D-B1C5-CA71D6F1BE35}" sibTransId="{EC7BCCA3-BCE1-4A95-9E2B-16B6C6EE9903}"/>
    <dgm:cxn modelId="{E59F39AE-2382-4B2E-B2B9-765D4949B9D9}" type="presOf" srcId="{0FBF44C4-4EC7-4BAB-B293-64C9D98D7568}" destId="{33E57885-165C-4819-B850-C925C7FCBD88}" srcOrd="1" destOrd="0" presId="urn:microsoft.com/office/officeart/2016/7/layout/RepeatingBendingProcessNew"/>
    <dgm:cxn modelId="{E275C0B1-58E0-4949-9EE3-10F788687D6F}" type="presOf" srcId="{CC545193-91EE-448A-98EE-C886D79BBC8C}" destId="{BEF535E8-0887-4E14-9694-4A0E010ED500}" srcOrd="1" destOrd="0" presId="urn:microsoft.com/office/officeart/2016/7/layout/RepeatingBendingProcessNew"/>
    <dgm:cxn modelId="{263E08B3-C74F-4C8A-86A3-E2ADBAC69035}" type="presOf" srcId="{B181DA5A-B88C-4308-BC5E-86A0E91FFCC2}" destId="{4AC9FABC-8BD5-433D-BE3D-EC3101D2024E}" srcOrd="0" destOrd="0" presId="urn:microsoft.com/office/officeart/2016/7/layout/RepeatingBendingProcessNew"/>
    <dgm:cxn modelId="{4A025AB7-FA9B-422E-96E0-B5B38ABC8A64}" type="presOf" srcId="{52BB609D-12E4-4E2A-9E25-99CDF394DB42}" destId="{FAF366FA-BD95-4C63-A1AC-C991C672DF71}" srcOrd="0" destOrd="0" presId="urn:microsoft.com/office/officeart/2016/7/layout/RepeatingBendingProcessNew"/>
    <dgm:cxn modelId="{520003B9-3026-46C6-8C26-FD23E3EC3C06}" type="presOf" srcId="{2254A059-1D3B-4F5E-99AA-06BA3B66C6E6}" destId="{DC824CBC-F4E8-43B7-A060-32D2A07510A8}" srcOrd="0" destOrd="0" presId="urn:microsoft.com/office/officeart/2016/7/layout/RepeatingBendingProcessNew"/>
    <dgm:cxn modelId="{C4275EBD-002A-4BCB-B11D-A18F0058D005}" type="presOf" srcId="{515FABCD-E877-43B0-AB13-EC2DCA4F41CE}" destId="{3A641587-605E-405D-B067-8FAB3934F92C}" srcOrd="0" destOrd="0" presId="urn:microsoft.com/office/officeart/2016/7/layout/RepeatingBendingProcessNew"/>
    <dgm:cxn modelId="{F007C7C1-7036-4C95-9FFE-8C0047CB5FE4}" srcId="{74D4BF11-1422-4BBC-81AF-FCE1BB9F7CC1}" destId="{C238644F-3909-4982-BEE1-3D7763A48375}" srcOrd="19" destOrd="0" parTransId="{BB4C6827-52DC-4E2F-8DCD-F55248466648}" sibTransId="{A076C559-C113-4C9D-96B6-E3024A7C11D4}"/>
    <dgm:cxn modelId="{91C398C2-6CC3-4529-8502-57E42952B29C}" srcId="{74D4BF11-1422-4BBC-81AF-FCE1BB9F7CC1}" destId="{6F9ADC94-413C-4724-8E0E-C30C0B2D1AAC}" srcOrd="9" destOrd="0" parTransId="{717DA2E3-5F4A-4BE2-BBF0-5AEF882C28AC}" sibTransId="{651DD42A-7858-4113-A60C-25F70EEB7412}"/>
    <dgm:cxn modelId="{D81E31C3-352E-4031-8A23-8649C022FCA2}" type="presOf" srcId="{A076C559-C113-4C9D-96B6-E3024A7C11D4}" destId="{922D3DC4-D47B-4173-A415-96EC0C0555F9}" srcOrd="0" destOrd="0" presId="urn:microsoft.com/office/officeart/2016/7/layout/RepeatingBendingProcessNew"/>
    <dgm:cxn modelId="{79527FC4-C540-44AE-981B-4B541814E87F}" type="presOf" srcId="{05C26801-5F39-4B09-B093-0268110698A0}" destId="{BCAF6EE9-F9D7-4652-95EE-0F38FE890BCC}" srcOrd="0" destOrd="0" presId="urn:microsoft.com/office/officeart/2016/7/layout/RepeatingBendingProcessNew"/>
    <dgm:cxn modelId="{9DA059C5-4D14-406C-8FF8-77F114D0DA32}" type="presOf" srcId="{D6307D8E-78F4-4593-ABED-BE2850A9370B}" destId="{32A56283-2049-44DE-97B8-BE981B9AF486}" srcOrd="0" destOrd="0" presId="urn:microsoft.com/office/officeart/2016/7/layout/RepeatingBendingProcessNew"/>
    <dgm:cxn modelId="{C80C91C5-886B-4723-A3BD-CB2A58F26B3A}" type="presOf" srcId="{3D4363FA-ED77-497D-AF1D-B5B20001142D}" destId="{D9458F84-5418-4050-8588-7C40A245C1C7}" srcOrd="1" destOrd="0" presId="urn:microsoft.com/office/officeart/2016/7/layout/RepeatingBendingProcessNew"/>
    <dgm:cxn modelId="{96A8DCC6-03AE-4FB4-8635-ECA7D50154D0}" type="presOf" srcId="{6C8CF6AC-1094-4F61-B9C9-0676FA1B614C}" destId="{6582E465-7CA4-4994-B559-11CBA9A3D68D}" srcOrd="1" destOrd="0" presId="urn:microsoft.com/office/officeart/2016/7/layout/RepeatingBendingProcessNew"/>
    <dgm:cxn modelId="{80B762C7-774A-4AE3-9222-7A1306927ED1}" type="presOf" srcId="{D6307D8E-78F4-4593-ABED-BE2850A9370B}" destId="{826DFCAF-E4A9-4F04-A5EF-B23FB89E47EA}" srcOrd="1" destOrd="0" presId="urn:microsoft.com/office/officeart/2016/7/layout/RepeatingBendingProcessNew"/>
    <dgm:cxn modelId="{F528AAC8-7B48-48C9-9D59-189C61C1C1AB}" srcId="{74D4BF11-1422-4BBC-81AF-FCE1BB9F7CC1}" destId="{C715A0D3-BEE3-46A0-A471-9FFD764152C6}" srcOrd="0" destOrd="0" parTransId="{9EC7FEC4-C424-41DE-BD5D-8BC3761B005D}" sibTransId="{AA8D326C-5831-4B4B-B063-3AF5558778D5}"/>
    <dgm:cxn modelId="{A44F2DCB-2542-4542-B63F-307A8BA0CF1C}" type="presOf" srcId="{B66C179D-9797-4D62-9739-5990EA1324CB}" destId="{A39869A7-BEAC-4E10-B399-CAA72F96D102}" srcOrd="0" destOrd="0" presId="urn:microsoft.com/office/officeart/2016/7/layout/RepeatingBendingProcessNew"/>
    <dgm:cxn modelId="{B4A053CB-ACA8-4A0F-93DB-FB1319662B67}" type="presOf" srcId="{BB2E32EA-E6EF-4485-AF15-D773FCDF8E0C}" destId="{4A501840-E726-4375-9A87-0B3DC95FE830}" srcOrd="0" destOrd="0" presId="urn:microsoft.com/office/officeart/2016/7/layout/RepeatingBendingProcessNew"/>
    <dgm:cxn modelId="{89133CCF-0C27-4198-A141-FA436A22AE8D}" type="presOf" srcId="{566C6FD7-A847-45F4-B311-DB709EF471B3}" destId="{BA18F287-F750-4676-BE3E-7E73A7F69375}" srcOrd="0" destOrd="0" presId="urn:microsoft.com/office/officeart/2016/7/layout/RepeatingBendingProcessNew"/>
    <dgm:cxn modelId="{A3229ACF-9E0E-4520-B565-4301E03327BE}" type="presOf" srcId="{BB2E32EA-E6EF-4485-AF15-D773FCDF8E0C}" destId="{152270F0-D7D1-426F-90E6-3C28C40CEDA8}" srcOrd="1" destOrd="0" presId="urn:microsoft.com/office/officeart/2016/7/layout/RepeatingBendingProcessNew"/>
    <dgm:cxn modelId="{212650D0-D85F-4EBB-82FE-E2335845595F}" type="presOf" srcId="{C17BF28B-E97E-4D76-A070-D4DE4110AFB1}" destId="{BFAB7A02-D510-4544-BE81-C3CFD33CDD5B}" srcOrd="0" destOrd="0" presId="urn:microsoft.com/office/officeart/2016/7/layout/RepeatingBendingProcessNew"/>
    <dgm:cxn modelId="{BCFD94D1-A01C-43AF-A551-9CF6E29298F3}" type="presOf" srcId="{C715A0D3-BEE3-46A0-A471-9FFD764152C6}" destId="{B8B48285-EB35-4952-84D6-54784D9A930F}" srcOrd="0" destOrd="0" presId="urn:microsoft.com/office/officeart/2016/7/layout/RepeatingBendingProcessNew"/>
    <dgm:cxn modelId="{732CB2D5-D138-495D-9266-1D3CA30CAE64}" type="presOf" srcId="{EC7BCCA3-BCE1-4A95-9E2B-16B6C6EE9903}" destId="{D231D887-8E2E-4E96-944D-0A42DBFA58B1}" srcOrd="1" destOrd="0" presId="urn:microsoft.com/office/officeart/2016/7/layout/RepeatingBendingProcessNew"/>
    <dgm:cxn modelId="{740A9BDB-0990-4871-ADE5-387095027FB7}" type="presOf" srcId="{963CE79E-4143-4421-8ACD-1ED2433510A2}" destId="{513F4031-2E16-4F34-BE50-6A5B4AD13EE4}" srcOrd="0" destOrd="0" presId="urn:microsoft.com/office/officeart/2016/7/layout/RepeatingBendingProcessNew"/>
    <dgm:cxn modelId="{CBFAE9DB-1F4F-4D1B-9F07-AF819494DDF6}" type="presOf" srcId="{C17BF28B-E97E-4D76-A070-D4DE4110AFB1}" destId="{B693282B-1024-4A03-8F66-AA5B8794E1CE}" srcOrd="1" destOrd="0" presId="urn:microsoft.com/office/officeart/2016/7/layout/RepeatingBendingProcessNew"/>
    <dgm:cxn modelId="{FA76EDDB-7B0E-4877-A174-F721DB2E677E}" type="presOf" srcId="{6F9ADC94-413C-4724-8E0E-C30C0B2D1AAC}" destId="{CA91EB85-99D3-4608-8157-8AEC6A3E4BFD}" srcOrd="0" destOrd="0" presId="urn:microsoft.com/office/officeart/2016/7/layout/RepeatingBendingProcessNew"/>
    <dgm:cxn modelId="{34EC5ADC-3332-47F9-A87B-67C335E5A578}" srcId="{74D4BF11-1422-4BBC-81AF-FCE1BB9F7CC1}" destId="{02CDC555-5CC5-44BE-8095-DE85D328319A}" srcOrd="13" destOrd="0" parTransId="{5914B4D6-A591-43B4-AF16-4794BFAF61C2}" sibTransId="{515FABCD-E877-43B0-AB13-EC2DCA4F41CE}"/>
    <dgm:cxn modelId="{B6262FE1-15F4-4954-89B3-75F83C731B55}" srcId="{74D4BF11-1422-4BBC-81AF-FCE1BB9F7CC1}" destId="{F5B13F9E-EE50-4FD3-9E8E-34528C85C76B}" srcOrd="14" destOrd="0" parTransId="{36AFCCBA-8995-4C9B-907B-FA039C77E5A0}" sibTransId="{6C8CF6AC-1094-4F61-B9C9-0676FA1B614C}"/>
    <dgm:cxn modelId="{7C276FE7-1DCB-458C-A3DA-B58280218A92}" type="presOf" srcId="{387149AB-EF31-4C36-AE55-C972EACB2CA8}" destId="{9B8279DC-2859-480E-9A48-2D1A47B69F04}" srcOrd="0" destOrd="0" presId="urn:microsoft.com/office/officeart/2016/7/layout/RepeatingBendingProcessNew"/>
    <dgm:cxn modelId="{0180D1E8-CF63-4097-9F6D-59E1BFCAD02D}" type="presOf" srcId="{0004108A-7C4A-4032-A2A8-175619B36F0A}" destId="{FF337E30-2181-42CF-8560-ABBA1928E8ED}" srcOrd="0" destOrd="0" presId="urn:microsoft.com/office/officeart/2016/7/layout/RepeatingBendingProcessNew"/>
    <dgm:cxn modelId="{AD11C3E9-AAB9-46D6-BA58-492DA21259BF}" type="presOf" srcId="{3D4363FA-ED77-497D-AF1D-B5B20001142D}" destId="{133461E1-BC5E-4E70-9626-EFA52C8C40FB}" srcOrd="0" destOrd="0" presId="urn:microsoft.com/office/officeart/2016/7/layout/RepeatingBendingProcessNew"/>
    <dgm:cxn modelId="{41F0EBF0-64DB-4A51-80F6-1674BE6935A0}" type="presOf" srcId="{F5B13F9E-EE50-4FD3-9E8E-34528C85C76B}" destId="{894701E2-F8DB-4822-A14E-303829EE9982}" srcOrd="0" destOrd="0" presId="urn:microsoft.com/office/officeart/2016/7/layout/RepeatingBendingProcessNew"/>
    <dgm:cxn modelId="{2D7B7FF2-2E7F-4766-82B2-E41C1645B45F}" type="presOf" srcId="{387149AB-EF31-4C36-AE55-C972EACB2CA8}" destId="{FAA8B5E5-5BAF-4F69-8769-7F5011966537}" srcOrd="1" destOrd="0" presId="urn:microsoft.com/office/officeart/2016/7/layout/RepeatingBendingProcessNew"/>
    <dgm:cxn modelId="{315443F6-715C-46EC-BE74-897B761545F7}" type="presOf" srcId="{AA8D326C-5831-4B4B-B063-3AF5558778D5}" destId="{06EC9C21-2352-4696-8C82-19E42875CF61}" srcOrd="0" destOrd="0" presId="urn:microsoft.com/office/officeart/2016/7/layout/RepeatingBendingProcessNew"/>
    <dgm:cxn modelId="{7EC699F6-59C8-4A65-B5BB-6C4697AC1EBA}" srcId="{74D4BF11-1422-4BBC-81AF-FCE1BB9F7CC1}" destId="{06AF72C8-2BE1-4A26-9E59-354E2C0772B9}" srcOrd="3" destOrd="0" parTransId="{8CB8707C-7B6D-4311-B592-01B8762CDD84}" sibTransId="{7E769EF8-7B8B-42FE-B921-F97999AF61E4}"/>
    <dgm:cxn modelId="{A7B6ECFA-9C1B-4103-B69F-4AF41F2BFC85}" type="presOf" srcId="{63676BBB-C650-4797-A6FB-4C02BC495B11}" destId="{BC031C52-2F5A-4792-91B3-727AAA233F4F}" srcOrd="0" destOrd="0" presId="urn:microsoft.com/office/officeart/2016/7/layout/RepeatingBendingProcessNew"/>
    <dgm:cxn modelId="{0EFAF545-A51E-4BD4-B31E-AAA043F37245}" type="presParOf" srcId="{ADA6D115-9182-4A9E-9DCC-F71C33361FF5}" destId="{B8B48285-EB35-4952-84D6-54784D9A930F}" srcOrd="0" destOrd="0" presId="urn:microsoft.com/office/officeart/2016/7/layout/RepeatingBendingProcessNew"/>
    <dgm:cxn modelId="{0CEF75A6-E2E7-4B88-929C-4F832AFE996E}" type="presParOf" srcId="{ADA6D115-9182-4A9E-9DCC-F71C33361FF5}" destId="{06EC9C21-2352-4696-8C82-19E42875CF61}" srcOrd="1" destOrd="0" presId="urn:microsoft.com/office/officeart/2016/7/layout/RepeatingBendingProcessNew"/>
    <dgm:cxn modelId="{CBA98EE1-D7B9-4F7A-9CDC-860A60CC4E2C}" type="presParOf" srcId="{06EC9C21-2352-4696-8C82-19E42875CF61}" destId="{7282C8B4-1B29-4A79-B59D-0F33E3FDABE5}" srcOrd="0" destOrd="0" presId="urn:microsoft.com/office/officeart/2016/7/layout/RepeatingBendingProcessNew"/>
    <dgm:cxn modelId="{FC2DFCA6-125F-4A76-8E38-198303E7A9DC}" type="presParOf" srcId="{ADA6D115-9182-4A9E-9DCC-F71C33361FF5}" destId="{4AC9FABC-8BD5-433D-BE3D-EC3101D2024E}" srcOrd="2" destOrd="0" presId="urn:microsoft.com/office/officeart/2016/7/layout/RepeatingBendingProcessNew"/>
    <dgm:cxn modelId="{7D519487-3A02-41E9-BB71-B33E524603A3}" type="presParOf" srcId="{ADA6D115-9182-4A9E-9DCC-F71C33361FF5}" destId="{4A501840-E726-4375-9A87-0B3DC95FE830}" srcOrd="3" destOrd="0" presId="urn:microsoft.com/office/officeart/2016/7/layout/RepeatingBendingProcessNew"/>
    <dgm:cxn modelId="{CB05427E-A997-46F1-943F-3E24FEE1C968}" type="presParOf" srcId="{4A501840-E726-4375-9A87-0B3DC95FE830}" destId="{152270F0-D7D1-426F-90E6-3C28C40CEDA8}" srcOrd="0" destOrd="0" presId="urn:microsoft.com/office/officeart/2016/7/layout/RepeatingBendingProcessNew"/>
    <dgm:cxn modelId="{107D2C0F-98F0-412C-B773-A1DE536FCF3F}" type="presParOf" srcId="{ADA6D115-9182-4A9E-9DCC-F71C33361FF5}" destId="{BA18F287-F750-4676-BE3E-7E73A7F69375}" srcOrd="4" destOrd="0" presId="urn:microsoft.com/office/officeart/2016/7/layout/RepeatingBendingProcessNew"/>
    <dgm:cxn modelId="{0A46C479-98B1-4E2C-B02E-5A02733DFA76}" type="presParOf" srcId="{ADA6D115-9182-4A9E-9DCC-F71C33361FF5}" destId="{A39869A7-BEAC-4E10-B399-CAA72F96D102}" srcOrd="5" destOrd="0" presId="urn:microsoft.com/office/officeart/2016/7/layout/RepeatingBendingProcessNew"/>
    <dgm:cxn modelId="{B9B5EB85-85E2-4A11-A5E3-9A984F84E290}" type="presParOf" srcId="{A39869A7-BEAC-4E10-B399-CAA72F96D102}" destId="{1940956B-99A9-4620-AF8B-4430546471D3}" srcOrd="0" destOrd="0" presId="urn:microsoft.com/office/officeart/2016/7/layout/RepeatingBendingProcessNew"/>
    <dgm:cxn modelId="{FA281E2C-2C8C-45F4-A3C4-1DC47F759467}" type="presParOf" srcId="{ADA6D115-9182-4A9E-9DCC-F71C33361FF5}" destId="{8D4658A3-E85A-4347-B399-D9F2C57CC23B}" srcOrd="6" destOrd="0" presId="urn:microsoft.com/office/officeart/2016/7/layout/RepeatingBendingProcessNew"/>
    <dgm:cxn modelId="{3A880BAD-8F1C-4879-A4FE-8FBB29407B11}" type="presParOf" srcId="{ADA6D115-9182-4A9E-9DCC-F71C33361FF5}" destId="{2F85F4D5-2B19-48BC-8865-636DB9C9E080}" srcOrd="7" destOrd="0" presId="urn:microsoft.com/office/officeart/2016/7/layout/RepeatingBendingProcessNew"/>
    <dgm:cxn modelId="{47E0B970-E64F-49F4-A918-08B6D2F0A36A}" type="presParOf" srcId="{2F85F4D5-2B19-48BC-8865-636DB9C9E080}" destId="{2A3CDA9A-558E-466C-8D36-39895C29E59D}" srcOrd="0" destOrd="0" presId="urn:microsoft.com/office/officeart/2016/7/layout/RepeatingBendingProcessNew"/>
    <dgm:cxn modelId="{5B0F317E-1A84-433C-9824-EB7F678AEAF1}" type="presParOf" srcId="{ADA6D115-9182-4A9E-9DCC-F71C33361FF5}" destId="{513F4031-2E16-4F34-BE50-6A5B4AD13EE4}" srcOrd="8" destOrd="0" presId="urn:microsoft.com/office/officeart/2016/7/layout/RepeatingBendingProcessNew"/>
    <dgm:cxn modelId="{E4F8BF9A-70D9-48A1-A6DC-9F64008B2AF5}" type="presParOf" srcId="{ADA6D115-9182-4A9E-9DCC-F71C33361FF5}" destId="{83C5C4CA-C6E3-450A-905A-DE9EC4237DBC}" srcOrd="9" destOrd="0" presId="urn:microsoft.com/office/officeart/2016/7/layout/RepeatingBendingProcessNew"/>
    <dgm:cxn modelId="{2A9CC971-EC5F-4550-B56B-58CC5662FB2E}" type="presParOf" srcId="{83C5C4CA-C6E3-450A-905A-DE9EC4237DBC}" destId="{33E57885-165C-4819-B850-C925C7FCBD88}" srcOrd="0" destOrd="0" presId="urn:microsoft.com/office/officeart/2016/7/layout/RepeatingBendingProcessNew"/>
    <dgm:cxn modelId="{CF3B0B43-6825-43D7-8834-DFB80B96DB84}" type="presParOf" srcId="{ADA6D115-9182-4A9E-9DCC-F71C33361FF5}" destId="{DC824CBC-F4E8-43B7-A060-32D2A07510A8}" srcOrd="10" destOrd="0" presId="urn:microsoft.com/office/officeart/2016/7/layout/RepeatingBendingProcessNew"/>
    <dgm:cxn modelId="{6CB49456-96C1-437F-A17E-567F82557DF1}" type="presParOf" srcId="{ADA6D115-9182-4A9E-9DCC-F71C33361FF5}" destId="{A4A9C3AE-1B1E-4DF9-88E8-69FC469850B6}" srcOrd="11" destOrd="0" presId="urn:microsoft.com/office/officeart/2016/7/layout/RepeatingBendingProcessNew"/>
    <dgm:cxn modelId="{198B7481-67C6-4E28-9AA8-93D407398C99}" type="presParOf" srcId="{A4A9C3AE-1B1E-4DF9-88E8-69FC469850B6}" destId="{2FF7CB9C-0A3F-4D82-8D14-19A4982FD866}" srcOrd="0" destOrd="0" presId="urn:microsoft.com/office/officeart/2016/7/layout/RepeatingBendingProcessNew"/>
    <dgm:cxn modelId="{6B54A48D-8D2F-4857-974D-E969437450E1}" type="presParOf" srcId="{ADA6D115-9182-4A9E-9DCC-F71C33361FF5}" destId="{E442BE38-C20F-4A64-A58F-FA0832045672}" srcOrd="12" destOrd="0" presId="urn:microsoft.com/office/officeart/2016/7/layout/RepeatingBendingProcessNew"/>
    <dgm:cxn modelId="{B7827B58-46DE-415E-B733-6456916BB806}" type="presParOf" srcId="{ADA6D115-9182-4A9E-9DCC-F71C33361FF5}" destId="{C059EFC3-AA00-4665-BE57-9248E0777E0D}" srcOrd="13" destOrd="0" presId="urn:microsoft.com/office/officeart/2016/7/layout/RepeatingBendingProcessNew"/>
    <dgm:cxn modelId="{987CE797-651F-4CA1-A3D5-14D0EAB06773}" type="presParOf" srcId="{C059EFC3-AA00-4665-BE57-9248E0777E0D}" destId="{57A9F42A-4E68-4D3E-A81C-D9EF3A4ACC35}" srcOrd="0" destOrd="0" presId="urn:microsoft.com/office/officeart/2016/7/layout/RepeatingBendingProcessNew"/>
    <dgm:cxn modelId="{0EB62C69-D5AE-489A-AA53-2B13B7C1005B}" type="presParOf" srcId="{ADA6D115-9182-4A9E-9DCC-F71C33361FF5}" destId="{BCAF6EE9-F9D7-4652-95EE-0F38FE890BCC}" srcOrd="14" destOrd="0" presId="urn:microsoft.com/office/officeart/2016/7/layout/RepeatingBendingProcessNew"/>
    <dgm:cxn modelId="{ADEC38FA-4133-4E5B-A1D9-1224D67356FA}" type="presParOf" srcId="{ADA6D115-9182-4A9E-9DCC-F71C33361FF5}" destId="{9B8279DC-2859-480E-9A48-2D1A47B69F04}" srcOrd="15" destOrd="0" presId="urn:microsoft.com/office/officeart/2016/7/layout/RepeatingBendingProcessNew"/>
    <dgm:cxn modelId="{B872D2AF-D3A5-4735-9702-BF0563AA1A68}" type="presParOf" srcId="{9B8279DC-2859-480E-9A48-2D1A47B69F04}" destId="{FAA8B5E5-5BAF-4F69-8769-7F5011966537}" srcOrd="0" destOrd="0" presId="urn:microsoft.com/office/officeart/2016/7/layout/RepeatingBendingProcessNew"/>
    <dgm:cxn modelId="{D90A288B-739C-4D8A-B10A-F68BB8FD98F7}" type="presParOf" srcId="{ADA6D115-9182-4A9E-9DCC-F71C33361FF5}" destId="{47B8FBC1-8BDC-4027-86B7-C69AEBA8B3E8}" srcOrd="16" destOrd="0" presId="urn:microsoft.com/office/officeart/2016/7/layout/RepeatingBendingProcessNew"/>
    <dgm:cxn modelId="{F152011B-8A6B-40DF-8F2D-0F7326F41DE6}" type="presParOf" srcId="{ADA6D115-9182-4A9E-9DCC-F71C33361FF5}" destId="{BFAB7A02-D510-4544-BE81-C3CFD33CDD5B}" srcOrd="17" destOrd="0" presId="urn:microsoft.com/office/officeart/2016/7/layout/RepeatingBendingProcessNew"/>
    <dgm:cxn modelId="{70217F82-CD18-4F82-9232-97DA7BEB6DC9}" type="presParOf" srcId="{BFAB7A02-D510-4544-BE81-C3CFD33CDD5B}" destId="{B693282B-1024-4A03-8F66-AA5B8794E1CE}" srcOrd="0" destOrd="0" presId="urn:microsoft.com/office/officeart/2016/7/layout/RepeatingBendingProcessNew"/>
    <dgm:cxn modelId="{BC8F2F73-26E6-4856-839A-3842F809F9BD}" type="presParOf" srcId="{ADA6D115-9182-4A9E-9DCC-F71C33361FF5}" destId="{CA91EB85-99D3-4608-8157-8AEC6A3E4BFD}" srcOrd="18" destOrd="0" presId="urn:microsoft.com/office/officeart/2016/7/layout/RepeatingBendingProcessNew"/>
    <dgm:cxn modelId="{836AF61E-E56B-48AA-B1E9-89A48ADF09A7}" type="presParOf" srcId="{ADA6D115-9182-4A9E-9DCC-F71C33361FF5}" destId="{86DE6094-E6DA-49A7-BBBE-819EA2D9EB12}" srcOrd="19" destOrd="0" presId="urn:microsoft.com/office/officeart/2016/7/layout/RepeatingBendingProcessNew"/>
    <dgm:cxn modelId="{E83F1F35-78C8-409B-B2CC-CD685242BFC5}" type="presParOf" srcId="{86DE6094-E6DA-49A7-BBBE-819EA2D9EB12}" destId="{9C2E0B8B-5250-43F8-A684-8F9A0FC7343E}" srcOrd="0" destOrd="0" presId="urn:microsoft.com/office/officeart/2016/7/layout/RepeatingBendingProcessNew"/>
    <dgm:cxn modelId="{956E98C5-EF0B-4B61-9347-948245BC348D}" type="presParOf" srcId="{ADA6D115-9182-4A9E-9DCC-F71C33361FF5}" destId="{BFCE4C50-AAC1-44BE-A632-A2A9F2B5748A}" srcOrd="20" destOrd="0" presId="urn:microsoft.com/office/officeart/2016/7/layout/RepeatingBendingProcessNew"/>
    <dgm:cxn modelId="{DF481804-87E4-47BC-9C9B-D76B7F37E347}" type="presParOf" srcId="{ADA6D115-9182-4A9E-9DCC-F71C33361FF5}" destId="{58B7967D-152F-4D00-BDDA-B0C984783824}" srcOrd="21" destOrd="0" presId="urn:microsoft.com/office/officeart/2016/7/layout/RepeatingBendingProcessNew"/>
    <dgm:cxn modelId="{8463634E-6E1E-4A15-AD09-751C69908E21}" type="presParOf" srcId="{58B7967D-152F-4D00-BDDA-B0C984783824}" destId="{D231D887-8E2E-4E96-944D-0A42DBFA58B1}" srcOrd="0" destOrd="0" presId="urn:microsoft.com/office/officeart/2016/7/layout/RepeatingBendingProcessNew"/>
    <dgm:cxn modelId="{48D0312A-24CF-4F7B-9CD7-9F1780CEB5FE}" type="presParOf" srcId="{ADA6D115-9182-4A9E-9DCC-F71C33361FF5}" destId="{F407FE6D-9825-436B-A3F3-FAEB2A4DA514}" srcOrd="22" destOrd="0" presId="urn:microsoft.com/office/officeart/2016/7/layout/RepeatingBendingProcessNew"/>
    <dgm:cxn modelId="{59D60837-1DC3-47EC-B0D2-1B3CC76EAEAB}" type="presParOf" srcId="{ADA6D115-9182-4A9E-9DCC-F71C33361FF5}" destId="{FF337E30-2181-42CF-8560-ABBA1928E8ED}" srcOrd="23" destOrd="0" presId="urn:microsoft.com/office/officeart/2016/7/layout/RepeatingBendingProcessNew"/>
    <dgm:cxn modelId="{EC808FA0-13A6-42FB-A78C-B92E6DDE776A}" type="presParOf" srcId="{FF337E30-2181-42CF-8560-ABBA1928E8ED}" destId="{990BE538-6DC7-4BA4-8307-684D20AC224A}" srcOrd="0" destOrd="0" presId="urn:microsoft.com/office/officeart/2016/7/layout/RepeatingBendingProcessNew"/>
    <dgm:cxn modelId="{FFDCF31D-87D6-4279-9696-C2FAE2FA215C}" type="presParOf" srcId="{ADA6D115-9182-4A9E-9DCC-F71C33361FF5}" destId="{8FF42DED-970E-438B-8492-C04BD55B200F}" srcOrd="24" destOrd="0" presId="urn:microsoft.com/office/officeart/2016/7/layout/RepeatingBendingProcessNew"/>
    <dgm:cxn modelId="{83D696E0-1010-4CEF-A1E1-6C159052D6AE}" type="presParOf" srcId="{ADA6D115-9182-4A9E-9DCC-F71C33361FF5}" destId="{E4036502-C271-4A60-A56C-203232081DF2}" srcOrd="25" destOrd="0" presId="urn:microsoft.com/office/officeart/2016/7/layout/RepeatingBendingProcessNew"/>
    <dgm:cxn modelId="{D92191DF-3CA8-4FCD-9648-B76989014B80}" type="presParOf" srcId="{E4036502-C271-4A60-A56C-203232081DF2}" destId="{4C33E7DE-DD8A-40D0-AD37-234A6F3F136C}" srcOrd="0" destOrd="0" presId="urn:microsoft.com/office/officeart/2016/7/layout/RepeatingBendingProcessNew"/>
    <dgm:cxn modelId="{FF01509B-1D35-4840-93ED-FC234D7227A0}" type="presParOf" srcId="{ADA6D115-9182-4A9E-9DCC-F71C33361FF5}" destId="{83040AA7-20BF-442B-BC40-E98A127666BB}" srcOrd="26" destOrd="0" presId="urn:microsoft.com/office/officeart/2016/7/layout/RepeatingBendingProcessNew"/>
    <dgm:cxn modelId="{17DA36E5-CFF2-4F82-86CB-8F2578528BDD}" type="presParOf" srcId="{ADA6D115-9182-4A9E-9DCC-F71C33361FF5}" destId="{3A641587-605E-405D-B067-8FAB3934F92C}" srcOrd="27" destOrd="0" presId="urn:microsoft.com/office/officeart/2016/7/layout/RepeatingBendingProcessNew"/>
    <dgm:cxn modelId="{2D3AB716-B636-44FE-9010-F0B08D729E87}" type="presParOf" srcId="{3A641587-605E-405D-B067-8FAB3934F92C}" destId="{A169CF92-357C-4FE6-97BE-DA62B1916FDD}" srcOrd="0" destOrd="0" presId="urn:microsoft.com/office/officeart/2016/7/layout/RepeatingBendingProcessNew"/>
    <dgm:cxn modelId="{FD54E6C2-5ECA-4D13-AF6F-F3AA5FEF86B8}" type="presParOf" srcId="{ADA6D115-9182-4A9E-9DCC-F71C33361FF5}" destId="{894701E2-F8DB-4822-A14E-303829EE9982}" srcOrd="28" destOrd="0" presId="urn:microsoft.com/office/officeart/2016/7/layout/RepeatingBendingProcessNew"/>
    <dgm:cxn modelId="{20E298E4-870D-417A-9E1E-26CF05745791}" type="presParOf" srcId="{ADA6D115-9182-4A9E-9DCC-F71C33361FF5}" destId="{A7E4EC87-FB26-43E6-9E44-F2FBA5D73B0E}" srcOrd="29" destOrd="0" presId="urn:microsoft.com/office/officeart/2016/7/layout/RepeatingBendingProcessNew"/>
    <dgm:cxn modelId="{F25BB816-8C39-4F2F-848E-57F9151F9BC7}" type="presParOf" srcId="{A7E4EC87-FB26-43E6-9E44-F2FBA5D73B0E}" destId="{6582E465-7CA4-4994-B559-11CBA9A3D68D}" srcOrd="0" destOrd="0" presId="urn:microsoft.com/office/officeart/2016/7/layout/RepeatingBendingProcessNew"/>
    <dgm:cxn modelId="{3283EFF6-146D-4743-9FAA-EE6B1DBF884A}" type="presParOf" srcId="{ADA6D115-9182-4A9E-9DCC-F71C33361FF5}" destId="{CACC3FF9-FD3A-4462-93BC-088C150C5BEB}" srcOrd="30" destOrd="0" presId="urn:microsoft.com/office/officeart/2016/7/layout/RepeatingBendingProcessNew"/>
    <dgm:cxn modelId="{00F9DBDC-0568-400A-BEF4-6FB4E253BA41}" type="presParOf" srcId="{ADA6D115-9182-4A9E-9DCC-F71C33361FF5}" destId="{BC031C52-2F5A-4792-91B3-727AAA233F4F}" srcOrd="31" destOrd="0" presId="urn:microsoft.com/office/officeart/2016/7/layout/RepeatingBendingProcessNew"/>
    <dgm:cxn modelId="{CB9CBA4E-AA34-4B79-B37C-58171B26C032}" type="presParOf" srcId="{BC031C52-2F5A-4792-91B3-727AAA233F4F}" destId="{3B188A47-5965-4EFD-8D93-A12B9AAF1D8D}" srcOrd="0" destOrd="0" presId="urn:microsoft.com/office/officeart/2016/7/layout/RepeatingBendingProcessNew"/>
    <dgm:cxn modelId="{FD62B4C2-F695-4D7B-86F8-950E9CF73BD2}" type="presParOf" srcId="{ADA6D115-9182-4A9E-9DCC-F71C33361FF5}" destId="{AA6C1B6D-15EF-4A8F-B803-34D1D8EAA7AE}" srcOrd="32" destOrd="0" presId="urn:microsoft.com/office/officeart/2016/7/layout/RepeatingBendingProcessNew"/>
    <dgm:cxn modelId="{0AECC1AE-4A3A-4FF6-BE77-82C73CC31892}" type="presParOf" srcId="{ADA6D115-9182-4A9E-9DCC-F71C33361FF5}" destId="{133461E1-BC5E-4E70-9626-EFA52C8C40FB}" srcOrd="33" destOrd="0" presId="urn:microsoft.com/office/officeart/2016/7/layout/RepeatingBendingProcessNew"/>
    <dgm:cxn modelId="{12D95EC3-CCB5-4A7A-83FC-380A08C51533}" type="presParOf" srcId="{133461E1-BC5E-4E70-9626-EFA52C8C40FB}" destId="{D9458F84-5418-4050-8588-7C40A245C1C7}" srcOrd="0" destOrd="0" presId="urn:microsoft.com/office/officeart/2016/7/layout/RepeatingBendingProcessNew"/>
    <dgm:cxn modelId="{014D669B-9BAF-4F28-8F99-05FC6E1AECB2}" type="presParOf" srcId="{ADA6D115-9182-4A9E-9DCC-F71C33361FF5}" destId="{E00164A9-6C7C-4F51-8BEB-32A970689B8B}" srcOrd="34" destOrd="0" presId="urn:microsoft.com/office/officeart/2016/7/layout/RepeatingBendingProcessNew"/>
    <dgm:cxn modelId="{1C112208-F85F-4AC5-8EBF-8BC91DD8B5E1}" type="presParOf" srcId="{ADA6D115-9182-4A9E-9DCC-F71C33361FF5}" destId="{2AC8F9A1-9AB9-4537-88F0-1E1B78E04E32}" srcOrd="35" destOrd="0" presId="urn:microsoft.com/office/officeart/2016/7/layout/RepeatingBendingProcessNew"/>
    <dgm:cxn modelId="{2F065804-E9FF-47E5-BCF7-8C6EFC366B7C}" type="presParOf" srcId="{2AC8F9A1-9AB9-4537-88F0-1E1B78E04E32}" destId="{BEF535E8-0887-4E14-9694-4A0E010ED500}" srcOrd="0" destOrd="0" presId="urn:microsoft.com/office/officeart/2016/7/layout/RepeatingBendingProcessNew"/>
    <dgm:cxn modelId="{10BA3FCE-46C6-4062-B6D2-7E0778DBD2BD}" type="presParOf" srcId="{ADA6D115-9182-4A9E-9DCC-F71C33361FF5}" destId="{FAF366FA-BD95-4C63-A1AC-C991C672DF71}" srcOrd="36" destOrd="0" presId="urn:microsoft.com/office/officeart/2016/7/layout/RepeatingBendingProcessNew"/>
    <dgm:cxn modelId="{A87C0F38-CC7F-4EEF-8A0D-6A8A206450BC}" type="presParOf" srcId="{ADA6D115-9182-4A9E-9DCC-F71C33361FF5}" destId="{32A56283-2049-44DE-97B8-BE981B9AF486}" srcOrd="37" destOrd="0" presId="urn:microsoft.com/office/officeart/2016/7/layout/RepeatingBendingProcessNew"/>
    <dgm:cxn modelId="{7D296B83-56CF-45E7-8CE7-5638E8ED41D7}" type="presParOf" srcId="{32A56283-2049-44DE-97B8-BE981B9AF486}" destId="{826DFCAF-E4A9-4F04-A5EF-B23FB89E47EA}" srcOrd="0" destOrd="0" presId="urn:microsoft.com/office/officeart/2016/7/layout/RepeatingBendingProcessNew"/>
    <dgm:cxn modelId="{76A27D23-AA65-494B-9C80-30A56BDCBCED}" type="presParOf" srcId="{ADA6D115-9182-4A9E-9DCC-F71C33361FF5}" destId="{AEBB981F-A2F5-4111-B231-9AD74B5B5D94}" srcOrd="38" destOrd="0" presId="urn:microsoft.com/office/officeart/2016/7/layout/RepeatingBendingProcessNew"/>
    <dgm:cxn modelId="{3E0A6332-27B6-41FA-B82A-05101B4C2AF3}" type="presParOf" srcId="{ADA6D115-9182-4A9E-9DCC-F71C33361FF5}" destId="{922D3DC4-D47B-4173-A415-96EC0C0555F9}" srcOrd="39" destOrd="0" presId="urn:microsoft.com/office/officeart/2016/7/layout/RepeatingBendingProcessNew"/>
    <dgm:cxn modelId="{831BA328-3F0E-46AD-8305-F3CEBDDA12E5}" type="presParOf" srcId="{922D3DC4-D47B-4173-A415-96EC0C0555F9}" destId="{A8F1A330-1879-4C89-AFB0-2DFAC0A0065A}" srcOrd="0" destOrd="0" presId="urn:microsoft.com/office/officeart/2016/7/layout/RepeatingBendingProcessNew"/>
    <dgm:cxn modelId="{CD665CA9-BA01-4D7F-B571-F8EADD148A44}" type="presParOf" srcId="{ADA6D115-9182-4A9E-9DCC-F71C33361FF5}" destId="{8D4F4FAE-59D0-43F8-9F38-0DB2A4FE2F82}" srcOrd="4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FAD8563-66A8-4A0F-A557-BA5778955115}" type="doc">
      <dgm:prSet loTypeId="urn:microsoft.com/office/officeart/2005/8/layout/default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AFBD6BF-7FE4-42B5-B074-40CDFD192CE9}">
      <dgm:prSet/>
      <dgm:spPr/>
      <dgm:t>
        <a:bodyPr/>
        <a:lstStyle/>
        <a:p>
          <a:r>
            <a:rPr lang="en-US" dirty="0"/>
            <a:t>​Consider a content management company ​that manages a large amount of content, ​including blogs, articles, videos, ​podcasts, and interactive media across platforms.</a:t>
          </a:r>
        </a:p>
        <a:p>
          <a:r>
            <a:rPr lang="en-US" dirty="0"/>
            <a:t> ​The company faces challenges in ​managing the vast content library, ​ensuring quality, automating workflows, ​and ensuring the content reaches the right audience. ​Therefore, the company considered ​leveraging the capabilities of ​</a:t>
          </a:r>
          <a:r>
            <a:rPr lang="en-US" dirty="0" err="1"/>
            <a:t>LangChain</a:t>
          </a:r>
          <a:r>
            <a:rPr lang="en-US" dirty="0"/>
            <a:t> to streamline its content management process. ​</a:t>
          </a:r>
        </a:p>
        <a:p>
          <a:r>
            <a:rPr lang="en-US" dirty="0"/>
            <a:t>https://docs.langchain.com/oss/python/langchain/overview</a:t>
          </a:r>
        </a:p>
      </dgm:t>
    </dgm:pt>
    <dgm:pt modelId="{04DE28FC-40FD-4E38-AE4A-2C1C751C3278}" type="parTrans" cxnId="{D9B3FD32-EC22-438B-B558-0478E66CFA0A}">
      <dgm:prSet/>
      <dgm:spPr/>
      <dgm:t>
        <a:bodyPr/>
        <a:lstStyle/>
        <a:p>
          <a:endParaRPr lang="en-US"/>
        </a:p>
      </dgm:t>
    </dgm:pt>
    <dgm:pt modelId="{53B7C097-1967-4ACD-983F-E50BC1C1E463}" type="sibTrans" cxnId="{D9B3FD32-EC22-438B-B558-0478E66CFA0A}">
      <dgm:prSet phldrT="1"/>
      <dgm:spPr/>
      <dgm:t>
        <a:bodyPr/>
        <a:lstStyle/>
        <a:p>
          <a:endParaRPr lang="en-US"/>
        </a:p>
      </dgm:t>
    </dgm:pt>
    <dgm:pt modelId="{2310F045-5CC0-407B-9EEB-3F92454BD414}">
      <dgm:prSet/>
      <dgm:spPr/>
      <dgm:t>
        <a:bodyPr/>
        <a:lstStyle/>
        <a:p>
          <a:r>
            <a:rPr lang="en-US" dirty="0"/>
            <a:t>​It provides developers ​with seamless access to advanced AI technology and machine learning. ​</a:t>
          </a:r>
          <a:r>
            <a:rPr lang="en-US" dirty="0" err="1"/>
            <a:t>LangChain</a:t>
          </a:r>
          <a:r>
            <a:rPr lang="en-US" dirty="0"/>
            <a:t> also helps developers ​seamlessly implement AI capabilities ​into their projects by ​unlocking new possibilities and enhancing software functionalities.</a:t>
          </a:r>
        </a:p>
        <a:p>
          <a:r>
            <a:rPr lang="en-US" dirty="0"/>
            <a:t> ​</a:t>
          </a:r>
          <a:r>
            <a:rPr lang="en-US" dirty="0" err="1"/>
            <a:t>LangChain</a:t>
          </a:r>
          <a:r>
            <a:rPr lang="en-US" dirty="0"/>
            <a:t> also offers unparalleled flexibility and ​freedom to developers to dig ​into the code base freely, customize ​it, and develop commercial products based on business requirements. ​Now, let's look at the components of </a:t>
          </a:r>
          <a:r>
            <a:rPr lang="en-US" dirty="0" err="1"/>
            <a:t>LangChain</a:t>
          </a:r>
          <a:r>
            <a:rPr lang="en-US" dirty="0"/>
            <a:t>. ​</a:t>
          </a:r>
        </a:p>
        <a:p>
          <a:r>
            <a:rPr lang="en-US" dirty="0"/>
            <a:t>The </a:t>
          </a:r>
          <a:r>
            <a:rPr lang="en-US" dirty="0" err="1"/>
            <a:t>LangChain</a:t>
          </a:r>
          <a:r>
            <a:rPr lang="en-US" dirty="0"/>
            <a:t> framework consists of several open-source ​libraries. The first component of </a:t>
          </a:r>
          <a:r>
            <a:rPr lang="en-US" dirty="0" err="1"/>
            <a:t>LangChain</a:t>
          </a:r>
          <a:r>
            <a:rPr lang="en-US" dirty="0"/>
            <a:t> includes ​chains, agents, and retrieval ​strategies, which help to make an application's cognitive ​architecture. The next component ​is </a:t>
          </a:r>
          <a:r>
            <a:rPr lang="en-US" dirty="0" err="1"/>
            <a:t>LangChain</a:t>
          </a:r>
          <a:r>
            <a:rPr lang="en-US" dirty="0"/>
            <a:t> Core. </a:t>
          </a:r>
        </a:p>
        <a:p>
          <a:r>
            <a:rPr lang="en-US" dirty="0" err="1"/>
            <a:t>LangChain</a:t>
          </a:r>
          <a:r>
            <a:rPr lang="en-US" dirty="0"/>
            <a:t> Core is a </a:t>
          </a:r>
          <a:r>
            <a:rPr lang="en-US" dirty="0" err="1"/>
            <a:t>LangChain</a:t>
          </a:r>
          <a:r>
            <a:rPr lang="en-US" dirty="0"/>
            <a:t> ​expression language and is the ​base for abstractions. </a:t>
          </a:r>
          <a:r>
            <a:rPr lang="en-US" dirty="0" err="1"/>
            <a:t>LangChain</a:t>
          </a:r>
          <a:r>
            <a:rPr lang="en-US" dirty="0"/>
            <a:t> Community is a third-party ​integration.</a:t>
          </a:r>
        </a:p>
        <a:p>
          <a:r>
            <a:rPr lang="en-US" dirty="0"/>
            <a:t> It includes ​partner packages, such as ​</a:t>
          </a:r>
          <a:r>
            <a:rPr lang="en-US" dirty="0" err="1"/>
            <a:t>LangChain</a:t>
          </a:r>
          <a:r>
            <a:rPr lang="en-US" dirty="0"/>
            <a:t> IBM, </a:t>
          </a:r>
          <a:r>
            <a:rPr lang="en-US" dirty="0" err="1"/>
            <a:t>LangChain</a:t>
          </a:r>
          <a:r>
            <a:rPr lang="en-US" dirty="0"/>
            <a:t> Open AI, and </a:t>
          </a:r>
          <a:r>
            <a:rPr lang="en-US" dirty="0" err="1"/>
            <a:t>LangChain</a:t>
          </a:r>
          <a:r>
            <a:rPr lang="en-US" dirty="0"/>
            <a:t> Anthropic. </a:t>
          </a:r>
        </a:p>
      </dgm:t>
    </dgm:pt>
    <dgm:pt modelId="{E3E6B688-DD2D-4261-8D78-A8F3A401C319}" type="parTrans" cxnId="{535708B5-7721-4758-8F9B-D41789B8F7EB}">
      <dgm:prSet/>
      <dgm:spPr/>
      <dgm:t>
        <a:bodyPr/>
        <a:lstStyle/>
        <a:p>
          <a:endParaRPr lang="en-US"/>
        </a:p>
      </dgm:t>
    </dgm:pt>
    <dgm:pt modelId="{CCE65DBB-937B-4C46-B072-B83D36D845A2}" type="sibTrans" cxnId="{535708B5-7721-4758-8F9B-D41789B8F7EB}">
      <dgm:prSet phldrT="3"/>
      <dgm:spPr/>
      <dgm:t>
        <a:bodyPr/>
        <a:lstStyle/>
        <a:p>
          <a:endParaRPr lang="en-US"/>
        </a:p>
      </dgm:t>
    </dgm:pt>
    <dgm:pt modelId="{95422C83-96B1-4CD2-82B3-C5045DC7C647}">
      <dgm:prSet/>
      <dgm:spPr/>
      <dgm:t>
        <a:bodyPr/>
        <a:lstStyle/>
        <a:p>
          <a:r>
            <a:rPr lang="en-US" dirty="0"/>
            <a:t>​It also splits ​several integrations into lightweight packages depending on ​</a:t>
          </a:r>
          <a:r>
            <a:rPr lang="en-US" dirty="0" err="1"/>
            <a:t>LangChain</a:t>
          </a:r>
          <a:r>
            <a:rPr lang="en-US" dirty="0"/>
            <a:t> core. Next, let's look at the use cases of </a:t>
          </a:r>
          <a:r>
            <a:rPr lang="en-US" dirty="0" err="1"/>
            <a:t>LangChain</a:t>
          </a:r>
          <a:r>
            <a:rPr lang="en-US" dirty="0"/>
            <a:t>.</a:t>
          </a:r>
        </a:p>
        <a:p>
          <a:r>
            <a:rPr lang="en-US" dirty="0"/>
            <a:t> ​</a:t>
          </a:r>
          <a:r>
            <a:rPr lang="en-US" dirty="0" err="1"/>
            <a:t>LangChain</a:t>
          </a:r>
          <a:r>
            <a:rPr lang="en-US" dirty="0"/>
            <a:t> offers various applications ​that encourage developers to create seamless AI solutions ​across different ​domains.</a:t>
          </a:r>
        </a:p>
        <a:p>
          <a:r>
            <a:rPr lang="en-US" dirty="0"/>
            <a:t> </a:t>
          </a:r>
          <a:r>
            <a:rPr lang="en-US" dirty="0" err="1"/>
            <a:t>LangChain</a:t>
          </a:r>
          <a:r>
            <a:rPr lang="en-US" dirty="0"/>
            <a:t> ​helps build chat bots and AI agents to enhance ​user interactions.</a:t>
          </a:r>
        </a:p>
        <a:p>
          <a:r>
            <a:rPr lang="en-US" dirty="0"/>
            <a:t> It also simplifies ​API integration to connect them seamlessly with ​various services.</a:t>
          </a:r>
        </a:p>
        <a:p>
          <a:r>
            <a:rPr lang="en-US" dirty="0"/>
            <a:t> </a:t>
          </a:r>
          <a:r>
            <a:rPr lang="en-US" dirty="0" err="1"/>
            <a:t>LangChain</a:t>
          </a:r>
          <a:r>
            <a:rPr lang="en-US" dirty="0"/>
            <a:t> also helps developers ​extract valuable ​insights by understanding code and queries in tabular data.</a:t>
          </a:r>
        </a:p>
        <a:p>
          <a:r>
            <a:rPr lang="en-US" dirty="0"/>
            <a:t> ​Further, </a:t>
          </a:r>
          <a:r>
            <a:rPr lang="en-US" dirty="0" err="1"/>
            <a:t>LangChain</a:t>
          </a:r>
          <a:r>
            <a:rPr lang="en-US" dirty="0"/>
            <a:t> helps generate document-based questions and answers, ​summarizes texts, and ​enhances information retrieval and content management. </a:t>
          </a:r>
        </a:p>
      </dgm:t>
    </dgm:pt>
    <dgm:pt modelId="{3A57EC87-F95E-4241-A44A-8CBCB3530FAB}" type="parTrans" cxnId="{0641CD68-5BA2-4513-9F56-BB4603C24FA9}">
      <dgm:prSet/>
      <dgm:spPr/>
      <dgm:t>
        <a:bodyPr/>
        <a:lstStyle/>
        <a:p>
          <a:endParaRPr lang="en-US"/>
        </a:p>
      </dgm:t>
    </dgm:pt>
    <dgm:pt modelId="{9A0615BF-CB1A-48D3-A1DC-9B4FDC23A73C}" type="sibTrans" cxnId="{0641CD68-5BA2-4513-9F56-BB4603C24FA9}">
      <dgm:prSet phldrT="4"/>
      <dgm:spPr/>
      <dgm:t>
        <a:bodyPr/>
        <a:lstStyle/>
        <a:p>
          <a:endParaRPr lang="en-US"/>
        </a:p>
      </dgm:t>
    </dgm:pt>
    <dgm:pt modelId="{F8538EE7-6C58-4E63-933A-93D42FFC1FBC}">
      <dgm:prSet/>
      <dgm:spPr/>
      <dgm:t>
        <a:bodyPr/>
        <a:lstStyle/>
        <a:p>
          <a:r>
            <a:rPr lang="en-US" dirty="0"/>
            <a:t>Do you know why </a:t>
          </a:r>
          <a:r>
            <a:rPr lang="en-US" dirty="0" err="1"/>
            <a:t>LangChain</a:t>
          </a:r>
          <a:r>
            <a:rPr lang="en-US" dirty="0"/>
            <a:t> is important?</a:t>
          </a:r>
        </a:p>
        <a:p>
          <a:r>
            <a:rPr lang="en-US" dirty="0"/>
            <a:t> ​</a:t>
          </a:r>
          <a:r>
            <a:rPr lang="en-US" dirty="0" err="1"/>
            <a:t>LangChain</a:t>
          </a:r>
          <a:r>
            <a:rPr lang="en-US" dirty="0"/>
            <a:t> simplifies the integration ​of language models like ​GPT-4 and makes it accessible ​for developers to build natural language processing or NLP applications. </a:t>
          </a:r>
        </a:p>
      </dgm:t>
    </dgm:pt>
    <dgm:pt modelId="{BD2DA9B0-3EEB-4D19-9097-2D87F3861C7B}" type="parTrans" cxnId="{8B51DA7F-138E-4C50-8401-06536D3B299F}">
      <dgm:prSet/>
      <dgm:spPr/>
      <dgm:t>
        <a:bodyPr/>
        <a:lstStyle/>
        <a:p>
          <a:endParaRPr lang="en-US"/>
        </a:p>
      </dgm:t>
    </dgm:pt>
    <dgm:pt modelId="{D9710CCC-FAC5-40AD-9FED-95B2DE8A3CA7}" type="sibTrans" cxnId="{8B51DA7F-138E-4C50-8401-06536D3B299F}">
      <dgm:prSet/>
      <dgm:spPr/>
      <dgm:t>
        <a:bodyPr/>
        <a:lstStyle/>
        <a:p>
          <a:endParaRPr lang="en-US"/>
        </a:p>
      </dgm:t>
    </dgm:pt>
    <dgm:pt modelId="{1B48941F-B4DD-448D-8C53-FD70184F885B}" type="pres">
      <dgm:prSet presAssocID="{8FAD8563-66A8-4A0F-A557-BA5778955115}" presName="diagram" presStyleCnt="0">
        <dgm:presLayoutVars>
          <dgm:dir/>
          <dgm:resizeHandles val="exact"/>
        </dgm:presLayoutVars>
      </dgm:prSet>
      <dgm:spPr/>
    </dgm:pt>
    <dgm:pt modelId="{AC1C003B-B39F-40FB-B990-3795C4F99CD5}" type="pres">
      <dgm:prSet presAssocID="{6AFBD6BF-7FE4-42B5-B074-40CDFD192CE9}" presName="node" presStyleLbl="node1" presStyleIdx="0" presStyleCnt="4">
        <dgm:presLayoutVars>
          <dgm:bulletEnabled val="1"/>
        </dgm:presLayoutVars>
      </dgm:prSet>
      <dgm:spPr/>
    </dgm:pt>
    <dgm:pt modelId="{019E8CD8-D404-4365-9B7C-FA65DCDBD0D6}" type="pres">
      <dgm:prSet presAssocID="{53B7C097-1967-4ACD-983F-E50BC1C1E463}" presName="sibTrans" presStyleCnt="0"/>
      <dgm:spPr/>
    </dgm:pt>
    <dgm:pt modelId="{5419C6C0-29B9-4F4C-A414-1EE56AD96FE2}" type="pres">
      <dgm:prSet presAssocID="{F8538EE7-6C58-4E63-933A-93D42FFC1FBC}" presName="node" presStyleLbl="node1" presStyleIdx="1" presStyleCnt="4">
        <dgm:presLayoutVars>
          <dgm:bulletEnabled val="1"/>
        </dgm:presLayoutVars>
      </dgm:prSet>
      <dgm:spPr/>
    </dgm:pt>
    <dgm:pt modelId="{558DF16A-3A16-461F-92C4-5391CB3BE3A4}" type="pres">
      <dgm:prSet presAssocID="{D9710CCC-FAC5-40AD-9FED-95B2DE8A3CA7}" presName="sibTrans" presStyleCnt="0"/>
      <dgm:spPr/>
    </dgm:pt>
    <dgm:pt modelId="{7AAB933E-51FD-4562-BC0B-53BF2FCE0539}" type="pres">
      <dgm:prSet presAssocID="{2310F045-5CC0-407B-9EEB-3F92454BD414}" presName="node" presStyleLbl="node1" presStyleIdx="2" presStyleCnt="4">
        <dgm:presLayoutVars>
          <dgm:bulletEnabled val="1"/>
        </dgm:presLayoutVars>
      </dgm:prSet>
      <dgm:spPr/>
    </dgm:pt>
    <dgm:pt modelId="{A6A12F5E-CBC9-4BE2-BA1D-3E017437858E}" type="pres">
      <dgm:prSet presAssocID="{CCE65DBB-937B-4C46-B072-B83D36D845A2}" presName="sibTrans" presStyleCnt="0"/>
      <dgm:spPr/>
    </dgm:pt>
    <dgm:pt modelId="{3421DA26-6C2D-4F76-975E-F917537BB3C2}" type="pres">
      <dgm:prSet presAssocID="{95422C83-96B1-4CD2-82B3-C5045DC7C647}" presName="node" presStyleLbl="node1" presStyleIdx="3" presStyleCnt="4">
        <dgm:presLayoutVars>
          <dgm:bulletEnabled val="1"/>
        </dgm:presLayoutVars>
      </dgm:prSet>
      <dgm:spPr/>
    </dgm:pt>
  </dgm:ptLst>
  <dgm:cxnLst>
    <dgm:cxn modelId="{B7437C01-D2E0-4E88-B1DB-A32D80E960AC}" type="presOf" srcId="{6AFBD6BF-7FE4-42B5-B074-40CDFD192CE9}" destId="{AC1C003B-B39F-40FB-B990-3795C4F99CD5}" srcOrd="0" destOrd="0" presId="urn:microsoft.com/office/officeart/2005/8/layout/default"/>
    <dgm:cxn modelId="{D9B3FD32-EC22-438B-B558-0478E66CFA0A}" srcId="{8FAD8563-66A8-4A0F-A557-BA5778955115}" destId="{6AFBD6BF-7FE4-42B5-B074-40CDFD192CE9}" srcOrd="0" destOrd="0" parTransId="{04DE28FC-40FD-4E38-AE4A-2C1C751C3278}" sibTransId="{53B7C097-1967-4ACD-983F-E50BC1C1E463}"/>
    <dgm:cxn modelId="{6CDEB443-76E8-413B-871C-C6450076E888}" type="presOf" srcId="{F8538EE7-6C58-4E63-933A-93D42FFC1FBC}" destId="{5419C6C0-29B9-4F4C-A414-1EE56AD96FE2}" srcOrd="0" destOrd="0" presId="urn:microsoft.com/office/officeart/2005/8/layout/default"/>
    <dgm:cxn modelId="{0641CD68-5BA2-4513-9F56-BB4603C24FA9}" srcId="{8FAD8563-66A8-4A0F-A557-BA5778955115}" destId="{95422C83-96B1-4CD2-82B3-C5045DC7C647}" srcOrd="3" destOrd="0" parTransId="{3A57EC87-F95E-4241-A44A-8CBCB3530FAB}" sibTransId="{9A0615BF-CB1A-48D3-A1DC-9B4FDC23A73C}"/>
    <dgm:cxn modelId="{8B51DA7F-138E-4C50-8401-06536D3B299F}" srcId="{8FAD8563-66A8-4A0F-A557-BA5778955115}" destId="{F8538EE7-6C58-4E63-933A-93D42FFC1FBC}" srcOrd="1" destOrd="0" parTransId="{BD2DA9B0-3EEB-4D19-9097-2D87F3861C7B}" sibTransId="{D9710CCC-FAC5-40AD-9FED-95B2DE8A3CA7}"/>
    <dgm:cxn modelId="{C5228E90-9209-40D2-AC9B-01684BFD8D00}" type="presOf" srcId="{95422C83-96B1-4CD2-82B3-C5045DC7C647}" destId="{3421DA26-6C2D-4F76-975E-F917537BB3C2}" srcOrd="0" destOrd="0" presId="urn:microsoft.com/office/officeart/2005/8/layout/default"/>
    <dgm:cxn modelId="{535708B5-7721-4758-8F9B-D41789B8F7EB}" srcId="{8FAD8563-66A8-4A0F-A557-BA5778955115}" destId="{2310F045-5CC0-407B-9EEB-3F92454BD414}" srcOrd="2" destOrd="0" parTransId="{E3E6B688-DD2D-4261-8D78-A8F3A401C319}" sibTransId="{CCE65DBB-937B-4C46-B072-B83D36D845A2}"/>
    <dgm:cxn modelId="{FD45F5C0-2FC9-4D55-BED6-78824AA08481}" type="presOf" srcId="{8FAD8563-66A8-4A0F-A557-BA5778955115}" destId="{1B48941F-B4DD-448D-8C53-FD70184F885B}" srcOrd="0" destOrd="0" presId="urn:microsoft.com/office/officeart/2005/8/layout/default"/>
    <dgm:cxn modelId="{7BF0C4E9-A527-40FE-9B98-817FCAEF9122}" type="presOf" srcId="{2310F045-5CC0-407B-9EEB-3F92454BD414}" destId="{7AAB933E-51FD-4562-BC0B-53BF2FCE0539}" srcOrd="0" destOrd="0" presId="urn:microsoft.com/office/officeart/2005/8/layout/default"/>
    <dgm:cxn modelId="{EAFAC7C4-A8B3-49CD-99EF-AB42F9577163}" type="presParOf" srcId="{1B48941F-B4DD-448D-8C53-FD70184F885B}" destId="{AC1C003B-B39F-40FB-B990-3795C4F99CD5}" srcOrd="0" destOrd="0" presId="urn:microsoft.com/office/officeart/2005/8/layout/default"/>
    <dgm:cxn modelId="{4F9F20A6-19E5-439F-B513-3FC5EE495453}" type="presParOf" srcId="{1B48941F-B4DD-448D-8C53-FD70184F885B}" destId="{019E8CD8-D404-4365-9B7C-FA65DCDBD0D6}" srcOrd="1" destOrd="0" presId="urn:microsoft.com/office/officeart/2005/8/layout/default"/>
    <dgm:cxn modelId="{CF540F28-2639-451F-B8A2-037CF250BF5D}" type="presParOf" srcId="{1B48941F-B4DD-448D-8C53-FD70184F885B}" destId="{5419C6C0-29B9-4F4C-A414-1EE56AD96FE2}" srcOrd="2" destOrd="0" presId="urn:microsoft.com/office/officeart/2005/8/layout/default"/>
    <dgm:cxn modelId="{8F7AC57D-80CA-4783-B529-8B4A7792788F}" type="presParOf" srcId="{1B48941F-B4DD-448D-8C53-FD70184F885B}" destId="{558DF16A-3A16-461F-92C4-5391CB3BE3A4}" srcOrd="3" destOrd="0" presId="urn:microsoft.com/office/officeart/2005/8/layout/default"/>
    <dgm:cxn modelId="{A84CF146-1E93-4365-9EF8-C51B44C0F507}" type="presParOf" srcId="{1B48941F-B4DD-448D-8C53-FD70184F885B}" destId="{7AAB933E-51FD-4562-BC0B-53BF2FCE0539}" srcOrd="4" destOrd="0" presId="urn:microsoft.com/office/officeart/2005/8/layout/default"/>
    <dgm:cxn modelId="{62C9D239-D668-4944-BD18-A6C56C25E58B}" type="presParOf" srcId="{1B48941F-B4DD-448D-8C53-FD70184F885B}" destId="{A6A12F5E-CBC9-4BE2-BA1D-3E017437858E}" srcOrd="5" destOrd="0" presId="urn:microsoft.com/office/officeart/2005/8/layout/default"/>
    <dgm:cxn modelId="{50D1D27C-A962-4A12-B6A5-159563AF6661}" type="presParOf" srcId="{1B48941F-B4DD-448D-8C53-FD70184F885B}" destId="{3421DA26-6C2D-4F76-975E-F917537BB3C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60CB2-6F21-4767-9DFD-46561F0B93B2}">
      <dsp:nvSpPr>
        <dsp:cNvPr id="0" name=""/>
        <dsp:cNvSpPr/>
      </dsp:nvSpPr>
      <dsp:spPr>
        <a:xfrm>
          <a:off x="5041" y="141509"/>
          <a:ext cx="1932617" cy="7037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From Programmatic Logic to Agentic Systems</a:t>
          </a:r>
          <a:endParaRPr lang="en-US" sz="1400" kern="1200"/>
        </a:p>
      </dsp:txBody>
      <dsp:txXfrm>
        <a:off x="5041" y="141509"/>
        <a:ext cx="1932617" cy="703700"/>
      </dsp:txXfrm>
    </dsp:sp>
    <dsp:sp modelId="{E0239F77-229C-483C-BAFF-318E4EC41C96}">
      <dsp:nvSpPr>
        <dsp:cNvPr id="0" name=""/>
        <dsp:cNvSpPr/>
      </dsp:nvSpPr>
      <dsp:spPr>
        <a:xfrm>
          <a:off x="5041" y="845209"/>
          <a:ext cx="1932617" cy="407357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In many </a:t>
          </a:r>
          <a:r>
            <a:rPr lang="en-US" sz="1400" b="1" kern="1200" dirty="0"/>
            <a:t>AI systems</a:t>
          </a:r>
          <a:r>
            <a:rPr lang="en-US" sz="1400" kern="1200" dirty="0"/>
            <a:t>, the </a:t>
          </a:r>
          <a:r>
            <a:rPr lang="en-US" sz="1400" b="1" kern="1200" dirty="0"/>
            <a:t>control logic is predefined by humans</a:t>
          </a:r>
          <a:r>
            <a:rPr lang="en-US" sz="1400" kern="1200" dirty="0"/>
            <a:t>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Developers specify </a:t>
          </a:r>
          <a:r>
            <a:rPr lang="en-US" sz="1400" b="1" kern="1200"/>
            <a:t>exact rules and workflows</a:t>
          </a:r>
          <a:r>
            <a:rPr lang="en-US" sz="1400" kern="1200"/>
            <a:t> for how the system should operate.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However, another approach is to let a </a:t>
          </a:r>
          <a:r>
            <a:rPr lang="en-US" sz="1400" b="1" kern="1200"/>
            <a:t>Large Language Model (LLM) control the logic</a:t>
          </a:r>
          <a:r>
            <a:rPr lang="en-US" sz="1400" kern="1200"/>
            <a:t>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This shift is possible because modern LLMs have </a:t>
          </a:r>
          <a:r>
            <a:rPr lang="en-US" sz="1400" b="1" kern="1200"/>
            <a:t>strong reasoning capabilities</a:t>
          </a:r>
          <a:r>
            <a:rPr lang="en-US" sz="1400" kern="1200"/>
            <a:t>.</a:t>
          </a:r>
        </a:p>
      </dsp:txBody>
      <dsp:txXfrm>
        <a:off x="5041" y="845209"/>
        <a:ext cx="1932617" cy="4073579"/>
      </dsp:txXfrm>
    </dsp:sp>
    <dsp:sp modelId="{FAB2285E-D273-4D21-9A16-C5019A9C111B}">
      <dsp:nvSpPr>
        <dsp:cNvPr id="0" name=""/>
        <dsp:cNvSpPr/>
      </dsp:nvSpPr>
      <dsp:spPr>
        <a:xfrm>
          <a:off x="2208225" y="141509"/>
          <a:ext cx="1932617" cy="703700"/>
        </a:xfrm>
        <a:prstGeom prst="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Reasoning Capabilities of LLMs</a:t>
          </a:r>
          <a:endParaRPr lang="en-US" sz="1400" kern="1200"/>
        </a:p>
      </dsp:txBody>
      <dsp:txXfrm>
        <a:off x="2208225" y="141509"/>
        <a:ext cx="1932617" cy="703700"/>
      </dsp:txXfrm>
    </dsp:sp>
    <dsp:sp modelId="{C9FBB3D4-E351-4A18-AEF5-37C8E8240B38}">
      <dsp:nvSpPr>
        <dsp:cNvPr id="0" name=""/>
        <dsp:cNvSpPr/>
      </dsp:nvSpPr>
      <dsp:spPr>
        <a:xfrm>
          <a:off x="2208225" y="845209"/>
          <a:ext cx="1932617" cy="4073579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LLMs can analyze </a:t>
          </a:r>
          <a:r>
            <a:rPr lang="en-US" sz="1400" b="1" kern="1200"/>
            <a:t>complex problems</a:t>
          </a:r>
          <a:r>
            <a:rPr lang="en-US" sz="1400" kern="1200"/>
            <a:t>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They can </a:t>
          </a:r>
          <a:r>
            <a:rPr lang="en-US" sz="1400" b="1" kern="1200"/>
            <a:t>break problems into smaller steps</a:t>
          </a:r>
          <a:r>
            <a:rPr lang="en-US" sz="1400" kern="1200"/>
            <a:t>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They can </a:t>
          </a:r>
          <a:r>
            <a:rPr lang="en-US" sz="1400" b="1" kern="1200"/>
            <a:t>generate plans</a:t>
          </a:r>
          <a:r>
            <a:rPr lang="en-US" sz="1400" kern="1200"/>
            <a:t> to solve tasks step-by-step.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Two styles of system behavior:</a:t>
          </a:r>
        </a:p>
      </dsp:txBody>
      <dsp:txXfrm>
        <a:off x="2208225" y="845209"/>
        <a:ext cx="1932617" cy="4073579"/>
      </dsp:txXfrm>
    </dsp:sp>
    <dsp:sp modelId="{C0941BDB-5D7C-48CB-9AA0-8AD16F823B9D}">
      <dsp:nvSpPr>
        <dsp:cNvPr id="0" name=""/>
        <dsp:cNvSpPr/>
      </dsp:nvSpPr>
      <dsp:spPr>
        <a:xfrm>
          <a:off x="4411409" y="141509"/>
          <a:ext cx="1932617" cy="703700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Think Fast</a:t>
          </a:r>
          <a:endParaRPr lang="en-US" sz="1400" kern="1200"/>
        </a:p>
      </dsp:txBody>
      <dsp:txXfrm>
        <a:off x="4411409" y="141509"/>
        <a:ext cx="1932617" cy="703700"/>
      </dsp:txXfrm>
    </dsp:sp>
    <dsp:sp modelId="{9357E40D-7424-47DB-96D7-E53D23C74F27}">
      <dsp:nvSpPr>
        <dsp:cNvPr id="0" name=""/>
        <dsp:cNvSpPr/>
      </dsp:nvSpPr>
      <dsp:spPr>
        <a:xfrm>
          <a:off x="4411409" y="845209"/>
          <a:ext cx="1932617" cy="4073579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Follow fixed instructions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Execute tasks exactly as programmed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No deviation from predefined logic</a:t>
          </a:r>
        </a:p>
      </dsp:txBody>
      <dsp:txXfrm>
        <a:off x="4411409" y="845209"/>
        <a:ext cx="1932617" cy="4073579"/>
      </dsp:txXfrm>
    </dsp:sp>
    <dsp:sp modelId="{3C3DD17F-94B1-4C99-B715-09BE38438DC1}">
      <dsp:nvSpPr>
        <dsp:cNvPr id="0" name=""/>
        <dsp:cNvSpPr/>
      </dsp:nvSpPr>
      <dsp:spPr>
        <a:xfrm>
          <a:off x="6614593" y="141509"/>
          <a:ext cx="1932617" cy="703700"/>
        </a:xfrm>
        <a:prstGeom prst="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Think Slow</a:t>
          </a:r>
          <a:endParaRPr lang="en-US" sz="1400" kern="1200"/>
        </a:p>
      </dsp:txBody>
      <dsp:txXfrm>
        <a:off x="6614593" y="141509"/>
        <a:ext cx="1932617" cy="703700"/>
      </dsp:txXfrm>
    </dsp:sp>
    <dsp:sp modelId="{5E81B2AD-1D3B-4D58-AE43-ED3E2BC74D22}">
      <dsp:nvSpPr>
        <dsp:cNvPr id="0" name=""/>
        <dsp:cNvSpPr/>
      </dsp:nvSpPr>
      <dsp:spPr>
        <a:xfrm>
          <a:off x="6614593" y="845209"/>
          <a:ext cx="1932617" cy="4073579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Create a plan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Solve each step sequentially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Reevaluate and adjust the plan if needed</a:t>
          </a:r>
        </a:p>
      </dsp:txBody>
      <dsp:txXfrm>
        <a:off x="6614593" y="845209"/>
        <a:ext cx="1932617" cy="4073579"/>
      </dsp:txXfrm>
    </dsp:sp>
    <dsp:sp modelId="{DDE49560-C9EA-4635-BD9C-FB214965EFFC}">
      <dsp:nvSpPr>
        <dsp:cNvPr id="0" name=""/>
        <dsp:cNvSpPr/>
      </dsp:nvSpPr>
      <dsp:spPr>
        <a:xfrm>
          <a:off x="8817777" y="141509"/>
          <a:ext cx="1932617" cy="703700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Agentic Approach</a:t>
          </a:r>
          <a:endParaRPr lang="en-US" sz="1400" kern="1200"/>
        </a:p>
      </dsp:txBody>
      <dsp:txXfrm>
        <a:off x="8817777" y="141509"/>
        <a:ext cx="1932617" cy="703700"/>
      </dsp:txXfrm>
    </dsp:sp>
    <dsp:sp modelId="{2E79C17A-392B-4271-B2B2-B15D4A587DAD}">
      <dsp:nvSpPr>
        <dsp:cNvPr id="0" name=""/>
        <dsp:cNvSpPr/>
      </dsp:nvSpPr>
      <dsp:spPr>
        <a:xfrm>
          <a:off x="8817777" y="845209"/>
          <a:ext cx="1932617" cy="407357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When an </a:t>
          </a:r>
          <a:r>
            <a:rPr lang="en-US" sz="1400" b="1" kern="1200" dirty="0"/>
            <a:t>LLM controls the decision-making process</a:t>
          </a:r>
          <a:r>
            <a:rPr lang="en-US" sz="1400" kern="1200" dirty="0"/>
            <a:t>, the system becomes </a:t>
          </a:r>
          <a:r>
            <a:rPr lang="en-US" sz="1400" b="1" kern="1200" dirty="0"/>
            <a:t>agentic</a:t>
          </a:r>
          <a:r>
            <a:rPr lang="en-US" sz="1400" kern="1200" dirty="0"/>
            <a:t>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model decides: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How to solve the problem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What steps to take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Which tools to use</a:t>
          </a:r>
          <a:br>
            <a:rPr lang="en-US" sz="1400" kern="1200" dirty="0"/>
          </a:br>
          <a:endParaRPr lang="en-US" sz="1400" kern="1200" dirty="0"/>
        </a:p>
      </dsp:txBody>
      <dsp:txXfrm>
        <a:off x="8817777" y="845209"/>
        <a:ext cx="1932617" cy="40735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A0A90-2D0D-4605-B48E-67AAB710EC5D}">
      <dsp:nvSpPr>
        <dsp:cNvPr id="0" name=""/>
        <dsp:cNvSpPr/>
      </dsp:nvSpPr>
      <dsp:spPr>
        <a:xfrm>
          <a:off x="1636841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092" y="424205"/>
        <a:ext cx="16163" cy="3235"/>
      </dsp:txXfrm>
    </dsp:sp>
    <dsp:sp modelId="{8588CB5A-B876-4A6B-B206-53F721F17816}">
      <dsp:nvSpPr>
        <dsp:cNvPr id="0" name=""/>
        <dsp:cNvSpPr/>
      </dsp:nvSpPr>
      <dsp:spPr>
        <a:xfrm>
          <a:off x="233143" y="4174"/>
          <a:ext cx="1405498" cy="8432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 Core Components of LLM Agents</a:t>
          </a:r>
          <a:endParaRPr lang="en-US" sz="1200" kern="1200" dirty="0"/>
        </a:p>
      </dsp:txBody>
      <dsp:txXfrm>
        <a:off x="233143" y="4174"/>
        <a:ext cx="1405498" cy="843299"/>
      </dsp:txXfrm>
    </dsp:sp>
    <dsp:sp modelId="{18CA2F0C-C0B3-48FD-BB38-94CE98F4642F}">
      <dsp:nvSpPr>
        <dsp:cNvPr id="0" name=""/>
        <dsp:cNvSpPr/>
      </dsp:nvSpPr>
      <dsp:spPr>
        <a:xfrm>
          <a:off x="3365604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339138"/>
              <a:satOff val="-973"/>
              <a:lumOff val="-155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3855" y="424205"/>
        <a:ext cx="16163" cy="3235"/>
      </dsp:txXfrm>
    </dsp:sp>
    <dsp:sp modelId="{AD96CB89-6D5B-40DD-913A-FB5664A3CE8E}">
      <dsp:nvSpPr>
        <dsp:cNvPr id="0" name=""/>
        <dsp:cNvSpPr/>
      </dsp:nvSpPr>
      <dsp:spPr>
        <a:xfrm>
          <a:off x="1961906" y="4174"/>
          <a:ext cx="1405498" cy="843299"/>
        </a:xfrm>
        <a:prstGeom prst="rect">
          <a:avLst/>
        </a:prstGeom>
        <a:solidFill>
          <a:schemeClr val="accent2">
            <a:hueOff val="322181"/>
            <a:satOff val="-925"/>
            <a:lumOff val="-14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1. Reasoning</a:t>
          </a:r>
          <a:endParaRPr lang="en-US" sz="1200" kern="1200" dirty="0"/>
        </a:p>
      </dsp:txBody>
      <dsp:txXfrm>
        <a:off x="1961906" y="4174"/>
        <a:ext cx="1405498" cy="843299"/>
      </dsp:txXfrm>
    </dsp:sp>
    <dsp:sp modelId="{6BABA1F2-C5DF-4E14-9B86-A003AE5225D1}">
      <dsp:nvSpPr>
        <dsp:cNvPr id="0" name=""/>
        <dsp:cNvSpPr/>
      </dsp:nvSpPr>
      <dsp:spPr>
        <a:xfrm>
          <a:off x="5094367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678275"/>
              <a:satOff val="-1947"/>
              <a:lumOff val="-311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618" y="424205"/>
        <a:ext cx="16163" cy="3235"/>
      </dsp:txXfrm>
    </dsp:sp>
    <dsp:sp modelId="{B5D670E5-96C5-4243-A4F4-4E651026A6C3}">
      <dsp:nvSpPr>
        <dsp:cNvPr id="0" name=""/>
        <dsp:cNvSpPr/>
      </dsp:nvSpPr>
      <dsp:spPr>
        <a:xfrm>
          <a:off x="3690669" y="4174"/>
          <a:ext cx="1405498" cy="843299"/>
        </a:xfrm>
        <a:prstGeom prst="rect">
          <a:avLst/>
        </a:prstGeom>
        <a:solidFill>
          <a:schemeClr val="accent2">
            <a:hueOff val="644361"/>
            <a:satOff val="-1849"/>
            <a:lumOff val="-2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model </a:t>
          </a:r>
          <a:r>
            <a:rPr lang="en-US" sz="1200" b="1" kern="1200" dirty="0"/>
            <a:t>analyzes the problem and generates a plan</a:t>
          </a:r>
          <a:r>
            <a:rPr lang="en-US" sz="1200" kern="1200" dirty="0"/>
            <a:t>.</a:t>
          </a:r>
        </a:p>
      </dsp:txBody>
      <dsp:txXfrm>
        <a:off x="3690669" y="4174"/>
        <a:ext cx="1405498" cy="843299"/>
      </dsp:txXfrm>
    </dsp:sp>
    <dsp:sp modelId="{A599FF59-DD5A-4178-B7CF-40CBA60525EC}">
      <dsp:nvSpPr>
        <dsp:cNvPr id="0" name=""/>
        <dsp:cNvSpPr/>
      </dsp:nvSpPr>
      <dsp:spPr>
        <a:xfrm>
          <a:off x="6823130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1017413"/>
              <a:satOff val="-2920"/>
              <a:lumOff val="-467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61381" y="424205"/>
        <a:ext cx="16163" cy="3235"/>
      </dsp:txXfrm>
    </dsp:sp>
    <dsp:sp modelId="{ACCC3D0E-68C3-4B62-9AD7-50B84637D7EC}">
      <dsp:nvSpPr>
        <dsp:cNvPr id="0" name=""/>
        <dsp:cNvSpPr/>
      </dsp:nvSpPr>
      <dsp:spPr>
        <a:xfrm>
          <a:off x="5419432" y="4174"/>
          <a:ext cx="1405498" cy="843299"/>
        </a:xfrm>
        <a:prstGeom prst="rect">
          <a:avLst/>
        </a:prstGeom>
        <a:solidFill>
          <a:schemeClr val="accent2">
            <a:hueOff val="966542"/>
            <a:satOff val="-2774"/>
            <a:lumOff val="-44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It reasons through </a:t>
          </a:r>
          <a:r>
            <a:rPr lang="en-US" sz="1200" b="1" kern="1200" dirty="0"/>
            <a:t>each step of the solution process</a:t>
          </a:r>
          <a:r>
            <a:rPr lang="en-US" sz="1200" kern="1200" dirty="0"/>
            <a:t>.</a:t>
          </a:r>
        </a:p>
      </dsp:txBody>
      <dsp:txXfrm>
        <a:off x="5419432" y="4174"/>
        <a:ext cx="1405498" cy="843299"/>
      </dsp:txXfrm>
    </dsp:sp>
    <dsp:sp modelId="{4FE55751-1463-4188-8A0A-D5C948F5BABB}">
      <dsp:nvSpPr>
        <dsp:cNvPr id="0" name=""/>
        <dsp:cNvSpPr/>
      </dsp:nvSpPr>
      <dsp:spPr>
        <a:xfrm>
          <a:off x="8551893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1356550"/>
              <a:satOff val="-3893"/>
              <a:lumOff val="-623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90144" y="424205"/>
        <a:ext cx="16163" cy="3235"/>
      </dsp:txXfrm>
    </dsp:sp>
    <dsp:sp modelId="{08B68176-4889-4CD5-A790-E6C062E03587}">
      <dsp:nvSpPr>
        <dsp:cNvPr id="0" name=""/>
        <dsp:cNvSpPr/>
      </dsp:nvSpPr>
      <dsp:spPr>
        <a:xfrm>
          <a:off x="7148195" y="4174"/>
          <a:ext cx="1405498" cy="843299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2. Acting (Using Tools)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Agents can interact with external programs, called tools.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The model decides when and how to </a:t>
          </a:r>
          <a:r>
            <a:rPr lang="en-US" sz="800" kern="1200" dirty="0"/>
            <a:t>use them.</a:t>
          </a:r>
        </a:p>
      </dsp:txBody>
      <dsp:txXfrm>
        <a:off x="7148195" y="4174"/>
        <a:ext cx="1405498" cy="843299"/>
      </dsp:txXfrm>
    </dsp:sp>
    <dsp:sp modelId="{7148025D-069A-4318-A1B5-A35C1EAC2D56}">
      <dsp:nvSpPr>
        <dsp:cNvPr id="0" name=""/>
        <dsp:cNvSpPr/>
      </dsp:nvSpPr>
      <dsp:spPr>
        <a:xfrm>
          <a:off x="935892" y="845673"/>
          <a:ext cx="8643814" cy="292664"/>
        </a:xfrm>
        <a:custGeom>
          <a:avLst/>
          <a:gdLst/>
          <a:ahLst/>
          <a:cxnLst/>
          <a:rect l="0" t="0" r="0" b="0"/>
          <a:pathLst>
            <a:path>
              <a:moveTo>
                <a:pt x="8643814" y="0"/>
              </a:moveTo>
              <a:lnTo>
                <a:pt x="8643814" y="163432"/>
              </a:lnTo>
              <a:lnTo>
                <a:pt x="0" y="163432"/>
              </a:lnTo>
              <a:lnTo>
                <a:pt x="0" y="292664"/>
              </a:lnTo>
            </a:path>
          </a:pathLst>
        </a:custGeom>
        <a:noFill/>
        <a:ln w="12700" cap="flat" cmpd="sng" algn="ctr">
          <a:solidFill>
            <a:schemeClr val="accent2">
              <a:hueOff val="1695688"/>
              <a:satOff val="-4867"/>
              <a:lumOff val="-779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553" y="990387"/>
        <a:ext cx="432492" cy="3235"/>
      </dsp:txXfrm>
    </dsp:sp>
    <dsp:sp modelId="{5B4809AC-4499-496C-8EA4-107308D9263D}">
      <dsp:nvSpPr>
        <dsp:cNvPr id="0" name=""/>
        <dsp:cNvSpPr/>
      </dsp:nvSpPr>
      <dsp:spPr>
        <a:xfrm>
          <a:off x="8876958" y="4174"/>
          <a:ext cx="1405498" cy="843299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Examples of tools: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Web search, Database queries, Calculators, APIs, Code execution, Translation models</a:t>
          </a:r>
        </a:p>
      </dsp:txBody>
      <dsp:txXfrm>
        <a:off x="8876958" y="4174"/>
        <a:ext cx="1405498" cy="843299"/>
      </dsp:txXfrm>
    </dsp:sp>
    <dsp:sp modelId="{A3DC55EA-7E84-4B4A-A63D-F878D32AF622}">
      <dsp:nvSpPr>
        <dsp:cNvPr id="0" name=""/>
        <dsp:cNvSpPr/>
      </dsp:nvSpPr>
      <dsp:spPr>
        <a:xfrm>
          <a:off x="1636841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2034825"/>
              <a:satOff val="-5840"/>
              <a:lumOff val="-935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092" y="1590769"/>
        <a:ext cx="16163" cy="3235"/>
      </dsp:txXfrm>
    </dsp:sp>
    <dsp:sp modelId="{501BFF20-C960-4DB6-93FE-0BA3FA3CA3B5}">
      <dsp:nvSpPr>
        <dsp:cNvPr id="0" name=""/>
        <dsp:cNvSpPr/>
      </dsp:nvSpPr>
      <dsp:spPr>
        <a:xfrm>
          <a:off x="233143" y="1170737"/>
          <a:ext cx="1405498" cy="843299"/>
        </a:xfrm>
        <a:prstGeom prst="rect">
          <a:avLst/>
        </a:prstGeom>
        <a:solidFill>
          <a:schemeClr val="accent2">
            <a:hueOff val="1933084"/>
            <a:satOff val="-5548"/>
            <a:lumOff val="-88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These tools allow agents to perform tasks beyond the model’s internal knowledge.</a:t>
          </a:r>
        </a:p>
      </dsp:txBody>
      <dsp:txXfrm>
        <a:off x="233143" y="1170737"/>
        <a:ext cx="1405498" cy="843299"/>
      </dsp:txXfrm>
    </dsp:sp>
    <dsp:sp modelId="{6A2DFB75-8BD1-459F-8502-4B20951FC75C}">
      <dsp:nvSpPr>
        <dsp:cNvPr id="0" name=""/>
        <dsp:cNvSpPr/>
      </dsp:nvSpPr>
      <dsp:spPr>
        <a:xfrm>
          <a:off x="3365604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2373963"/>
              <a:satOff val="-6813"/>
              <a:lumOff val="-109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3855" y="1590769"/>
        <a:ext cx="16163" cy="3235"/>
      </dsp:txXfrm>
    </dsp:sp>
    <dsp:sp modelId="{64EFD681-0205-48B4-A514-F9E8CEAEAF41}">
      <dsp:nvSpPr>
        <dsp:cNvPr id="0" name=""/>
        <dsp:cNvSpPr/>
      </dsp:nvSpPr>
      <dsp:spPr>
        <a:xfrm>
          <a:off x="1961906" y="1170737"/>
          <a:ext cx="1405498" cy="843299"/>
        </a:xfrm>
        <a:prstGeom prst="rect">
          <a:avLst/>
        </a:prstGeom>
        <a:solidFill>
          <a:schemeClr val="accent2">
            <a:hueOff val="2255265"/>
            <a:satOff val="-6473"/>
            <a:lumOff val="-103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3. Memory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Internal reasoning logs,: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Stores intermediate steps or reasoning history.</a:t>
          </a:r>
        </a:p>
      </dsp:txBody>
      <dsp:txXfrm>
        <a:off x="1961906" y="1170737"/>
        <a:ext cx="1405498" cy="843299"/>
      </dsp:txXfrm>
    </dsp:sp>
    <dsp:sp modelId="{2614D480-B9AF-4474-9F56-67991FBC5098}">
      <dsp:nvSpPr>
        <dsp:cNvPr id="0" name=""/>
        <dsp:cNvSpPr/>
      </dsp:nvSpPr>
      <dsp:spPr>
        <a:xfrm>
          <a:off x="5094367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2713101"/>
              <a:satOff val="-7787"/>
              <a:lumOff val="-1246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618" y="1590769"/>
        <a:ext cx="16163" cy="3235"/>
      </dsp:txXfrm>
    </dsp:sp>
    <dsp:sp modelId="{FD32FA04-DAAE-47D5-87A7-98BA8BB99A97}">
      <dsp:nvSpPr>
        <dsp:cNvPr id="0" name=""/>
        <dsp:cNvSpPr/>
      </dsp:nvSpPr>
      <dsp:spPr>
        <a:xfrm>
          <a:off x="3690669" y="1170737"/>
          <a:ext cx="1405498" cy="843299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3. Memory :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Conversation history : 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Stores previous interactions with users.</a:t>
          </a:r>
        </a:p>
      </dsp:txBody>
      <dsp:txXfrm>
        <a:off x="3690669" y="1170737"/>
        <a:ext cx="1405498" cy="843299"/>
      </dsp:txXfrm>
    </dsp:sp>
    <dsp:sp modelId="{489F45C6-B1D1-4530-8EEB-3C7FEC3FF3FF}">
      <dsp:nvSpPr>
        <dsp:cNvPr id="0" name=""/>
        <dsp:cNvSpPr/>
      </dsp:nvSpPr>
      <dsp:spPr>
        <a:xfrm>
          <a:off x="6823130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3052238"/>
              <a:satOff val="-8760"/>
              <a:lumOff val="-1402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61381" y="1590769"/>
        <a:ext cx="16163" cy="3235"/>
      </dsp:txXfrm>
    </dsp:sp>
    <dsp:sp modelId="{DBC4443C-B0E2-446F-9188-AA4DC328CDC1}">
      <dsp:nvSpPr>
        <dsp:cNvPr id="0" name=""/>
        <dsp:cNvSpPr/>
      </dsp:nvSpPr>
      <dsp:spPr>
        <a:xfrm>
          <a:off x="5419432" y="1170737"/>
          <a:ext cx="1405498" cy="843299"/>
        </a:xfrm>
        <a:prstGeom prst="rect">
          <a:avLst/>
        </a:prstGeom>
        <a:solidFill>
          <a:schemeClr val="accent2">
            <a:hueOff val="2899626"/>
            <a:satOff val="-8322"/>
            <a:lumOff val="-133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helps create more personalized and context-aware responses.</a:t>
          </a:r>
        </a:p>
      </dsp:txBody>
      <dsp:txXfrm>
        <a:off x="5419432" y="1170737"/>
        <a:ext cx="1405498" cy="843299"/>
      </dsp:txXfrm>
    </dsp:sp>
    <dsp:sp modelId="{44435081-0368-4306-929D-AF95150EE1C4}">
      <dsp:nvSpPr>
        <dsp:cNvPr id="0" name=""/>
        <dsp:cNvSpPr/>
      </dsp:nvSpPr>
      <dsp:spPr>
        <a:xfrm>
          <a:off x="8551893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3391376"/>
              <a:satOff val="-9733"/>
              <a:lumOff val="-1558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90144" y="1590769"/>
        <a:ext cx="16163" cy="3235"/>
      </dsp:txXfrm>
    </dsp:sp>
    <dsp:sp modelId="{CDF4CA21-30E5-468B-BDE1-4C362B7FE552}">
      <dsp:nvSpPr>
        <dsp:cNvPr id="0" name=""/>
        <dsp:cNvSpPr/>
      </dsp:nvSpPr>
      <dsp:spPr>
        <a:xfrm>
          <a:off x="7148195" y="1170737"/>
          <a:ext cx="1405498" cy="843299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Configuring AI Agents: The </a:t>
          </a:r>
          <a:r>
            <a:rPr lang="en-US" sz="1100" b="1" kern="1200" dirty="0" err="1"/>
            <a:t>ReAct</a:t>
          </a:r>
          <a:r>
            <a:rPr lang="en-US" sz="1100" b="1" kern="1200" dirty="0"/>
            <a:t> Framework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One common architecture is </a:t>
          </a:r>
          <a:r>
            <a:rPr lang="en-US" sz="800" b="1" kern="1200" dirty="0" err="1"/>
            <a:t>ReAct</a:t>
          </a:r>
          <a:r>
            <a:rPr lang="en-US" sz="800" b="1" kern="1200" dirty="0"/>
            <a:t> (Reason + Act).</a:t>
          </a:r>
        </a:p>
      </dsp:txBody>
      <dsp:txXfrm>
        <a:off x="7148195" y="1170737"/>
        <a:ext cx="1405498" cy="843299"/>
      </dsp:txXfrm>
    </dsp:sp>
    <dsp:sp modelId="{326C8B11-6C02-4374-957C-DF34B4CED847}">
      <dsp:nvSpPr>
        <dsp:cNvPr id="0" name=""/>
        <dsp:cNvSpPr/>
      </dsp:nvSpPr>
      <dsp:spPr>
        <a:xfrm>
          <a:off x="935892" y="2012236"/>
          <a:ext cx="8643814" cy="292664"/>
        </a:xfrm>
        <a:custGeom>
          <a:avLst/>
          <a:gdLst/>
          <a:ahLst/>
          <a:cxnLst/>
          <a:rect l="0" t="0" r="0" b="0"/>
          <a:pathLst>
            <a:path>
              <a:moveTo>
                <a:pt x="8643814" y="0"/>
              </a:moveTo>
              <a:lnTo>
                <a:pt x="8643814" y="163432"/>
              </a:lnTo>
              <a:lnTo>
                <a:pt x="0" y="163432"/>
              </a:lnTo>
              <a:lnTo>
                <a:pt x="0" y="292664"/>
              </a:lnTo>
            </a:path>
          </a:pathLst>
        </a:custGeom>
        <a:noFill/>
        <a:ln w="12700" cap="flat" cmpd="sng" algn="ctr">
          <a:solidFill>
            <a:schemeClr val="accent2">
              <a:hueOff val="3730513"/>
              <a:satOff val="-10706"/>
              <a:lumOff val="-1714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553" y="2156951"/>
        <a:ext cx="432492" cy="3235"/>
      </dsp:txXfrm>
    </dsp:sp>
    <dsp:sp modelId="{0CCC5E61-7AC1-4158-A628-3994607554BE}">
      <dsp:nvSpPr>
        <dsp:cNvPr id="0" name=""/>
        <dsp:cNvSpPr/>
      </dsp:nvSpPr>
      <dsp:spPr>
        <a:xfrm>
          <a:off x="8876958" y="1170737"/>
          <a:ext cx="1405498" cy="843299"/>
        </a:xfrm>
        <a:prstGeom prst="rect">
          <a:avLst/>
        </a:prstGeom>
        <a:solidFill>
          <a:schemeClr val="accent2">
            <a:hueOff val="3543988"/>
            <a:satOff val="-10171"/>
            <a:lumOff val="-1628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ReAct combines: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Reasoning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Action through tools</a:t>
          </a:r>
        </a:p>
      </dsp:txBody>
      <dsp:txXfrm>
        <a:off x="8876958" y="1170737"/>
        <a:ext cx="1405498" cy="843299"/>
      </dsp:txXfrm>
    </dsp:sp>
    <dsp:sp modelId="{D8A260D6-6C28-4203-8CC2-8420DF642320}">
      <dsp:nvSpPr>
        <dsp:cNvPr id="0" name=""/>
        <dsp:cNvSpPr/>
      </dsp:nvSpPr>
      <dsp:spPr>
        <a:xfrm>
          <a:off x="1636841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4069650"/>
              <a:satOff val="-11680"/>
              <a:lumOff val="-1870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092" y="2757332"/>
        <a:ext cx="16163" cy="3235"/>
      </dsp:txXfrm>
    </dsp:sp>
    <dsp:sp modelId="{C1DE7BD0-1786-40DA-9E69-3AE1ECF3B13C}">
      <dsp:nvSpPr>
        <dsp:cNvPr id="0" name=""/>
        <dsp:cNvSpPr/>
      </dsp:nvSpPr>
      <dsp:spPr>
        <a:xfrm>
          <a:off x="233143" y="2337301"/>
          <a:ext cx="1405498" cy="843299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ReAct Workflow</a:t>
          </a:r>
        </a:p>
      </dsp:txBody>
      <dsp:txXfrm>
        <a:off x="233143" y="2337301"/>
        <a:ext cx="1405498" cy="843299"/>
      </dsp:txXfrm>
    </dsp:sp>
    <dsp:sp modelId="{981AFD54-3E38-40CC-9AD4-BA9DD896CF95}">
      <dsp:nvSpPr>
        <dsp:cNvPr id="0" name=""/>
        <dsp:cNvSpPr/>
      </dsp:nvSpPr>
      <dsp:spPr>
        <a:xfrm>
          <a:off x="3365604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4408788"/>
              <a:satOff val="-12653"/>
              <a:lumOff val="-2025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3855" y="2757332"/>
        <a:ext cx="16163" cy="3235"/>
      </dsp:txXfrm>
    </dsp:sp>
    <dsp:sp modelId="{7D25C7C5-BDF3-416F-810C-D8D33EE6321D}">
      <dsp:nvSpPr>
        <dsp:cNvPr id="0" name=""/>
        <dsp:cNvSpPr/>
      </dsp:nvSpPr>
      <dsp:spPr>
        <a:xfrm>
          <a:off x="1961906" y="2337301"/>
          <a:ext cx="1405498" cy="843299"/>
        </a:xfrm>
        <a:prstGeom prst="rect">
          <a:avLst/>
        </a:prstGeom>
        <a:solidFill>
          <a:schemeClr val="accent2">
            <a:hueOff val="4188349"/>
            <a:satOff val="-12020"/>
            <a:lumOff val="-192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User submits a query.</a:t>
          </a:r>
        </a:p>
      </dsp:txBody>
      <dsp:txXfrm>
        <a:off x="1961906" y="2337301"/>
        <a:ext cx="1405498" cy="843299"/>
      </dsp:txXfrm>
    </dsp:sp>
    <dsp:sp modelId="{870CE9B2-0D0E-4011-9BBF-77C141234B4D}">
      <dsp:nvSpPr>
        <dsp:cNvPr id="0" name=""/>
        <dsp:cNvSpPr/>
      </dsp:nvSpPr>
      <dsp:spPr>
        <a:xfrm>
          <a:off x="5094367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4747926"/>
              <a:satOff val="-13626"/>
              <a:lumOff val="-2181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618" y="2757332"/>
        <a:ext cx="16163" cy="3235"/>
      </dsp:txXfrm>
    </dsp:sp>
    <dsp:sp modelId="{A749341E-0888-496D-9231-5CE28AE135EE}">
      <dsp:nvSpPr>
        <dsp:cNvPr id="0" name=""/>
        <dsp:cNvSpPr/>
      </dsp:nvSpPr>
      <dsp:spPr>
        <a:xfrm>
          <a:off x="3690669" y="2337301"/>
          <a:ext cx="1405498" cy="843299"/>
        </a:xfrm>
        <a:prstGeom prst="rect">
          <a:avLst/>
        </a:prstGeom>
        <a:solidFill>
          <a:schemeClr val="accent2">
            <a:hueOff val="4510529"/>
            <a:satOff val="-12945"/>
            <a:lumOff val="-207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Query is sent to the LLM.</a:t>
          </a:r>
        </a:p>
      </dsp:txBody>
      <dsp:txXfrm>
        <a:off x="3690669" y="2337301"/>
        <a:ext cx="1405498" cy="843299"/>
      </dsp:txXfrm>
    </dsp:sp>
    <dsp:sp modelId="{5963AADB-61CD-493F-A1C2-08AE1D4E406C}">
      <dsp:nvSpPr>
        <dsp:cNvPr id="0" name=""/>
        <dsp:cNvSpPr/>
      </dsp:nvSpPr>
      <dsp:spPr>
        <a:xfrm>
          <a:off x="6823130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5087064"/>
              <a:satOff val="-14600"/>
              <a:lumOff val="-2337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61381" y="2757332"/>
        <a:ext cx="16163" cy="3235"/>
      </dsp:txXfrm>
    </dsp:sp>
    <dsp:sp modelId="{A1031272-C098-4039-A80F-8A9D11CFC763}">
      <dsp:nvSpPr>
        <dsp:cNvPr id="0" name=""/>
        <dsp:cNvSpPr/>
      </dsp:nvSpPr>
      <dsp:spPr>
        <a:xfrm>
          <a:off x="5419432" y="2337301"/>
          <a:ext cx="1405498" cy="843299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model is instructed to:</a:t>
          </a:r>
        </a:p>
      </dsp:txBody>
      <dsp:txXfrm>
        <a:off x="5419432" y="2337301"/>
        <a:ext cx="1405498" cy="843299"/>
      </dsp:txXfrm>
    </dsp:sp>
    <dsp:sp modelId="{29A7BAB4-FB7D-4A9B-95BB-FD1190B934EC}">
      <dsp:nvSpPr>
        <dsp:cNvPr id="0" name=""/>
        <dsp:cNvSpPr/>
      </dsp:nvSpPr>
      <dsp:spPr>
        <a:xfrm>
          <a:off x="8551893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5426201"/>
              <a:satOff val="-15573"/>
              <a:lumOff val="-2493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90144" y="2757332"/>
        <a:ext cx="16163" cy="3235"/>
      </dsp:txXfrm>
    </dsp:sp>
    <dsp:sp modelId="{D92CC04D-5F6B-4B13-8CEA-90DDB687C83E}">
      <dsp:nvSpPr>
        <dsp:cNvPr id="0" name=""/>
        <dsp:cNvSpPr/>
      </dsp:nvSpPr>
      <dsp:spPr>
        <a:xfrm>
          <a:off x="7148195" y="2337301"/>
          <a:ext cx="1405498" cy="843299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Think slowly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Create a plan</a:t>
          </a:r>
        </a:p>
      </dsp:txBody>
      <dsp:txXfrm>
        <a:off x="7148195" y="2337301"/>
        <a:ext cx="1405498" cy="843299"/>
      </dsp:txXfrm>
    </dsp:sp>
    <dsp:sp modelId="{52950E79-9DAD-4624-83A8-D226B2E05178}">
      <dsp:nvSpPr>
        <dsp:cNvPr id="0" name=""/>
        <dsp:cNvSpPr/>
      </dsp:nvSpPr>
      <dsp:spPr>
        <a:xfrm>
          <a:off x="935892" y="3178800"/>
          <a:ext cx="8643814" cy="292664"/>
        </a:xfrm>
        <a:custGeom>
          <a:avLst/>
          <a:gdLst/>
          <a:ahLst/>
          <a:cxnLst/>
          <a:rect l="0" t="0" r="0" b="0"/>
          <a:pathLst>
            <a:path>
              <a:moveTo>
                <a:pt x="8643814" y="0"/>
              </a:moveTo>
              <a:lnTo>
                <a:pt x="8643814" y="163432"/>
              </a:lnTo>
              <a:lnTo>
                <a:pt x="0" y="163432"/>
              </a:lnTo>
              <a:lnTo>
                <a:pt x="0" y="292664"/>
              </a:lnTo>
            </a:path>
          </a:pathLst>
        </a:custGeom>
        <a:noFill/>
        <a:ln w="12700" cap="flat" cmpd="sng" algn="ctr">
          <a:solidFill>
            <a:schemeClr val="accent2">
              <a:hueOff val="5765338"/>
              <a:satOff val="-16546"/>
              <a:lumOff val="-2649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553" y="3323514"/>
        <a:ext cx="432492" cy="3235"/>
      </dsp:txXfrm>
    </dsp:sp>
    <dsp:sp modelId="{BCB4C81B-D4A3-4D88-9F69-A2F80B9C6C07}">
      <dsp:nvSpPr>
        <dsp:cNvPr id="0" name=""/>
        <dsp:cNvSpPr/>
      </dsp:nvSpPr>
      <dsp:spPr>
        <a:xfrm>
          <a:off x="8876958" y="2337301"/>
          <a:ext cx="1405498" cy="843299"/>
        </a:xfrm>
        <a:prstGeom prst="rect">
          <a:avLst/>
        </a:prstGeom>
        <a:solidFill>
          <a:schemeClr val="accent2">
            <a:hueOff val="5477072"/>
            <a:satOff val="-15719"/>
            <a:lumOff val="-251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model may call external tools.</a:t>
          </a:r>
        </a:p>
      </dsp:txBody>
      <dsp:txXfrm>
        <a:off x="8876958" y="2337301"/>
        <a:ext cx="1405498" cy="843299"/>
      </dsp:txXfrm>
    </dsp:sp>
    <dsp:sp modelId="{D82BB406-1C48-4EB4-9152-BDE5E9ECDAC5}">
      <dsp:nvSpPr>
        <dsp:cNvPr id="0" name=""/>
        <dsp:cNvSpPr/>
      </dsp:nvSpPr>
      <dsp:spPr>
        <a:xfrm>
          <a:off x="1636841" y="3879794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6104476"/>
              <a:satOff val="-17520"/>
              <a:lumOff val="-2805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092" y="3923896"/>
        <a:ext cx="16163" cy="3235"/>
      </dsp:txXfrm>
    </dsp:sp>
    <dsp:sp modelId="{4EDF2B02-D6B3-4855-92DF-411EF004FFA1}">
      <dsp:nvSpPr>
        <dsp:cNvPr id="0" name=""/>
        <dsp:cNvSpPr/>
      </dsp:nvSpPr>
      <dsp:spPr>
        <a:xfrm>
          <a:off x="233143" y="3503864"/>
          <a:ext cx="1405498" cy="843299"/>
        </a:xfrm>
        <a:prstGeom prst="rect">
          <a:avLst/>
        </a:prstGeom>
        <a:solidFill>
          <a:schemeClr val="accent2">
            <a:hueOff val="5799252"/>
            <a:satOff val="-16644"/>
            <a:lumOff val="-266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model observes the results.</a:t>
          </a:r>
        </a:p>
      </dsp:txBody>
      <dsp:txXfrm>
        <a:off x="233143" y="3503864"/>
        <a:ext cx="1405498" cy="843299"/>
      </dsp:txXfrm>
    </dsp:sp>
    <dsp:sp modelId="{744C4670-1919-4C9A-A8C6-EEF6053321BE}">
      <dsp:nvSpPr>
        <dsp:cNvPr id="0" name=""/>
        <dsp:cNvSpPr/>
      </dsp:nvSpPr>
      <dsp:spPr>
        <a:xfrm>
          <a:off x="3365604" y="3879794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3855" y="3923896"/>
        <a:ext cx="16163" cy="3235"/>
      </dsp:txXfrm>
    </dsp:sp>
    <dsp:sp modelId="{E61E604B-CA51-4F3E-B44D-17D350081552}">
      <dsp:nvSpPr>
        <dsp:cNvPr id="0" name=""/>
        <dsp:cNvSpPr/>
      </dsp:nvSpPr>
      <dsp:spPr>
        <a:xfrm>
          <a:off x="1961906" y="3503864"/>
          <a:ext cx="1405498" cy="843299"/>
        </a:xfrm>
        <a:prstGeom prst="rect">
          <a:avLst/>
        </a:prstGeom>
        <a:solidFill>
          <a:schemeClr val="accent2">
            <a:hueOff val="6121433"/>
            <a:satOff val="-17568"/>
            <a:lumOff val="-281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If needed, it updates the plan and tries again.</a:t>
          </a:r>
        </a:p>
      </dsp:txBody>
      <dsp:txXfrm>
        <a:off x="1961906" y="3503864"/>
        <a:ext cx="1405498" cy="843299"/>
      </dsp:txXfrm>
    </dsp:sp>
    <dsp:sp modelId="{0B29E7A6-F9C3-4A2F-B370-B787B82CCF1B}">
      <dsp:nvSpPr>
        <dsp:cNvPr id="0" name=""/>
        <dsp:cNvSpPr/>
      </dsp:nvSpPr>
      <dsp:spPr>
        <a:xfrm>
          <a:off x="3690669" y="3503864"/>
          <a:ext cx="1405498" cy="84329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process continues until a final answer is produced.</a:t>
          </a:r>
        </a:p>
      </dsp:txBody>
      <dsp:txXfrm>
        <a:off x="3690669" y="3503864"/>
        <a:ext cx="1405498" cy="8432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BAEC1-1399-404C-A2AE-867F1775C324}">
      <dsp:nvSpPr>
        <dsp:cNvPr id="0" name=""/>
        <dsp:cNvSpPr/>
      </dsp:nvSpPr>
      <dsp:spPr>
        <a:xfrm>
          <a:off x="577069" y="1825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What are AI Agents?</a:t>
          </a:r>
        </a:p>
      </dsp:txBody>
      <dsp:txXfrm>
        <a:off x="600757" y="25513"/>
        <a:ext cx="1300577" cy="761395"/>
      </dsp:txXfrm>
    </dsp:sp>
    <dsp:sp modelId="{4B5E3E14-F5B8-47A1-B215-91BAC5D3C8BF}">
      <dsp:nvSpPr>
        <dsp:cNvPr id="0" name=""/>
        <dsp:cNvSpPr/>
      </dsp:nvSpPr>
      <dsp:spPr>
        <a:xfrm rot="26981">
          <a:off x="2029727" y="246166"/>
          <a:ext cx="252260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029728" y="312727"/>
        <a:ext cx="176582" cy="200576"/>
      </dsp:txXfrm>
    </dsp:sp>
    <dsp:sp modelId="{CC5DF34E-20CD-47B7-845B-F36B55502ED1}">
      <dsp:nvSpPr>
        <dsp:cNvPr id="0" name=""/>
        <dsp:cNvSpPr/>
      </dsp:nvSpPr>
      <dsp:spPr>
        <a:xfrm>
          <a:off x="2400971" y="16140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22194"/>
                <a:satOff val="-638"/>
                <a:lumOff val="-10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22194"/>
                <a:satOff val="-638"/>
                <a:lumOff val="-10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22194"/>
                <a:satOff val="-638"/>
                <a:lumOff val="-10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 field is moving from </a:t>
          </a:r>
          <a:r>
            <a:rPr lang="en-US" sz="500" b="1" kern="1200" dirty="0"/>
            <a:t>monolithic models  (</a:t>
          </a:r>
          <a:r>
            <a:rPr lang="en-US" sz="500" b="0" i="0" kern="1200" dirty="0"/>
            <a:t>single codebase and operate as one centralized, unit – Gemini, GPT-3, GPT 4 etc.</a:t>
          </a:r>
          <a:r>
            <a:rPr lang="en-US" sz="500" b="1" kern="1200" dirty="0"/>
            <a:t>) -&gt; difficult adaptation </a:t>
          </a:r>
          <a:r>
            <a:rPr lang="en-US" sz="500" kern="1200" dirty="0"/>
            <a:t>to </a:t>
          </a:r>
          <a:r>
            <a:rPr lang="en-US" sz="500" b="1" kern="1200" dirty="0"/>
            <a:t>compound AI systems (</a:t>
          </a:r>
          <a:r>
            <a:rPr lang="en-US" sz="500" b="0" i="0" kern="1200" dirty="0"/>
            <a:t>autonomous agents (</a:t>
          </a:r>
          <a:r>
            <a:rPr lang="en-US" sz="500" b="0" i="0" kern="1200" dirty="0" err="1"/>
            <a:t>AutoGPT</a:t>
          </a:r>
          <a:r>
            <a:rPr lang="en-US" sz="500" b="0" i="0" kern="1200" dirty="0"/>
            <a:t>), coding assistants (</a:t>
          </a:r>
          <a:r>
            <a:rPr lang="en-US" sz="500" b="0" i="0" kern="1200" dirty="0" err="1"/>
            <a:t>AlphaCode</a:t>
          </a:r>
          <a:r>
            <a:rPr lang="en-US" sz="500" b="0" i="0" kern="1200" dirty="0"/>
            <a:t> 2), and multimodal systems (Gemini) </a:t>
          </a:r>
          <a:r>
            <a:rPr lang="en-US" sz="500" b="0" i="0" kern="1200" dirty="0">
              <a:sym typeface="Wingdings" panose="05000000000000000000" pitchFamily="2" charset="2"/>
            </a:rPr>
            <a:t> easier adaptation</a:t>
          </a:r>
          <a:r>
            <a:rPr lang="en-US" sz="500" kern="1200" dirty="0"/>
            <a:t>.</a:t>
          </a:r>
        </a:p>
      </dsp:txBody>
      <dsp:txXfrm>
        <a:off x="2424659" y="39828"/>
        <a:ext cx="1300577" cy="761395"/>
      </dsp:txXfrm>
    </dsp:sp>
    <dsp:sp modelId="{2D5921F6-8C36-46C1-9FA2-F402F08EB14C}">
      <dsp:nvSpPr>
        <dsp:cNvPr id="0" name=""/>
        <dsp:cNvSpPr/>
      </dsp:nvSpPr>
      <dsp:spPr>
        <a:xfrm rot="21574768">
          <a:off x="3881451" y="246289"/>
          <a:ext cx="319287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230129"/>
                <a:satOff val="-660"/>
                <a:lumOff val="-10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30129"/>
                <a:satOff val="-660"/>
                <a:lumOff val="-10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30129"/>
                <a:satOff val="-660"/>
                <a:lumOff val="-10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881452" y="313499"/>
        <a:ext cx="223501" cy="200576"/>
      </dsp:txXfrm>
    </dsp:sp>
    <dsp:sp modelId="{072082BD-7985-49A2-A282-456A14319F45}">
      <dsp:nvSpPr>
        <dsp:cNvPr id="0" name=""/>
        <dsp:cNvSpPr/>
      </dsp:nvSpPr>
      <dsp:spPr>
        <a:xfrm>
          <a:off x="4351339" y="1825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44387"/>
                <a:satOff val="-1275"/>
                <a:lumOff val="-20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44387"/>
                <a:satOff val="-1275"/>
                <a:lumOff val="-20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44387"/>
                <a:satOff val="-1275"/>
                <a:lumOff val="-20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Standalone Models (</a:t>
          </a:r>
          <a:r>
            <a:rPr lang="en-US" sz="700" b="0" i="0" kern="1200" dirty="0">
              <a:hlinkClick xmlns:r="http://schemas.openxmlformats.org/officeDocument/2006/relationships" r:id="rId1"/>
            </a:rPr>
            <a:t>Whisper</a:t>
          </a:r>
          <a:r>
            <a:rPr lang="en-US" sz="700" b="0" i="0" kern="1200" dirty="0"/>
            <a:t> (speech-to-text), </a:t>
          </a:r>
          <a:r>
            <a:rPr lang="en-US" sz="700" b="0" i="0" kern="1200" dirty="0">
              <a:hlinkClick xmlns:r="http://schemas.openxmlformats.org/officeDocument/2006/relationships" r:id="rId2"/>
            </a:rPr>
            <a:t>Stable Diffusion</a:t>
          </a:r>
          <a:r>
            <a:rPr lang="en-US" sz="700" b="0" i="0" kern="1200" dirty="0"/>
            <a:t> (image generation), and </a:t>
          </a:r>
          <a:r>
            <a:rPr lang="en-US" sz="700" b="0" i="0" kern="1200" dirty="0" err="1">
              <a:hlinkClick xmlns:r="http://schemas.openxmlformats.org/officeDocument/2006/relationships" r:id="rId3"/>
            </a:rPr>
            <a:t>LLaMA</a:t>
          </a:r>
          <a:r>
            <a:rPr lang="en-US" sz="700" b="0" i="0" kern="1200" dirty="0">
              <a:hlinkClick xmlns:r="http://schemas.openxmlformats.org/officeDocument/2006/relationships" r:id="rId3"/>
            </a:rPr>
            <a:t> 3.2</a:t>
          </a:r>
          <a:r>
            <a:rPr lang="en-US" sz="700" b="0" i="0" kern="1200" dirty="0"/>
            <a:t> (local language model)</a:t>
          </a:r>
          <a:r>
            <a:rPr lang="en-US" sz="700" kern="1200" dirty="0"/>
            <a:t>)</a:t>
          </a:r>
        </a:p>
      </dsp:txBody>
      <dsp:txXfrm>
        <a:off x="4375027" y="25513"/>
        <a:ext cx="1300577" cy="761395"/>
      </dsp:txXfrm>
    </dsp:sp>
    <dsp:sp modelId="{D129EA3F-5B17-46B0-9049-774106A50B1F}">
      <dsp:nvSpPr>
        <dsp:cNvPr id="0" name=""/>
        <dsp:cNvSpPr/>
      </dsp:nvSpPr>
      <dsp:spPr>
        <a:xfrm>
          <a:off x="5817912" y="239065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0258"/>
                <a:satOff val="-1321"/>
                <a:lumOff val="-21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60258"/>
                <a:satOff val="-1321"/>
                <a:lumOff val="-21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60258"/>
                <a:satOff val="-1321"/>
                <a:lumOff val="-21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817912" y="305923"/>
        <a:ext cx="200036" cy="200576"/>
      </dsp:txXfrm>
    </dsp:sp>
    <dsp:sp modelId="{800D83AC-0F6F-4ABE-BE68-64251D6F62F0}">
      <dsp:nvSpPr>
        <dsp:cNvPr id="0" name=""/>
        <dsp:cNvSpPr/>
      </dsp:nvSpPr>
      <dsp:spPr>
        <a:xfrm>
          <a:off x="6238473" y="1825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66581"/>
                <a:satOff val="-1913"/>
                <a:lumOff val="-306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66581"/>
                <a:satOff val="-1913"/>
                <a:lumOff val="-306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66581"/>
                <a:satOff val="-1913"/>
                <a:lumOff val="-306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Allow for maximum privacy, no internet reliance, and zero subscription costs</a:t>
          </a:r>
        </a:p>
      </dsp:txBody>
      <dsp:txXfrm>
        <a:off x="6262161" y="25513"/>
        <a:ext cx="1300577" cy="761395"/>
      </dsp:txXfrm>
    </dsp:sp>
    <dsp:sp modelId="{F9C41F45-7BDF-440E-90ED-D5472A88AE4E}">
      <dsp:nvSpPr>
        <dsp:cNvPr id="0" name=""/>
        <dsp:cNvSpPr/>
      </dsp:nvSpPr>
      <dsp:spPr>
        <a:xfrm>
          <a:off x="7705046" y="239065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690387"/>
                <a:satOff val="-1981"/>
                <a:lumOff val="-31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90387"/>
                <a:satOff val="-1981"/>
                <a:lumOff val="-31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90387"/>
                <a:satOff val="-1981"/>
                <a:lumOff val="-31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705046" y="305923"/>
        <a:ext cx="200036" cy="200576"/>
      </dsp:txXfrm>
    </dsp:sp>
    <dsp:sp modelId="{A490A1B6-27A4-4DC6-A02D-BFCE44569F32}">
      <dsp:nvSpPr>
        <dsp:cNvPr id="0" name=""/>
        <dsp:cNvSpPr/>
      </dsp:nvSpPr>
      <dsp:spPr>
        <a:xfrm>
          <a:off x="8125608" y="1825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888774"/>
                <a:satOff val="-2551"/>
                <a:lumOff val="-40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888774"/>
                <a:satOff val="-2551"/>
                <a:lumOff val="-40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888774"/>
                <a:satOff val="-2551"/>
                <a:lumOff val="-40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Limitations of Standalone models : AI models are limited by the data they were trained on.</a:t>
          </a:r>
        </a:p>
      </dsp:txBody>
      <dsp:txXfrm>
        <a:off x="8149296" y="25513"/>
        <a:ext cx="1300577" cy="761395"/>
      </dsp:txXfrm>
    </dsp:sp>
    <dsp:sp modelId="{DB21B80A-D2B2-4F5A-A04E-A3CF910AA050}">
      <dsp:nvSpPr>
        <dsp:cNvPr id="0" name=""/>
        <dsp:cNvSpPr/>
      </dsp:nvSpPr>
      <dsp:spPr>
        <a:xfrm>
          <a:off x="9592181" y="239065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920516"/>
                <a:satOff val="-2642"/>
                <a:lumOff val="-42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920516"/>
                <a:satOff val="-2642"/>
                <a:lumOff val="-42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920516"/>
                <a:satOff val="-2642"/>
                <a:lumOff val="-42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9592181" y="305923"/>
        <a:ext cx="200036" cy="200576"/>
      </dsp:txXfrm>
    </dsp:sp>
    <dsp:sp modelId="{4F83A9C4-F200-44AC-9A59-09CA8D09D197}">
      <dsp:nvSpPr>
        <dsp:cNvPr id="0" name=""/>
        <dsp:cNvSpPr/>
      </dsp:nvSpPr>
      <dsp:spPr>
        <a:xfrm>
          <a:off x="10012742" y="1825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110968"/>
                <a:satOff val="-3188"/>
                <a:lumOff val="-51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110968"/>
                <a:satOff val="-3188"/>
                <a:lumOff val="-51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110968"/>
                <a:satOff val="-3188"/>
                <a:lumOff val="-51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This affects:</a:t>
          </a:r>
        </a:p>
      </dsp:txBody>
      <dsp:txXfrm>
        <a:off x="10036430" y="25513"/>
        <a:ext cx="1300577" cy="761395"/>
      </dsp:txXfrm>
    </dsp:sp>
    <dsp:sp modelId="{5CC63624-394C-4C48-BFA6-33859DCB0CBF}">
      <dsp:nvSpPr>
        <dsp:cNvPr id="0" name=""/>
        <dsp:cNvSpPr/>
      </dsp:nvSpPr>
      <dsp:spPr>
        <a:xfrm rot="5400000">
          <a:off x="10543836" y="904954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150645"/>
                <a:satOff val="-3302"/>
                <a:lumOff val="-52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150645"/>
                <a:satOff val="-3302"/>
                <a:lumOff val="-52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150645"/>
                <a:satOff val="-3302"/>
                <a:lumOff val="-52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0586431" y="929217"/>
        <a:ext cx="200576" cy="200036"/>
      </dsp:txXfrm>
    </dsp:sp>
    <dsp:sp modelId="{8FD8AF5D-2DC4-4F7B-B003-2D2063F59F9A}">
      <dsp:nvSpPr>
        <dsp:cNvPr id="0" name=""/>
        <dsp:cNvSpPr/>
      </dsp:nvSpPr>
      <dsp:spPr>
        <a:xfrm>
          <a:off x="10012742" y="1349778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333162"/>
                <a:satOff val="-3826"/>
                <a:lumOff val="-61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333162"/>
                <a:satOff val="-3826"/>
                <a:lumOff val="-61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333162"/>
                <a:satOff val="-3826"/>
                <a:lumOff val="-61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What they know about the world.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The types of tasks they can solve.</a:t>
          </a:r>
        </a:p>
      </dsp:txBody>
      <dsp:txXfrm>
        <a:off x="10036430" y="1373466"/>
        <a:ext cx="1300577" cy="761395"/>
      </dsp:txXfrm>
    </dsp:sp>
    <dsp:sp modelId="{81E49D4C-5654-46CA-8A29-CC0EF051D01B}">
      <dsp:nvSpPr>
        <dsp:cNvPr id="0" name=""/>
        <dsp:cNvSpPr/>
      </dsp:nvSpPr>
      <dsp:spPr>
        <a:xfrm rot="10800000">
          <a:off x="9608356" y="1587018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380774"/>
                <a:satOff val="-3963"/>
                <a:lumOff val="-634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380774"/>
                <a:satOff val="-3963"/>
                <a:lumOff val="-634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380774"/>
                <a:satOff val="-3963"/>
                <a:lumOff val="-634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9694086" y="1653876"/>
        <a:ext cx="200036" cy="200576"/>
      </dsp:txXfrm>
    </dsp:sp>
    <dsp:sp modelId="{46A95FB9-F049-4B2B-A0B6-A39D0CD47D26}">
      <dsp:nvSpPr>
        <dsp:cNvPr id="0" name=""/>
        <dsp:cNvSpPr/>
      </dsp:nvSpPr>
      <dsp:spPr>
        <a:xfrm>
          <a:off x="8125608" y="1349778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555355"/>
                <a:satOff val="-4464"/>
                <a:lumOff val="-714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55355"/>
                <a:satOff val="-4464"/>
                <a:lumOff val="-714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55355"/>
                <a:satOff val="-4464"/>
                <a:lumOff val="-714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Adapting models is difficult because fine-tuning requires large amounts of data and computational resources.</a:t>
          </a:r>
        </a:p>
      </dsp:txBody>
      <dsp:txXfrm>
        <a:off x="8149296" y="1373466"/>
        <a:ext cx="1300577" cy="761395"/>
      </dsp:txXfrm>
    </dsp:sp>
    <dsp:sp modelId="{AFE8973D-5CEF-4A09-BFDA-04D26F2E1AEB}">
      <dsp:nvSpPr>
        <dsp:cNvPr id="0" name=""/>
        <dsp:cNvSpPr/>
      </dsp:nvSpPr>
      <dsp:spPr>
        <a:xfrm rot="10800000">
          <a:off x="7721222" y="1587018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7806952" y="1653876"/>
        <a:ext cx="200036" cy="200576"/>
      </dsp:txXfrm>
    </dsp:sp>
    <dsp:sp modelId="{B3E82608-3A74-4E82-A14C-3C456B5CAE09}">
      <dsp:nvSpPr>
        <dsp:cNvPr id="0" name=""/>
        <dsp:cNvSpPr/>
      </dsp:nvSpPr>
      <dsp:spPr>
        <a:xfrm>
          <a:off x="6238473" y="1349778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777549"/>
                <a:satOff val="-5102"/>
                <a:lumOff val="-816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777549"/>
                <a:satOff val="-5102"/>
                <a:lumOff val="-816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777549"/>
                <a:satOff val="-5102"/>
                <a:lumOff val="-816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Example Scenario : Suppose I want to plan a summer vacation and ask:“How many vacation days do I have left?”</a:t>
          </a:r>
        </a:p>
      </dsp:txBody>
      <dsp:txXfrm>
        <a:off x="6262161" y="1373466"/>
        <a:ext cx="1300577" cy="761395"/>
      </dsp:txXfrm>
    </dsp:sp>
    <dsp:sp modelId="{0B33D1F0-A7E6-4303-8FA0-19BEB3E50EAB}">
      <dsp:nvSpPr>
        <dsp:cNvPr id="0" name=""/>
        <dsp:cNvSpPr/>
      </dsp:nvSpPr>
      <dsp:spPr>
        <a:xfrm rot="10800000">
          <a:off x="5834087" y="1587018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841033"/>
                <a:satOff val="-5284"/>
                <a:lumOff val="-84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41033"/>
                <a:satOff val="-5284"/>
                <a:lumOff val="-84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41033"/>
                <a:satOff val="-5284"/>
                <a:lumOff val="-84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5919817" y="1653876"/>
        <a:ext cx="200036" cy="200576"/>
      </dsp:txXfrm>
    </dsp:sp>
    <dsp:sp modelId="{2E739ED9-40EB-4BA3-9C9E-54A7A3AFA18C}">
      <dsp:nvSpPr>
        <dsp:cNvPr id="0" name=""/>
        <dsp:cNvSpPr/>
      </dsp:nvSpPr>
      <dsp:spPr>
        <a:xfrm>
          <a:off x="4351339" y="1349778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999742"/>
                <a:satOff val="-5739"/>
                <a:lumOff val="-91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999742"/>
                <a:satOff val="-5739"/>
                <a:lumOff val="-91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999742"/>
                <a:satOff val="-5739"/>
                <a:lumOff val="-91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If I ask a standalone AI model:It will likely give an incorrect answer.</a:t>
          </a:r>
        </a:p>
      </dsp:txBody>
      <dsp:txXfrm>
        <a:off x="4375027" y="1373466"/>
        <a:ext cx="1300577" cy="761395"/>
      </dsp:txXfrm>
    </dsp:sp>
    <dsp:sp modelId="{8C4A67BD-0AB1-4610-AFA9-AB302750CA33}">
      <dsp:nvSpPr>
        <dsp:cNvPr id="0" name=""/>
        <dsp:cNvSpPr/>
      </dsp:nvSpPr>
      <dsp:spPr>
        <a:xfrm rot="10800000">
          <a:off x="3946953" y="1587018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2071162"/>
                <a:satOff val="-5944"/>
                <a:lumOff val="-95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071162"/>
                <a:satOff val="-5944"/>
                <a:lumOff val="-95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071162"/>
                <a:satOff val="-5944"/>
                <a:lumOff val="-95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4032683" y="1653876"/>
        <a:ext cx="200036" cy="200576"/>
      </dsp:txXfrm>
    </dsp:sp>
    <dsp:sp modelId="{F38D58E7-9578-4B4C-AEE0-219A77E04FD4}">
      <dsp:nvSpPr>
        <dsp:cNvPr id="0" name=""/>
        <dsp:cNvSpPr/>
      </dsp:nvSpPr>
      <dsp:spPr>
        <a:xfrm>
          <a:off x="2464204" y="1349778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221936"/>
                <a:satOff val="-6377"/>
                <a:lumOff val="-102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221936"/>
                <a:satOff val="-6377"/>
                <a:lumOff val="-102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221936"/>
                <a:satOff val="-6377"/>
                <a:lumOff val="-102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The model does not know who I am and cannot access my personal data.</a:t>
          </a:r>
        </a:p>
      </dsp:txBody>
      <dsp:txXfrm>
        <a:off x="2487892" y="1373466"/>
        <a:ext cx="1300577" cy="761395"/>
      </dsp:txXfrm>
    </dsp:sp>
    <dsp:sp modelId="{6737B527-4DC6-41E3-904A-ABE3C27C371B}">
      <dsp:nvSpPr>
        <dsp:cNvPr id="0" name=""/>
        <dsp:cNvSpPr/>
      </dsp:nvSpPr>
      <dsp:spPr>
        <a:xfrm rot="10800000">
          <a:off x="2059818" y="1587018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2301291"/>
                <a:satOff val="-6605"/>
                <a:lumOff val="-105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301291"/>
                <a:satOff val="-6605"/>
                <a:lumOff val="-105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301291"/>
                <a:satOff val="-6605"/>
                <a:lumOff val="-105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2145548" y="1653876"/>
        <a:ext cx="200036" cy="200576"/>
      </dsp:txXfrm>
    </dsp:sp>
    <dsp:sp modelId="{4363CDB4-8DB7-453F-A93B-9F71E6D53AF0}">
      <dsp:nvSpPr>
        <dsp:cNvPr id="0" name=""/>
        <dsp:cNvSpPr/>
      </dsp:nvSpPr>
      <dsp:spPr>
        <a:xfrm>
          <a:off x="577069" y="1349778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444129"/>
                <a:satOff val="-7015"/>
                <a:lumOff val="-1123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44129"/>
                <a:satOff val="-7015"/>
                <a:lumOff val="-1123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44129"/>
                <a:satOff val="-7015"/>
                <a:lumOff val="-1123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What Standalone Models Are Good At : Summarizing documents, Generating drafts of emails, Assisting with reports or written content</a:t>
          </a:r>
        </a:p>
      </dsp:txBody>
      <dsp:txXfrm>
        <a:off x="600757" y="1373466"/>
        <a:ext cx="1300577" cy="761395"/>
      </dsp:txXfrm>
    </dsp:sp>
    <dsp:sp modelId="{3E32A16E-9A57-4785-9F7C-A8EAE8C8CC28}">
      <dsp:nvSpPr>
        <dsp:cNvPr id="0" name=""/>
        <dsp:cNvSpPr/>
      </dsp:nvSpPr>
      <dsp:spPr>
        <a:xfrm rot="5400000">
          <a:off x="1108163" y="2252907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2531420"/>
                <a:satOff val="-7265"/>
                <a:lumOff val="-1163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31420"/>
                <a:satOff val="-7265"/>
                <a:lumOff val="-1163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31420"/>
                <a:satOff val="-7265"/>
                <a:lumOff val="-1163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150758" y="2277170"/>
        <a:ext cx="200576" cy="200036"/>
      </dsp:txXfrm>
    </dsp:sp>
    <dsp:sp modelId="{577C5F0B-9DEF-40DC-BD85-44683A662F4B}">
      <dsp:nvSpPr>
        <dsp:cNvPr id="0" name=""/>
        <dsp:cNvSpPr/>
      </dsp:nvSpPr>
      <dsp:spPr>
        <a:xfrm>
          <a:off x="577069" y="2697732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666323"/>
                <a:satOff val="-7652"/>
                <a:lumOff val="-122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666323"/>
                <a:satOff val="-7652"/>
                <a:lumOff val="-122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666323"/>
                <a:satOff val="-7652"/>
                <a:lumOff val="-122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However, their capabilities increase significantly when they are integrated into larger systems.</a:t>
          </a:r>
        </a:p>
      </dsp:txBody>
      <dsp:txXfrm>
        <a:off x="600757" y="2721420"/>
        <a:ext cx="1300577" cy="761395"/>
      </dsp:txXfrm>
    </dsp:sp>
    <dsp:sp modelId="{91AE4411-0827-4F18-8C4F-5823A053391F}">
      <dsp:nvSpPr>
        <dsp:cNvPr id="0" name=""/>
        <dsp:cNvSpPr/>
      </dsp:nvSpPr>
      <dsp:spPr>
        <a:xfrm>
          <a:off x="2043642" y="2934971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2761549"/>
                <a:satOff val="-7926"/>
                <a:lumOff val="-126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761549"/>
                <a:satOff val="-7926"/>
                <a:lumOff val="-126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761549"/>
                <a:satOff val="-7926"/>
                <a:lumOff val="-126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043642" y="3001829"/>
        <a:ext cx="200036" cy="200576"/>
      </dsp:txXfrm>
    </dsp:sp>
    <dsp:sp modelId="{A5EE0C48-0BED-4C87-B357-BD48A599DC47}">
      <dsp:nvSpPr>
        <dsp:cNvPr id="0" name=""/>
        <dsp:cNvSpPr/>
      </dsp:nvSpPr>
      <dsp:spPr>
        <a:xfrm>
          <a:off x="2464204" y="2697732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888516"/>
                <a:satOff val="-8290"/>
                <a:lumOff val="-1327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888516"/>
                <a:satOff val="-8290"/>
                <a:lumOff val="-1327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888516"/>
                <a:satOff val="-8290"/>
                <a:lumOff val="-1327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Compound AI Systems: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(</a:t>
          </a:r>
          <a:r>
            <a:rPr lang="en-US" sz="700" b="0" i="0" kern="1200" dirty="0"/>
            <a:t>combine multiple, specialized components—such as LLMs, retrievers, databases, and tools—rather than relying on a single, massive model</a:t>
          </a:r>
          <a:r>
            <a:rPr lang="en-US" sz="700" kern="1200" dirty="0"/>
            <a:t>) </a:t>
          </a:r>
        </a:p>
      </dsp:txBody>
      <dsp:txXfrm>
        <a:off x="2487892" y="2721420"/>
        <a:ext cx="1300577" cy="761395"/>
      </dsp:txXfrm>
    </dsp:sp>
    <dsp:sp modelId="{3E9BF3F9-1524-4291-9392-502A66C24FD7}">
      <dsp:nvSpPr>
        <dsp:cNvPr id="0" name=""/>
        <dsp:cNvSpPr/>
      </dsp:nvSpPr>
      <dsp:spPr>
        <a:xfrm>
          <a:off x="3930777" y="2934971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2991678"/>
                <a:satOff val="-8586"/>
                <a:lumOff val="-1374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991678"/>
                <a:satOff val="-8586"/>
                <a:lumOff val="-1374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991678"/>
                <a:satOff val="-8586"/>
                <a:lumOff val="-1374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930777" y="3001829"/>
        <a:ext cx="200036" cy="200576"/>
      </dsp:txXfrm>
    </dsp:sp>
    <dsp:sp modelId="{A12E6E5A-669F-4739-8C97-CA3C3D28F196}">
      <dsp:nvSpPr>
        <dsp:cNvPr id="0" name=""/>
        <dsp:cNvSpPr/>
      </dsp:nvSpPr>
      <dsp:spPr>
        <a:xfrm>
          <a:off x="4351339" y="2697732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110710"/>
                <a:satOff val="-8928"/>
                <a:lumOff val="-14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110710"/>
                <a:satOff val="-8928"/>
                <a:lumOff val="-14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110710"/>
                <a:satOff val="-8928"/>
                <a:lumOff val="-14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The real power of AI emerges when we build systems around the model.</a:t>
          </a:r>
        </a:p>
      </dsp:txBody>
      <dsp:txXfrm>
        <a:off x="4375027" y="2721420"/>
        <a:ext cx="1300577" cy="761395"/>
      </dsp:txXfrm>
    </dsp:sp>
    <dsp:sp modelId="{221028C7-B8FF-4470-8734-7F77A83CF54F}">
      <dsp:nvSpPr>
        <dsp:cNvPr id="0" name=""/>
        <dsp:cNvSpPr/>
      </dsp:nvSpPr>
      <dsp:spPr>
        <a:xfrm>
          <a:off x="5817912" y="2934971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817912" y="3001829"/>
        <a:ext cx="200036" cy="200576"/>
      </dsp:txXfrm>
    </dsp:sp>
    <dsp:sp modelId="{6221D1F8-C31A-4A9B-9262-A87F20060D26}">
      <dsp:nvSpPr>
        <dsp:cNvPr id="0" name=""/>
        <dsp:cNvSpPr/>
      </dsp:nvSpPr>
      <dsp:spPr>
        <a:xfrm>
          <a:off x="6238473" y="2697732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332904"/>
                <a:satOff val="-9565"/>
                <a:lumOff val="-153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332904"/>
                <a:satOff val="-9565"/>
                <a:lumOff val="-153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332904"/>
                <a:satOff val="-9565"/>
                <a:lumOff val="-153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Example workflow: User query is sent to a language model (transformer/</a:t>
          </a:r>
          <a:r>
            <a:rPr lang="en-US" sz="700" kern="1200" dirty="0" err="1"/>
            <a:t>Nnet</a:t>
          </a:r>
          <a:r>
            <a:rPr lang="en-US" sz="700" kern="1200" dirty="0"/>
            <a:t> model).</a:t>
          </a:r>
        </a:p>
      </dsp:txBody>
      <dsp:txXfrm>
        <a:off x="6262161" y="2721420"/>
        <a:ext cx="1300577" cy="761395"/>
      </dsp:txXfrm>
    </dsp:sp>
    <dsp:sp modelId="{FB32020B-EFEE-406B-A861-A4E5318076F2}">
      <dsp:nvSpPr>
        <dsp:cNvPr id="0" name=""/>
        <dsp:cNvSpPr/>
      </dsp:nvSpPr>
      <dsp:spPr>
        <a:xfrm>
          <a:off x="7705046" y="2934971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451936"/>
                <a:satOff val="-9907"/>
                <a:lumOff val="-158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451936"/>
                <a:satOff val="-9907"/>
                <a:lumOff val="-158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451936"/>
                <a:satOff val="-9907"/>
                <a:lumOff val="-158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705046" y="3001829"/>
        <a:ext cx="200036" cy="200576"/>
      </dsp:txXfrm>
    </dsp:sp>
    <dsp:sp modelId="{F5532D6D-AFE2-4FBF-B811-AC3608176530}">
      <dsp:nvSpPr>
        <dsp:cNvPr id="0" name=""/>
        <dsp:cNvSpPr/>
      </dsp:nvSpPr>
      <dsp:spPr>
        <a:xfrm>
          <a:off x="8125608" y="2697732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555097"/>
                <a:satOff val="-10203"/>
                <a:lumOff val="-163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555097"/>
                <a:satOff val="-10203"/>
                <a:lumOff val="-163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555097"/>
                <a:satOff val="-10203"/>
                <a:lumOff val="-163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The model generates a search query.</a:t>
          </a:r>
        </a:p>
      </dsp:txBody>
      <dsp:txXfrm>
        <a:off x="8149296" y="2721420"/>
        <a:ext cx="1300577" cy="761395"/>
      </dsp:txXfrm>
    </dsp:sp>
    <dsp:sp modelId="{C0BFA30F-422F-43B7-B7B1-314CE523CBE5}">
      <dsp:nvSpPr>
        <dsp:cNvPr id="0" name=""/>
        <dsp:cNvSpPr/>
      </dsp:nvSpPr>
      <dsp:spPr>
        <a:xfrm>
          <a:off x="9592181" y="2934971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682065"/>
                <a:satOff val="-10567"/>
                <a:lumOff val="-169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682065"/>
                <a:satOff val="-10567"/>
                <a:lumOff val="-169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682065"/>
                <a:satOff val="-10567"/>
                <a:lumOff val="-169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9592181" y="3001829"/>
        <a:ext cx="200036" cy="200576"/>
      </dsp:txXfrm>
    </dsp:sp>
    <dsp:sp modelId="{4392318D-4109-40A5-9384-D24FD97457B1}">
      <dsp:nvSpPr>
        <dsp:cNvPr id="0" name=""/>
        <dsp:cNvSpPr/>
      </dsp:nvSpPr>
      <dsp:spPr>
        <a:xfrm>
          <a:off x="10012742" y="2697732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777291"/>
                <a:satOff val="-10841"/>
                <a:lumOff val="-173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777291"/>
                <a:satOff val="-10841"/>
                <a:lumOff val="-173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777291"/>
                <a:satOff val="-10841"/>
                <a:lumOff val="-173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The query accesses a database containing vacation information.</a:t>
          </a:r>
        </a:p>
      </dsp:txBody>
      <dsp:txXfrm>
        <a:off x="10036430" y="2721420"/>
        <a:ext cx="1300577" cy="761395"/>
      </dsp:txXfrm>
    </dsp:sp>
    <dsp:sp modelId="{29589992-9CD4-42F1-B71A-BD961736999B}">
      <dsp:nvSpPr>
        <dsp:cNvPr id="0" name=""/>
        <dsp:cNvSpPr/>
      </dsp:nvSpPr>
      <dsp:spPr>
        <a:xfrm rot="5400000">
          <a:off x="10543836" y="3600860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912194"/>
                <a:satOff val="-11228"/>
                <a:lumOff val="-179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912194"/>
                <a:satOff val="-11228"/>
                <a:lumOff val="-179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912194"/>
                <a:satOff val="-11228"/>
                <a:lumOff val="-179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0586431" y="3625123"/>
        <a:ext cx="200576" cy="200036"/>
      </dsp:txXfrm>
    </dsp:sp>
    <dsp:sp modelId="{B8F0CD0C-2725-4183-8DA3-54A6EA33438A}">
      <dsp:nvSpPr>
        <dsp:cNvPr id="0" name=""/>
        <dsp:cNvSpPr/>
      </dsp:nvSpPr>
      <dsp:spPr>
        <a:xfrm>
          <a:off x="10012742" y="4045685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999484"/>
                <a:satOff val="-11478"/>
                <a:lumOff val="-1837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999484"/>
                <a:satOff val="-11478"/>
                <a:lumOff val="-1837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999484"/>
                <a:satOff val="-11478"/>
                <a:lumOff val="-1837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The database returns the relevant data.The model converts this data into a natural language response.</a:t>
          </a:r>
        </a:p>
      </dsp:txBody>
      <dsp:txXfrm>
        <a:off x="10036430" y="4069373"/>
        <a:ext cx="1300577" cy="761395"/>
      </dsp:txXfrm>
    </dsp:sp>
    <dsp:sp modelId="{9E97C9E9-1E4B-4DE7-A55F-A2CF02442E8D}">
      <dsp:nvSpPr>
        <dsp:cNvPr id="0" name=""/>
        <dsp:cNvSpPr/>
      </dsp:nvSpPr>
      <dsp:spPr>
        <a:xfrm rot="10800000">
          <a:off x="9608356" y="4282925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142323"/>
                <a:satOff val="-11888"/>
                <a:lumOff val="-190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142323"/>
                <a:satOff val="-11888"/>
                <a:lumOff val="-190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142323"/>
                <a:satOff val="-11888"/>
                <a:lumOff val="-190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9694086" y="4349783"/>
        <a:ext cx="200036" cy="200576"/>
      </dsp:txXfrm>
    </dsp:sp>
    <dsp:sp modelId="{976CC6E0-7FA5-4728-9878-56252C2BFFD9}">
      <dsp:nvSpPr>
        <dsp:cNvPr id="0" name=""/>
        <dsp:cNvSpPr/>
      </dsp:nvSpPr>
      <dsp:spPr>
        <a:xfrm>
          <a:off x="8125608" y="4045685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221678"/>
                <a:satOff val="-12116"/>
                <a:lumOff val="-193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21678"/>
                <a:satOff val="-12116"/>
                <a:lumOff val="-193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21678"/>
                <a:satOff val="-12116"/>
                <a:lumOff val="-193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Example output:“You have 10 vacation days remaining.”</a:t>
          </a:r>
        </a:p>
      </dsp:txBody>
      <dsp:txXfrm>
        <a:off x="8149296" y="4069373"/>
        <a:ext cx="1300577" cy="761395"/>
      </dsp:txXfrm>
    </dsp:sp>
    <dsp:sp modelId="{A7E0F943-9DC9-448E-9F86-495CC8E90B4D}">
      <dsp:nvSpPr>
        <dsp:cNvPr id="0" name=""/>
        <dsp:cNvSpPr/>
      </dsp:nvSpPr>
      <dsp:spPr>
        <a:xfrm rot="10800000">
          <a:off x="7721222" y="4282925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372452"/>
                <a:satOff val="-12549"/>
                <a:lumOff val="-200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372452"/>
                <a:satOff val="-12549"/>
                <a:lumOff val="-200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372452"/>
                <a:satOff val="-12549"/>
                <a:lumOff val="-200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7806952" y="4349783"/>
        <a:ext cx="200036" cy="200576"/>
      </dsp:txXfrm>
    </dsp:sp>
    <dsp:sp modelId="{FA4FB7EA-5244-4E24-ACE7-2D5EE3922DFD}">
      <dsp:nvSpPr>
        <dsp:cNvPr id="0" name=""/>
        <dsp:cNvSpPr/>
      </dsp:nvSpPr>
      <dsp:spPr>
        <a:xfrm>
          <a:off x="6238473" y="4045685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443872"/>
                <a:satOff val="-12754"/>
                <a:lumOff val="-204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443872"/>
                <a:satOff val="-12754"/>
                <a:lumOff val="-204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443872"/>
                <a:satOff val="-12754"/>
                <a:lumOff val="-204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This response is accurate because the system accesses real data sources.</a:t>
          </a:r>
        </a:p>
      </dsp:txBody>
      <dsp:txXfrm>
        <a:off x="6262161" y="4069373"/>
        <a:ext cx="1300577" cy="761395"/>
      </dsp:txXfrm>
    </dsp:sp>
    <dsp:sp modelId="{6DA03AF1-990B-46CD-ADAC-919014D542E4}">
      <dsp:nvSpPr>
        <dsp:cNvPr id="0" name=""/>
        <dsp:cNvSpPr/>
      </dsp:nvSpPr>
      <dsp:spPr>
        <a:xfrm rot="10800000">
          <a:off x="5834087" y="4282925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02581"/>
                <a:satOff val="-13209"/>
                <a:lumOff val="-211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602581"/>
                <a:satOff val="-13209"/>
                <a:lumOff val="-211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602581"/>
                <a:satOff val="-13209"/>
                <a:lumOff val="-211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5919817" y="4349783"/>
        <a:ext cx="200036" cy="200576"/>
      </dsp:txXfrm>
    </dsp:sp>
    <dsp:sp modelId="{C772CF39-7546-4B8C-A865-54EC96460DB7}">
      <dsp:nvSpPr>
        <dsp:cNvPr id="0" name=""/>
        <dsp:cNvSpPr/>
      </dsp:nvSpPr>
      <dsp:spPr>
        <a:xfrm>
          <a:off x="4351339" y="4045685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66065"/>
                <a:satOff val="-13391"/>
                <a:lumOff val="-214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666065"/>
                <a:satOff val="-13391"/>
                <a:lumOff val="-214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666065"/>
                <a:satOff val="-13391"/>
                <a:lumOff val="-214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Characteristics of Compound AI Systems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Based on system design principles.</a:t>
          </a:r>
        </a:p>
      </dsp:txBody>
      <dsp:txXfrm>
        <a:off x="4375027" y="4069373"/>
        <a:ext cx="1300577" cy="761395"/>
      </dsp:txXfrm>
    </dsp:sp>
    <dsp:sp modelId="{D1377400-0961-4AA3-B603-D13422B9283F}">
      <dsp:nvSpPr>
        <dsp:cNvPr id="0" name=""/>
        <dsp:cNvSpPr/>
      </dsp:nvSpPr>
      <dsp:spPr>
        <a:xfrm rot="10800000">
          <a:off x="3946953" y="4282925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4032683" y="4349783"/>
        <a:ext cx="200036" cy="200576"/>
      </dsp:txXfrm>
    </dsp:sp>
    <dsp:sp modelId="{664519D8-18A5-40CD-AB07-FB89FE8438F6}">
      <dsp:nvSpPr>
        <dsp:cNvPr id="0" name=""/>
        <dsp:cNvSpPr/>
      </dsp:nvSpPr>
      <dsp:spPr>
        <a:xfrm>
          <a:off x="2464204" y="4045685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888259"/>
                <a:satOff val="-14029"/>
                <a:lumOff val="-224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88259"/>
                <a:satOff val="-14029"/>
                <a:lumOff val="-224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88259"/>
                <a:satOff val="-14029"/>
                <a:lumOff val="-224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Modular architecture with multiple </a:t>
          </a:r>
          <a:r>
            <a:rPr lang="en-US" sz="700" kern="1200" dirty="0" err="1"/>
            <a:t>components:AI</a:t>
          </a:r>
          <a:r>
            <a:rPr lang="en-US" sz="700" kern="1200" dirty="0"/>
            <a:t> models (LLMs, tuned models, image models)</a:t>
          </a:r>
        </a:p>
      </dsp:txBody>
      <dsp:txXfrm>
        <a:off x="2487892" y="4069373"/>
        <a:ext cx="1300577" cy="761395"/>
      </dsp:txXfrm>
    </dsp:sp>
    <dsp:sp modelId="{DB2EB31C-0CA4-4DD4-9E44-BE06D8B2D339}">
      <dsp:nvSpPr>
        <dsp:cNvPr id="0" name=""/>
        <dsp:cNvSpPr/>
      </dsp:nvSpPr>
      <dsp:spPr>
        <a:xfrm rot="10822976">
          <a:off x="2056650" y="4276659"/>
          <a:ext cx="288008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5062839"/>
                <a:satOff val="-14530"/>
                <a:lumOff val="-2326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062839"/>
                <a:satOff val="-14530"/>
                <a:lumOff val="-2326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062839"/>
                <a:satOff val="-14530"/>
                <a:lumOff val="-2326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2143051" y="4343806"/>
        <a:ext cx="201606" cy="200576"/>
      </dsp:txXfrm>
    </dsp:sp>
    <dsp:sp modelId="{F59D2FF5-4744-48DB-A3AE-7662F7A2BE07}">
      <dsp:nvSpPr>
        <dsp:cNvPr id="0" name=""/>
        <dsp:cNvSpPr/>
      </dsp:nvSpPr>
      <dsp:spPr>
        <a:xfrm>
          <a:off x="572850" y="4033044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5110452"/>
                <a:satOff val="-14667"/>
                <a:lumOff val="-234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10452"/>
                <a:satOff val="-14667"/>
                <a:lumOff val="-234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10452"/>
                <a:satOff val="-14667"/>
                <a:lumOff val="-234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Databases and search systems,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Verification modules,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Programs that break down complex queries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596538" y="4056732"/>
        <a:ext cx="1300577" cy="761395"/>
      </dsp:txXfrm>
    </dsp:sp>
    <dsp:sp modelId="{1C871536-945A-4A9F-A2AD-00FEBF905A38}">
      <dsp:nvSpPr>
        <dsp:cNvPr id="0" name=""/>
        <dsp:cNvSpPr/>
      </dsp:nvSpPr>
      <dsp:spPr>
        <a:xfrm rot="5389340">
          <a:off x="1102677" y="4942303"/>
          <a:ext cx="292467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5292968"/>
                <a:satOff val="-15191"/>
                <a:lumOff val="-243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292968"/>
                <a:satOff val="-15191"/>
                <a:lumOff val="-243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292968"/>
                <a:satOff val="-15191"/>
                <a:lumOff val="-243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148486" y="4963216"/>
        <a:ext cx="200576" cy="204727"/>
      </dsp:txXfrm>
    </dsp:sp>
    <dsp:sp modelId="{57C29749-B510-409C-B913-3799953FFD6F}">
      <dsp:nvSpPr>
        <dsp:cNvPr id="0" name=""/>
        <dsp:cNvSpPr/>
      </dsp:nvSpPr>
      <dsp:spPr>
        <a:xfrm>
          <a:off x="577069" y="5393638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5332646"/>
                <a:satOff val="-15305"/>
                <a:lumOff val="-245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332646"/>
                <a:satOff val="-15305"/>
                <a:lumOff val="-245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332646"/>
                <a:satOff val="-15305"/>
                <a:lumOff val="-245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External tools and APIs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Developers can combine the right components to solve specific problems efficiently.</a:t>
          </a:r>
        </a:p>
      </dsp:txBody>
      <dsp:txXfrm>
        <a:off x="600757" y="5417326"/>
        <a:ext cx="1300577" cy="761395"/>
      </dsp:txXfrm>
    </dsp:sp>
    <dsp:sp modelId="{19056330-A457-4D8B-BF14-496EDC54A4EB}">
      <dsp:nvSpPr>
        <dsp:cNvPr id="0" name=""/>
        <dsp:cNvSpPr/>
      </dsp:nvSpPr>
      <dsp:spPr>
        <a:xfrm>
          <a:off x="2043642" y="5630878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5523098"/>
                <a:satOff val="-15851"/>
                <a:lumOff val="-253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523098"/>
                <a:satOff val="-15851"/>
                <a:lumOff val="-253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523098"/>
                <a:satOff val="-15851"/>
                <a:lumOff val="-253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043642" y="5697736"/>
        <a:ext cx="200036" cy="200576"/>
      </dsp:txXfrm>
    </dsp:sp>
    <dsp:sp modelId="{45A77859-F4C8-4C70-8472-060602506782}">
      <dsp:nvSpPr>
        <dsp:cNvPr id="0" name=""/>
        <dsp:cNvSpPr/>
      </dsp:nvSpPr>
      <dsp:spPr>
        <a:xfrm>
          <a:off x="2464204" y="5393638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5554839"/>
                <a:satOff val="-15942"/>
                <a:lumOff val="-255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554839"/>
                <a:satOff val="-15942"/>
                <a:lumOff val="-255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554839"/>
                <a:satOff val="-15942"/>
                <a:lumOff val="-255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Advantages of the System :  Approach, Easier to adapt and update, Faster than retraining or fine-tuning models.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More reliable for real-world applications</a:t>
          </a:r>
        </a:p>
      </dsp:txBody>
      <dsp:txXfrm>
        <a:off x="2487892" y="5417326"/>
        <a:ext cx="1300577" cy="761395"/>
      </dsp:txXfrm>
    </dsp:sp>
    <dsp:sp modelId="{88980132-BB17-42D9-8EF0-E65277747692}">
      <dsp:nvSpPr>
        <dsp:cNvPr id="0" name=""/>
        <dsp:cNvSpPr/>
      </dsp:nvSpPr>
      <dsp:spPr>
        <a:xfrm>
          <a:off x="3930777" y="5630878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5753226"/>
                <a:satOff val="-16512"/>
                <a:lumOff val="-264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753226"/>
                <a:satOff val="-16512"/>
                <a:lumOff val="-264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753226"/>
                <a:satOff val="-16512"/>
                <a:lumOff val="-264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930777" y="5697736"/>
        <a:ext cx="200036" cy="200576"/>
      </dsp:txXfrm>
    </dsp:sp>
    <dsp:sp modelId="{8BD2E896-F802-4681-9E82-FE9F2CB78E5A}">
      <dsp:nvSpPr>
        <dsp:cNvPr id="0" name=""/>
        <dsp:cNvSpPr/>
      </dsp:nvSpPr>
      <dsp:spPr>
        <a:xfrm>
          <a:off x="4351339" y="5393638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5777033"/>
                <a:satOff val="-16580"/>
                <a:lumOff val="-265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777033"/>
                <a:satOff val="-16580"/>
                <a:lumOff val="-265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777033"/>
                <a:satOff val="-16580"/>
                <a:lumOff val="-265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Example: Retrieval-Augmented Generation (RAG)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A common type of compound AI system. Combines : A language model A knowledge database, A retrieval mechanism</a:t>
          </a:r>
        </a:p>
      </dsp:txBody>
      <dsp:txXfrm>
        <a:off x="4375027" y="5417326"/>
        <a:ext cx="1300577" cy="761395"/>
      </dsp:txXfrm>
    </dsp:sp>
    <dsp:sp modelId="{ED704B1C-E762-4EB8-BB4F-4FD8C4EEDA69}">
      <dsp:nvSpPr>
        <dsp:cNvPr id="0" name=""/>
        <dsp:cNvSpPr/>
      </dsp:nvSpPr>
      <dsp:spPr>
        <a:xfrm>
          <a:off x="5817912" y="5630878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5983355"/>
                <a:satOff val="-17172"/>
                <a:lumOff val="-274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983355"/>
                <a:satOff val="-17172"/>
                <a:lumOff val="-274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983355"/>
                <a:satOff val="-17172"/>
                <a:lumOff val="-274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817912" y="5697736"/>
        <a:ext cx="200036" cy="200576"/>
      </dsp:txXfrm>
    </dsp:sp>
    <dsp:sp modelId="{A9C18906-9847-40E8-B0A6-1227E588C5ED}">
      <dsp:nvSpPr>
        <dsp:cNvPr id="0" name=""/>
        <dsp:cNvSpPr/>
      </dsp:nvSpPr>
      <dsp:spPr>
        <a:xfrm>
          <a:off x="6238473" y="5393638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5999227"/>
                <a:satOff val="-17218"/>
                <a:lumOff val="-2756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999227"/>
                <a:satOff val="-17218"/>
                <a:lumOff val="-2756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999227"/>
                <a:satOff val="-17218"/>
                <a:lumOff val="-2756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Control Logic in AI Systems :  Systems often follow a fixed workflow or path when answering queries.</a:t>
          </a:r>
        </a:p>
      </dsp:txBody>
      <dsp:txXfrm>
        <a:off x="6262161" y="5417326"/>
        <a:ext cx="1300577" cy="761395"/>
      </dsp:txXfrm>
    </dsp:sp>
    <dsp:sp modelId="{1E3FDD6D-6FEA-48BA-A488-D2CB373EE568}">
      <dsp:nvSpPr>
        <dsp:cNvPr id="0" name=""/>
        <dsp:cNvSpPr/>
      </dsp:nvSpPr>
      <dsp:spPr>
        <a:xfrm>
          <a:off x="7705046" y="5630878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6213485"/>
                <a:satOff val="-17833"/>
                <a:lumOff val="-285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213485"/>
                <a:satOff val="-17833"/>
                <a:lumOff val="-285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213485"/>
                <a:satOff val="-17833"/>
                <a:lumOff val="-285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705046" y="5697736"/>
        <a:ext cx="200036" cy="200576"/>
      </dsp:txXfrm>
    </dsp:sp>
    <dsp:sp modelId="{65A4FC41-E1D4-46D7-9278-479FA47B5B95}">
      <dsp:nvSpPr>
        <dsp:cNvPr id="0" name=""/>
        <dsp:cNvSpPr/>
      </dsp:nvSpPr>
      <dsp:spPr>
        <a:xfrm>
          <a:off x="8125608" y="5393638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221420"/>
                <a:satOff val="-17855"/>
                <a:lumOff val="-28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221420"/>
                <a:satOff val="-17855"/>
                <a:lumOff val="-28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221420"/>
                <a:satOff val="-17855"/>
                <a:lumOff val="-28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Example limitation : If a system is designed to search only the vacation database, A question like “What’s the weather today?” will fail.</a:t>
          </a:r>
        </a:p>
      </dsp:txBody>
      <dsp:txXfrm>
        <a:off x="8149296" y="5417326"/>
        <a:ext cx="1300577" cy="761395"/>
      </dsp:txXfrm>
    </dsp:sp>
    <dsp:sp modelId="{147CA277-4CAC-4B63-A15A-5BFDC0B11B37}">
      <dsp:nvSpPr>
        <dsp:cNvPr id="0" name=""/>
        <dsp:cNvSpPr/>
      </dsp:nvSpPr>
      <dsp:spPr>
        <a:xfrm>
          <a:off x="9592181" y="5630878"/>
          <a:ext cx="285766" cy="3342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9592181" y="5697736"/>
        <a:ext cx="200036" cy="200576"/>
      </dsp:txXfrm>
    </dsp:sp>
    <dsp:sp modelId="{9FA6750E-E632-45BC-918F-067FC9A942DD}">
      <dsp:nvSpPr>
        <dsp:cNvPr id="0" name=""/>
        <dsp:cNvSpPr/>
      </dsp:nvSpPr>
      <dsp:spPr>
        <a:xfrm>
          <a:off x="10012742" y="5393638"/>
          <a:ext cx="1347953" cy="808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This predefined workflow is called the control logic of the program.</a:t>
          </a:r>
        </a:p>
      </dsp:txBody>
      <dsp:txXfrm>
        <a:off x="10036430" y="5417326"/>
        <a:ext cx="1300577" cy="7613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3DFBA4-91EA-47AF-B215-B30B1D093DFA}">
      <dsp:nvSpPr>
        <dsp:cNvPr id="0" name=""/>
        <dsp:cNvSpPr/>
      </dsp:nvSpPr>
      <dsp:spPr>
        <a:xfrm>
          <a:off x="1934035" y="345250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59676" y="389485"/>
        <a:ext cx="14835" cy="2970"/>
      </dsp:txXfrm>
    </dsp:sp>
    <dsp:sp modelId="{B315A716-5DDB-4DA1-B51C-C2351D30A7E8}">
      <dsp:nvSpPr>
        <dsp:cNvPr id="0" name=""/>
        <dsp:cNvSpPr/>
      </dsp:nvSpPr>
      <dsp:spPr>
        <a:xfrm>
          <a:off x="645752" y="3945"/>
          <a:ext cx="1290083" cy="7740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User question: “How many two-ounce sunscreen bottles should I bring for my Florida vacation?”</a:t>
          </a:r>
        </a:p>
      </dsp:txBody>
      <dsp:txXfrm>
        <a:off x="645752" y="3945"/>
        <a:ext cx="1290083" cy="774050"/>
      </dsp:txXfrm>
    </dsp:sp>
    <dsp:sp modelId="{683A9801-CBAD-47D6-8A4F-B655E780223E}">
      <dsp:nvSpPr>
        <dsp:cNvPr id="0" name=""/>
        <dsp:cNvSpPr/>
      </dsp:nvSpPr>
      <dsp:spPr>
        <a:xfrm>
          <a:off x="3520837" y="345250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247831"/>
              <a:satOff val="-711"/>
              <a:lumOff val="-11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46479" y="389485"/>
        <a:ext cx="14835" cy="2970"/>
      </dsp:txXfrm>
    </dsp:sp>
    <dsp:sp modelId="{91B5A709-357A-4660-AFD8-E495826F12C7}">
      <dsp:nvSpPr>
        <dsp:cNvPr id="0" name=""/>
        <dsp:cNvSpPr/>
      </dsp:nvSpPr>
      <dsp:spPr>
        <a:xfrm>
          <a:off x="2232554" y="3945"/>
          <a:ext cx="1290083" cy="774050"/>
        </a:xfrm>
        <a:prstGeom prst="rect">
          <a:avLst/>
        </a:prstGeom>
        <a:solidFill>
          <a:schemeClr val="accent2">
            <a:hueOff val="238652"/>
            <a:satOff val="-685"/>
            <a:lumOff val="-10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This requires multiple steps: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Determine number of vacation days.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Estimate hours of sun exposure.</a:t>
          </a:r>
        </a:p>
      </dsp:txBody>
      <dsp:txXfrm>
        <a:off x="2232554" y="3945"/>
        <a:ext cx="1290083" cy="774050"/>
      </dsp:txXfrm>
    </dsp:sp>
    <dsp:sp modelId="{539CB8AE-1461-4EF0-9C7C-9F03DF0643D2}">
      <dsp:nvSpPr>
        <dsp:cNvPr id="0" name=""/>
        <dsp:cNvSpPr/>
      </dsp:nvSpPr>
      <dsp:spPr>
        <a:xfrm>
          <a:off x="5107640" y="345250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495663"/>
              <a:satOff val="-1423"/>
              <a:lumOff val="-227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3282" y="389485"/>
        <a:ext cx="14835" cy="2970"/>
      </dsp:txXfrm>
    </dsp:sp>
    <dsp:sp modelId="{0C1A9F96-DE6B-4DFF-9E47-B9181B538FEA}">
      <dsp:nvSpPr>
        <dsp:cNvPr id="0" name=""/>
        <dsp:cNvSpPr/>
      </dsp:nvSpPr>
      <dsp:spPr>
        <a:xfrm>
          <a:off x="3819357" y="3945"/>
          <a:ext cx="1290083" cy="774050"/>
        </a:xfrm>
        <a:prstGeom prst="rect">
          <a:avLst/>
        </a:prstGeom>
        <a:solidFill>
          <a:schemeClr val="accent2">
            <a:hueOff val="477305"/>
            <a:satOff val="-1370"/>
            <a:lumOff val="-21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Retrieve</a:t>
          </a:r>
          <a:r>
            <a:rPr lang="en-US" sz="1200" kern="1200" dirty="0"/>
            <a:t> </a:t>
          </a:r>
          <a:r>
            <a:rPr lang="en-US" sz="800" kern="1200" dirty="0"/>
            <a:t>recommended sunscreen usage per </a:t>
          </a:r>
          <a:r>
            <a:rPr lang="en-US" sz="800" kern="1200" dirty="0" err="1"/>
            <a:t>hou</a:t>
          </a:r>
          <a:r>
            <a:rPr lang="en-US" sz="800" kern="1200" dirty="0"/>
            <a:t>, , determine bottle quantity.</a:t>
          </a:r>
          <a:endParaRPr lang="en-US" sz="1200" kern="1200" dirty="0"/>
        </a:p>
      </dsp:txBody>
      <dsp:txXfrm>
        <a:off x="3819357" y="3945"/>
        <a:ext cx="1290083" cy="774050"/>
      </dsp:txXfrm>
    </dsp:sp>
    <dsp:sp modelId="{0C1D135E-E180-432F-AEEB-6CC4FD3C7864}">
      <dsp:nvSpPr>
        <dsp:cNvPr id="0" name=""/>
        <dsp:cNvSpPr/>
      </dsp:nvSpPr>
      <dsp:spPr>
        <a:xfrm>
          <a:off x="6694442" y="341305"/>
          <a:ext cx="2281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9665"/>
              </a:moveTo>
              <a:lnTo>
                <a:pt x="131195" y="49665"/>
              </a:lnTo>
              <a:lnTo>
                <a:pt x="131195" y="45720"/>
              </a:lnTo>
              <a:lnTo>
                <a:pt x="228190" y="45720"/>
              </a:lnTo>
            </a:path>
          </a:pathLst>
        </a:custGeom>
        <a:noFill/>
        <a:ln w="12700" cap="flat" cmpd="sng" algn="ctr">
          <a:solidFill>
            <a:schemeClr val="accent2">
              <a:hueOff val="743494"/>
              <a:satOff val="-2134"/>
              <a:lumOff val="-341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02067" y="385539"/>
        <a:ext cx="12941" cy="2970"/>
      </dsp:txXfrm>
    </dsp:sp>
    <dsp:sp modelId="{F5C30909-FE4A-42E7-9027-420304FED064}">
      <dsp:nvSpPr>
        <dsp:cNvPr id="0" name=""/>
        <dsp:cNvSpPr/>
      </dsp:nvSpPr>
      <dsp:spPr>
        <a:xfrm>
          <a:off x="5406159" y="3945"/>
          <a:ext cx="1290083" cy="774050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Possible data sources:</a:t>
          </a:r>
        </a:p>
      </dsp:txBody>
      <dsp:txXfrm>
        <a:off x="5406159" y="3945"/>
        <a:ext cx="1290083" cy="774050"/>
      </dsp:txXfrm>
    </dsp:sp>
    <dsp:sp modelId="{3C93ED01-E6E1-4A63-9EA6-BA6695BEF666}">
      <dsp:nvSpPr>
        <dsp:cNvPr id="0" name=""/>
        <dsp:cNvSpPr/>
      </dsp:nvSpPr>
      <dsp:spPr>
        <a:xfrm>
          <a:off x="8243317" y="341305"/>
          <a:ext cx="3040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9123" y="45720"/>
              </a:lnTo>
              <a:lnTo>
                <a:pt x="169123" y="49665"/>
              </a:lnTo>
              <a:lnTo>
                <a:pt x="304047" y="49665"/>
              </a:lnTo>
            </a:path>
          </a:pathLst>
        </a:custGeom>
        <a:noFill/>
        <a:ln w="12700" cap="flat" cmpd="sng" algn="ctr">
          <a:solidFill>
            <a:schemeClr val="accent2">
              <a:hueOff val="991325"/>
              <a:satOff val="-2845"/>
              <a:lumOff val="-455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386974" y="385539"/>
        <a:ext cx="16733" cy="2970"/>
      </dsp:txXfrm>
    </dsp:sp>
    <dsp:sp modelId="{1E9BBEDA-DE7C-4A2B-9CC6-19FC3AE85AC2}">
      <dsp:nvSpPr>
        <dsp:cNvPr id="0" name=""/>
        <dsp:cNvSpPr/>
      </dsp:nvSpPr>
      <dsp:spPr>
        <a:xfrm>
          <a:off x="6955033" y="0"/>
          <a:ext cx="1290083" cy="774050"/>
        </a:xfrm>
        <a:prstGeom prst="rect">
          <a:avLst/>
        </a:prstGeom>
        <a:solidFill>
          <a:schemeClr val="accent2">
            <a:hueOff val="954609"/>
            <a:satOff val="-2740"/>
            <a:lumOff val="-43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Personal vacation database, Weather forecasts, Public health recommendations, Calculator tools</a:t>
          </a:r>
        </a:p>
      </dsp:txBody>
      <dsp:txXfrm>
        <a:off x="6955033" y="0"/>
        <a:ext cx="1290083" cy="774050"/>
      </dsp:txXfrm>
    </dsp:sp>
    <dsp:sp modelId="{6CE56948-9C88-40AF-97DB-62F2EDEF49A2}">
      <dsp:nvSpPr>
        <dsp:cNvPr id="0" name=""/>
        <dsp:cNvSpPr/>
      </dsp:nvSpPr>
      <dsp:spPr>
        <a:xfrm>
          <a:off x="1290793" y="776195"/>
          <a:ext cx="7934012" cy="266119"/>
        </a:xfrm>
        <a:custGeom>
          <a:avLst/>
          <a:gdLst/>
          <a:ahLst/>
          <a:cxnLst/>
          <a:rect l="0" t="0" r="0" b="0"/>
          <a:pathLst>
            <a:path>
              <a:moveTo>
                <a:pt x="7934012" y="0"/>
              </a:moveTo>
              <a:lnTo>
                <a:pt x="7934012" y="150159"/>
              </a:lnTo>
              <a:lnTo>
                <a:pt x="0" y="150159"/>
              </a:lnTo>
              <a:lnTo>
                <a:pt x="0" y="266119"/>
              </a:lnTo>
            </a:path>
          </a:pathLst>
        </a:custGeom>
        <a:noFill/>
        <a:ln w="12700" cap="flat" cmpd="sng" algn="ctr">
          <a:solidFill>
            <a:schemeClr val="accent2">
              <a:hueOff val="1239157"/>
              <a:satOff val="-3556"/>
              <a:lumOff val="-569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9311" y="907770"/>
        <a:ext cx="396977" cy="2970"/>
      </dsp:txXfrm>
    </dsp:sp>
    <dsp:sp modelId="{43673876-C2C3-4436-AE94-8E10354CA2C9}">
      <dsp:nvSpPr>
        <dsp:cNvPr id="0" name=""/>
        <dsp:cNvSpPr/>
      </dsp:nvSpPr>
      <dsp:spPr>
        <a:xfrm>
          <a:off x="8579764" y="3945"/>
          <a:ext cx="1290083" cy="774050"/>
        </a:xfrm>
        <a:prstGeom prst="rect">
          <a:avLst/>
        </a:prstGeom>
        <a:solidFill>
          <a:schemeClr val="accent2">
            <a:hueOff val="1193262"/>
            <a:satOff val="-3425"/>
            <a:lumOff val="-54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Why Agents Are Powerful ?</a:t>
          </a:r>
        </a:p>
      </dsp:txBody>
      <dsp:txXfrm>
        <a:off x="8579764" y="3945"/>
        <a:ext cx="1290083" cy="774050"/>
      </dsp:txXfrm>
    </dsp:sp>
    <dsp:sp modelId="{EA2AF714-C88F-450D-B31C-68E2E031BBF9}">
      <dsp:nvSpPr>
        <dsp:cNvPr id="0" name=""/>
        <dsp:cNvSpPr/>
      </dsp:nvSpPr>
      <dsp:spPr>
        <a:xfrm>
          <a:off x="1934035" y="1416019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1486988"/>
              <a:satOff val="-4268"/>
              <a:lumOff val="-683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59676" y="1460254"/>
        <a:ext cx="14835" cy="2970"/>
      </dsp:txXfrm>
    </dsp:sp>
    <dsp:sp modelId="{69F45A88-CBD7-47EF-AA72-2C4DDDBE1199}">
      <dsp:nvSpPr>
        <dsp:cNvPr id="0" name=""/>
        <dsp:cNvSpPr/>
      </dsp:nvSpPr>
      <dsp:spPr>
        <a:xfrm>
          <a:off x="645752" y="1074714"/>
          <a:ext cx="1290083" cy="774050"/>
        </a:xfrm>
        <a:prstGeom prst="rect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Agents can explore multiple solution paths.</a:t>
          </a:r>
        </a:p>
      </dsp:txBody>
      <dsp:txXfrm>
        <a:off x="645752" y="1074714"/>
        <a:ext cx="1290083" cy="774050"/>
      </dsp:txXfrm>
    </dsp:sp>
    <dsp:sp modelId="{238D3D4C-D7D9-4BC1-A31D-88EC657A7509}">
      <dsp:nvSpPr>
        <dsp:cNvPr id="0" name=""/>
        <dsp:cNvSpPr/>
      </dsp:nvSpPr>
      <dsp:spPr>
        <a:xfrm>
          <a:off x="3520837" y="1416019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1734819"/>
              <a:satOff val="-4979"/>
              <a:lumOff val="-797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46479" y="1460254"/>
        <a:ext cx="14835" cy="2970"/>
      </dsp:txXfrm>
    </dsp:sp>
    <dsp:sp modelId="{910EE901-A527-4B61-94D0-00571FD547DD}">
      <dsp:nvSpPr>
        <dsp:cNvPr id="0" name=""/>
        <dsp:cNvSpPr/>
      </dsp:nvSpPr>
      <dsp:spPr>
        <a:xfrm>
          <a:off x="2232554" y="1074714"/>
          <a:ext cx="1290083" cy="774050"/>
        </a:xfrm>
        <a:prstGeom prst="rect">
          <a:avLst/>
        </a:prstGeom>
        <a:solidFill>
          <a:schemeClr val="accent2">
            <a:hueOff val="1670567"/>
            <a:satOff val="-4794"/>
            <a:lumOff val="-76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Systems become more flexible and modular.</a:t>
          </a:r>
        </a:p>
      </dsp:txBody>
      <dsp:txXfrm>
        <a:off x="2232554" y="1074714"/>
        <a:ext cx="1290083" cy="774050"/>
      </dsp:txXfrm>
    </dsp:sp>
    <dsp:sp modelId="{3027C9E3-86C2-4EB0-B93C-3C91D733AC07}">
      <dsp:nvSpPr>
        <dsp:cNvPr id="0" name=""/>
        <dsp:cNvSpPr/>
      </dsp:nvSpPr>
      <dsp:spPr>
        <a:xfrm>
          <a:off x="5107640" y="1416019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1982650"/>
              <a:satOff val="-5690"/>
              <a:lumOff val="-911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3282" y="1460254"/>
        <a:ext cx="14835" cy="2970"/>
      </dsp:txXfrm>
    </dsp:sp>
    <dsp:sp modelId="{007E8BE9-FBEB-4594-8DEF-F031B5D35EA9}">
      <dsp:nvSpPr>
        <dsp:cNvPr id="0" name=""/>
        <dsp:cNvSpPr/>
      </dsp:nvSpPr>
      <dsp:spPr>
        <a:xfrm>
          <a:off x="3819357" y="1074714"/>
          <a:ext cx="1290083" cy="774050"/>
        </a:xfrm>
        <a:prstGeom prst="rect">
          <a:avLst/>
        </a:prstGeom>
        <a:solidFill>
          <a:schemeClr val="accent2">
            <a:hueOff val="1909219"/>
            <a:satOff val="-5479"/>
            <a:lumOff val="-8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They can solve more complex and open-ended tasks.</a:t>
          </a:r>
        </a:p>
      </dsp:txBody>
      <dsp:txXfrm>
        <a:off x="3819357" y="1074714"/>
        <a:ext cx="1290083" cy="774050"/>
      </dsp:txXfrm>
    </dsp:sp>
    <dsp:sp modelId="{1A55E5B4-8C59-4953-ACB5-3D97BFDA35C6}">
      <dsp:nvSpPr>
        <dsp:cNvPr id="0" name=""/>
        <dsp:cNvSpPr/>
      </dsp:nvSpPr>
      <dsp:spPr>
        <a:xfrm>
          <a:off x="6694442" y="1416019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2230482"/>
              <a:satOff val="-6401"/>
              <a:lumOff val="-1024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20084" y="1460254"/>
        <a:ext cx="14835" cy="2970"/>
      </dsp:txXfrm>
    </dsp:sp>
    <dsp:sp modelId="{4E086205-5BDC-4DEC-B26A-DB59C817371A}">
      <dsp:nvSpPr>
        <dsp:cNvPr id="0" name=""/>
        <dsp:cNvSpPr/>
      </dsp:nvSpPr>
      <dsp:spPr>
        <a:xfrm>
          <a:off x="5406159" y="1074714"/>
          <a:ext cx="1290083" cy="77405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Autonomy in AI Systems</a:t>
          </a:r>
        </a:p>
      </dsp:txBody>
      <dsp:txXfrm>
        <a:off x="5406159" y="1074714"/>
        <a:ext cx="1290083" cy="774050"/>
      </dsp:txXfrm>
    </dsp:sp>
    <dsp:sp modelId="{68856CC5-CE11-4DDE-8E97-17ACBBCF938E}">
      <dsp:nvSpPr>
        <dsp:cNvPr id="0" name=""/>
        <dsp:cNvSpPr/>
      </dsp:nvSpPr>
      <dsp:spPr>
        <a:xfrm>
          <a:off x="8281245" y="1416019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2478313"/>
              <a:satOff val="-7113"/>
              <a:lumOff val="-1138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06887" y="1460254"/>
        <a:ext cx="14835" cy="2970"/>
      </dsp:txXfrm>
    </dsp:sp>
    <dsp:sp modelId="{D44598B5-FC1D-4CC0-90A9-94A927FEE89D}">
      <dsp:nvSpPr>
        <dsp:cNvPr id="0" name=""/>
        <dsp:cNvSpPr/>
      </dsp:nvSpPr>
      <dsp:spPr>
        <a:xfrm>
          <a:off x="6992962" y="1074714"/>
          <a:ext cx="1290083" cy="774050"/>
        </a:xfrm>
        <a:prstGeom prst="rect">
          <a:avLst/>
        </a:prstGeom>
        <a:solidFill>
          <a:schemeClr val="accent2">
            <a:hueOff val="2386523"/>
            <a:satOff val="-6849"/>
            <a:lumOff val="-109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There is a spectrum of LLM autonomy:</a:t>
          </a:r>
        </a:p>
      </dsp:txBody>
      <dsp:txXfrm>
        <a:off x="6992962" y="1074714"/>
        <a:ext cx="1290083" cy="774050"/>
      </dsp:txXfrm>
    </dsp:sp>
    <dsp:sp modelId="{F5581041-61FC-4159-8E03-698CAFFD29CA}">
      <dsp:nvSpPr>
        <dsp:cNvPr id="0" name=""/>
        <dsp:cNvSpPr/>
      </dsp:nvSpPr>
      <dsp:spPr>
        <a:xfrm>
          <a:off x="1290793" y="1846964"/>
          <a:ext cx="7934012" cy="266119"/>
        </a:xfrm>
        <a:custGeom>
          <a:avLst/>
          <a:gdLst/>
          <a:ahLst/>
          <a:cxnLst/>
          <a:rect l="0" t="0" r="0" b="0"/>
          <a:pathLst>
            <a:path>
              <a:moveTo>
                <a:pt x="7934012" y="0"/>
              </a:moveTo>
              <a:lnTo>
                <a:pt x="7934012" y="150159"/>
              </a:lnTo>
              <a:lnTo>
                <a:pt x="0" y="150159"/>
              </a:lnTo>
              <a:lnTo>
                <a:pt x="0" y="266119"/>
              </a:lnTo>
            </a:path>
          </a:pathLst>
        </a:custGeom>
        <a:noFill/>
        <a:ln w="12700" cap="flat" cmpd="sng" algn="ctr">
          <a:solidFill>
            <a:schemeClr val="accent2">
              <a:hueOff val="2726144"/>
              <a:satOff val="-7824"/>
              <a:lumOff val="-1252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9311" y="1978539"/>
        <a:ext cx="396977" cy="2970"/>
      </dsp:txXfrm>
    </dsp:sp>
    <dsp:sp modelId="{2DD20AE6-1190-47DE-8FDF-28AF3DA4734F}">
      <dsp:nvSpPr>
        <dsp:cNvPr id="0" name=""/>
        <dsp:cNvSpPr/>
      </dsp:nvSpPr>
      <dsp:spPr>
        <a:xfrm>
          <a:off x="8579764" y="1074714"/>
          <a:ext cx="1290083" cy="774050"/>
        </a:xfrm>
        <a:prstGeom prst="rect">
          <a:avLst/>
        </a:prstGeom>
        <a:solidFill>
          <a:schemeClr val="accent2">
            <a:hueOff val="2625176"/>
            <a:satOff val="-7534"/>
            <a:lumOff val="-120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Low Autonomy (Programmatic Systems)</a:t>
          </a:r>
        </a:p>
      </dsp:txBody>
      <dsp:txXfrm>
        <a:off x="8579764" y="1074714"/>
        <a:ext cx="1290083" cy="774050"/>
      </dsp:txXfrm>
    </dsp:sp>
    <dsp:sp modelId="{2F5CFCC4-B8F8-4C79-8B44-B759BCF39090}">
      <dsp:nvSpPr>
        <dsp:cNvPr id="0" name=""/>
        <dsp:cNvSpPr/>
      </dsp:nvSpPr>
      <dsp:spPr>
        <a:xfrm>
          <a:off x="1934035" y="2486789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2973976"/>
              <a:satOff val="-8535"/>
              <a:lumOff val="-1366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59676" y="2531023"/>
        <a:ext cx="14835" cy="2970"/>
      </dsp:txXfrm>
    </dsp:sp>
    <dsp:sp modelId="{9E42A0F6-ECE7-4433-8482-D524132FCC93}">
      <dsp:nvSpPr>
        <dsp:cNvPr id="0" name=""/>
        <dsp:cNvSpPr/>
      </dsp:nvSpPr>
      <dsp:spPr>
        <a:xfrm>
          <a:off x="645752" y="2145483"/>
          <a:ext cx="1290083" cy="774050"/>
        </a:xfrm>
        <a:prstGeom prst="rect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Fixed workflows</a:t>
          </a:r>
        </a:p>
      </dsp:txBody>
      <dsp:txXfrm>
        <a:off x="645752" y="2145483"/>
        <a:ext cx="1290083" cy="774050"/>
      </dsp:txXfrm>
    </dsp:sp>
    <dsp:sp modelId="{D93A8CD7-8C0F-40A1-8952-0EB6F9FAECCB}">
      <dsp:nvSpPr>
        <dsp:cNvPr id="0" name=""/>
        <dsp:cNvSpPr/>
      </dsp:nvSpPr>
      <dsp:spPr>
        <a:xfrm>
          <a:off x="3520837" y="2486789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46479" y="2531023"/>
        <a:ext cx="14835" cy="2970"/>
      </dsp:txXfrm>
    </dsp:sp>
    <dsp:sp modelId="{18A5CDA7-EE7B-4AD9-B877-004C38A17842}">
      <dsp:nvSpPr>
        <dsp:cNvPr id="0" name=""/>
        <dsp:cNvSpPr/>
      </dsp:nvSpPr>
      <dsp:spPr>
        <a:xfrm>
          <a:off x="2232554" y="2145483"/>
          <a:ext cx="1290083" cy="774050"/>
        </a:xfrm>
        <a:prstGeom prst="rect">
          <a:avLst/>
        </a:prstGeom>
        <a:solidFill>
          <a:schemeClr val="accent2">
            <a:hueOff val="3102481"/>
            <a:satOff val="-8904"/>
            <a:lumOff val="-142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Efficient for simple and well-defined tasks</a:t>
          </a:r>
        </a:p>
      </dsp:txBody>
      <dsp:txXfrm>
        <a:off x="2232554" y="2145483"/>
        <a:ext cx="1290083" cy="774050"/>
      </dsp:txXfrm>
    </dsp:sp>
    <dsp:sp modelId="{DEA9D1B1-3436-4E7B-8D5F-A964D3FD1C2B}">
      <dsp:nvSpPr>
        <dsp:cNvPr id="0" name=""/>
        <dsp:cNvSpPr/>
      </dsp:nvSpPr>
      <dsp:spPr>
        <a:xfrm>
          <a:off x="5107640" y="2486789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3469638"/>
              <a:satOff val="-9958"/>
              <a:lumOff val="-1594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3282" y="2531023"/>
        <a:ext cx="14835" cy="2970"/>
      </dsp:txXfrm>
    </dsp:sp>
    <dsp:sp modelId="{777AF621-D474-44F3-9F32-250A803A6237}">
      <dsp:nvSpPr>
        <dsp:cNvPr id="0" name=""/>
        <dsp:cNvSpPr/>
      </dsp:nvSpPr>
      <dsp:spPr>
        <a:xfrm>
          <a:off x="3819357" y="2145483"/>
          <a:ext cx="1290083" cy="774050"/>
        </a:xfrm>
        <a:prstGeom prst="rect">
          <a:avLst/>
        </a:prstGeom>
        <a:solidFill>
          <a:schemeClr val="accent2">
            <a:hueOff val="3341133"/>
            <a:satOff val="-9589"/>
            <a:lumOff val="-15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High Autonomy (Agentic Systems)</a:t>
          </a:r>
        </a:p>
      </dsp:txBody>
      <dsp:txXfrm>
        <a:off x="3819357" y="2145483"/>
        <a:ext cx="1290083" cy="774050"/>
      </dsp:txXfrm>
    </dsp:sp>
    <dsp:sp modelId="{C0886084-77C8-448B-97DA-3FCCE8642565}">
      <dsp:nvSpPr>
        <dsp:cNvPr id="0" name=""/>
        <dsp:cNvSpPr/>
      </dsp:nvSpPr>
      <dsp:spPr>
        <a:xfrm>
          <a:off x="6694442" y="2486789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3717469"/>
              <a:satOff val="-10669"/>
              <a:lumOff val="-1708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20084" y="2531023"/>
        <a:ext cx="14835" cy="2970"/>
      </dsp:txXfrm>
    </dsp:sp>
    <dsp:sp modelId="{F276EE37-B9D8-4A5D-BFBA-93251A6D85BF}">
      <dsp:nvSpPr>
        <dsp:cNvPr id="0" name=""/>
        <dsp:cNvSpPr/>
      </dsp:nvSpPr>
      <dsp:spPr>
        <a:xfrm>
          <a:off x="5406159" y="2145483"/>
          <a:ext cx="1290083" cy="774050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LLM decides how to solve problems</a:t>
          </a:r>
        </a:p>
      </dsp:txBody>
      <dsp:txXfrm>
        <a:off x="5406159" y="2145483"/>
        <a:ext cx="1290083" cy="774050"/>
      </dsp:txXfrm>
    </dsp:sp>
    <dsp:sp modelId="{5CEC3F47-E649-411F-B43A-058439AAB1E6}">
      <dsp:nvSpPr>
        <dsp:cNvPr id="0" name=""/>
        <dsp:cNvSpPr/>
      </dsp:nvSpPr>
      <dsp:spPr>
        <a:xfrm>
          <a:off x="8281245" y="2486789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3965301"/>
              <a:satOff val="-11380"/>
              <a:lumOff val="-1822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06887" y="2531023"/>
        <a:ext cx="14835" cy="2970"/>
      </dsp:txXfrm>
    </dsp:sp>
    <dsp:sp modelId="{F207D762-ECBD-41E2-A41F-36FDA2874CCC}">
      <dsp:nvSpPr>
        <dsp:cNvPr id="0" name=""/>
        <dsp:cNvSpPr/>
      </dsp:nvSpPr>
      <dsp:spPr>
        <a:xfrm>
          <a:off x="6992962" y="2145483"/>
          <a:ext cx="1290083" cy="774050"/>
        </a:xfrm>
        <a:prstGeom prst="rect">
          <a:avLst/>
        </a:prstGeom>
        <a:solidFill>
          <a:schemeClr val="accent2">
            <a:hueOff val="3818438"/>
            <a:satOff val="-10959"/>
            <a:lumOff val="-17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Better for complex or unpredictable tasks</a:t>
          </a:r>
        </a:p>
      </dsp:txBody>
      <dsp:txXfrm>
        <a:off x="6992962" y="2145483"/>
        <a:ext cx="1290083" cy="774050"/>
      </dsp:txXfrm>
    </dsp:sp>
    <dsp:sp modelId="{56603BB7-9143-4F75-BD28-D263307DFFA3}">
      <dsp:nvSpPr>
        <dsp:cNvPr id="0" name=""/>
        <dsp:cNvSpPr/>
      </dsp:nvSpPr>
      <dsp:spPr>
        <a:xfrm>
          <a:off x="1290793" y="2917734"/>
          <a:ext cx="7934012" cy="266119"/>
        </a:xfrm>
        <a:custGeom>
          <a:avLst/>
          <a:gdLst/>
          <a:ahLst/>
          <a:cxnLst/>
          <a:rect l="0" t="0" r="0" b="0"/>
          <a:pathLst>
            <a:path>
              <a:moveTo>
                <a:pt x="7934012" y="0"/>
              </a:moveTo>
              <a:lnTo>
                <a:pt x="7934012" y="150159"/>
              </a:lnTo>
              <a:lnTo>
                <a:pt x="0" y="150159"/>
              </a:lnTo>
              <a:lnTo>
                <a:pt x="0" y="266119"/>
              </a:lnTo>
            </a:path>
          </a:pathLst>
        </a:custGeom>
        <a:noFill/>
        <a:ln w="12700" cap="flat" cmpd="sng" algn="ctr">
          <a:solidFill>
            <a:schemeClr val="accent2">
              <a:hueOff val="4213132"/>
              <a:satOff val="-12092"/>
              <a:lumOff val="-1936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9311" y="3049308"/>
        <a:ext cx="396977" cy="2970"/>
      </dsp:txXfrm>
    </dsp:sp>
    <dsp:sp modelId="{41E74203-D916-451F-A862-EEA1898A7D18}">
      <dsp:nvSpPr>
        <dsp:cNvPr id="0" name=""/>
        <dsp:cNvSpPr/>
      </dsp:nvSpPr>
      <dsp:spPr>
        <a:xfrm>
          <a:off x="8579764" y="2145483"/>
          <a:ext cx="1290083" cy="774050"/>
        </a:xfrm>
        <a:prstGeom prst="rect">
          <a:avLst/>
        </a:prstGeom>
        <a:solidFill>
          <a:schemeClr val="accent2">
            <a:hueOff val="4057090"/>
            <a:satOff val="-11644"/>
            <a:lumOff val="-186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When to Use Each Approach</a:t>
          </a:r>
        </a:p>
      </dsp:txBody>
      <dsp:txXfrm>
        <a:off x="8579764" y="2145483"/>
        <a:ext cx="1290083" cy="774050"/>
      </dsp:txXfrm>
    </dsp:sp>
    <dsp:sp modelId="{4AC31548-8D88-458D-93F0-8F65214A93A6}">
      <dsp:nvSpPr>
        <dsp:cNvPr id="0" name=""/>
        <dsp:cNvSpPr/>
      </dsp:nvSpPr>
      <dsp:spPr>
        <a:xfrm>
          <a:off x="1934035" y="3557558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4460963"/>
              <a:satOff val="-12803"/>
              <a:lumOff val="-2049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59676" y="3601793"/>
        <a:ext cx="14835" cy="2970"/>
      </dsp:txXfrm>
    </dsp:sp>
    <dsp:sp modelId="{11EA5DF2-72E8-4620-B88D-CC8293597D07}">
      <dsp:nvSpPr>
        <dsp:cNvPr id="0" name=""/>
        <dsp:cNvSpPr/>
      </dsp:nvSpPr>
      <dsp:spPr>
        <a:xfrm>
          <a:off x="645752" y="3216253"/>
          <a:ext cx="1290083" cy="774050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Programmatic Systems</a:t>
          </a:r>
        </a:p>
      </dsp:txBody>
      <dsp:txXfrm>
        <a:off x="645752" y="3216253"/>
        <a:ext cx="1290083" cy="774050"/>
      </dsp:txXfrm>
    </dsp:sp>
    <dsp:sp modelId="{63594451-A33A-42FB-BCCC-B28D216DB1C5}">
      <dsp:nvSpPr>
        <dsp:cNvPr id="0" name=""/>
        <dsp:cNvSpPr/>
      </dsp:nvSpPr>
      <dsp:spPr>
        <a:xfrm>
          <a:off x="3520837" y="3557558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4708795"/>
              <a:satOff val="-13514"/>
              <a:lumOff val="-2163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46479" y="3601793"/>
        <a:ext cx="14835" cy="2970"/>
      </dsp:txXfrm>
    </dsp:sp>
    <dsp:sp modelId="{C1FBC16F-6F34-40EB-B0B8-6D12B015A2B1}">
      <dsp:nvSpPr>
        <dsp:cNvPr id="0" name=""/>
        <dsp:cNvSpPr/>
      </dsp:nvSpPr>
      <dsp:spPr>
        <a:xfrm>
          <a:off x="2232554" y="3216253"/>
          <a:ext cx="1290083" cy="774050"/>
        </a:xfrm>
        <a:prstGeom prst="rect">
          <a:avLst/>
        </a:prstGeom>
        <a:solidFill>
          <a:schemeClr val="accent2">
            <a:hueOff val="4534395"/>
            <a:satOff val="-13014"/>
            <a:lumOff val="-2083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Best for narrow tasks</a:t>
          </a:r>
        </a:p>
      </dsp:txBody>
      <dsp:txXfrm>
        <a:off x="2232554" y="3216253"/>
        <a:ext cx="1290083" cy="774050"/>
      </dsp:txXfrm>
    </dsp:sp>
    <dsp:sp modelId="{3E429583-AB54-49D8-822C-310309052C14}">
      <dsp:nvSpPr>
        <dsp:cNvPr id="0" name=""/>
        <dsp:cNvSpPr/>
      </dsp:nvSpPr>
      <dsp:spPr>
        <a:xfrm>
          <a:off x="5107640" y="3557558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4956626"/>
              <a:satOff val="-14225"/>
              <a:lumOff val="-2277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3282" y="3601793"/>
        <a:ext cx="14835" cy="2970"/>
      </dsp:txXfrm>
    </dsp:sp>
    <dsp:sp modelId="{148C308B-D44B-43B6-80CF-7CC504846A9F}">
      <dsp:nvSpPr>
        <dsp:cNvPr id="0" name=""/>
        <dsp:cNvSpPr/>
      </dsp:nvSpPr>
      <dsp:spPr>
        <a:xfrm>
          <a:off x="3819357" y="3216253"/>
          <a:ext cx="1290083" cy="774050"/>
        </a:xfrm>
        <a:prstGeom prst="rect">
          <a:avLst/>
        </a:prstGeom>
        <a:solidFill>
          <a:schemeClr val="accent2">
            <a:hueOff val="4773047"/>
            <a:satOff val="-13699"/>
            <a:lumOff val="-2193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Example: vacation database queries</a:t>
          </a:r>
        </a:p>
      </dsp:txBody>
      <dsp:txXfrm>
        <a:off x="3819357" y="3216253"/>
        <a:ext cx="1290083" cy="774050"/>
      </dsp:txXfrm>
    </dsp:sp>
    <dsp:sp modelId="{956386A2-B074-4754-9668-5E9977231A22}">
      <dsp:nvSpPr>
        <dsp:cNvPr id="0" name=""/>
        <dsp:cNvSpPr/>
      </dsp:nvSpPr>
      <dsp:spPr>
        <a:xfrm>
          <a:off x="6694442" y="3557558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5204457"/>
              <a:satOff val="-14937"/>
              <a:lumOff val="-2391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20084" y="3601793"/>
        <a:ext cx="14835" cy="2970"/>
      </dsp:txXfrm>
    </dsp:sp>
    <dsp:sp modelId="{606B8B77-44FB-4961-B262-F47B1EB1822A}">
      <dsp:nvSpPr>
        <dsp:cNvPr id="0" name=""/>
        <dsp:cNvSpPr/>
      </dsp:nvSpPr>
      <dsp:spPr>
        <a:xfrm>
          <a:off x="5406159" y="3216253"/>
          <a:ext cx="1290083" cy="774050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Agentic Systems</a:t>
          </a:r>
        </a:p>
      </dsp:txBody>
      <dsp:txXfrm>
        <a:off x="5406159" y="3216253"/>
        <a:ext cx="1290083" cy="774050"/>
      </dsp:txXfrm>
    </dsp:sp>
    <dsp:sp modelId="{74501B0A-A3E9-4232-9749-04C46A22282C}">
      <dsp:nvSpPr>
        <dsp:cNvPr id="0" name=""/>
        <dsp:cNvSpPr/>
      </dsp:nvSpPr>
      <dsp:spPr>
        <a:xfrm>
          <a:off x="8281245" y="3557558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5452289"/>
              <a:satOff val="-15648"/>
              <a:lumOff val="-2505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06887" y="3601793"/>
        <a:ext cx="14835" cy="2970"/>
      </dsp:txXfrm>
    </dsp:sp>
    <dsp:sp modelId="{C6CB61B4-F98E-4770-9EFE-75295D7830F5}">
      <dsp:nvSpPr>
        <dsp:cNvPr id="0" name=""/>
        <dsp:cNvSpPr/>
      </dsp:nvSpPr>
      <dsp:spPr>
        <a:xfrm>
          <a:off x="6992962" y="3216253"/>
          <a:ext cx="1290083" cy="774050"/>
        </a:xfrm>
        <a:prstGeom prst="rect">
          <a:avLst/>
        </a:prstGeom>
        <a:solidFill>
          <a:schemeClr val="accent2">
            <a:hueOff val="5250352"/>
            <a:satOff val="-15068"/>
            <a:lumOff val="-241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Best for complex, open-ended tasks</a:t>
          </a:r>
        </a:p>
      </dsp:txBody>
      <dsp:txXfrm>
        <a:off x="6992962" y="3216253"/>
        <a:ext cx="1290083" cy="774050"/>
      </dsp:txXfrm>
    </dsp:sp>
    <dsp:sp modelId="{6F86ADED-25E0-492A-965A-1537F42E5822}">
      <dsp:nvSpPr>
        <dsp:cNvPr id="0" name=""/>
        <dsp:cNvSpPr/>
      </dsp:nvSpPr>
      <dsp:spPr>
        <a:xfrm>
          <a:off x="1290793" y="3988503"/>
          <a:ext cx="7934012" cy="266119"/>
        </a:xfrm>
        <a:custGeom>
          <a:avLst/>
          <a:gdLst/>
          <a:ahLst/>
          <a:cxnLst/>
          <a:rect l="0" t="0" r="0" b="0"/>
          <a:pathLst>
            <a:path>
              <a:moveTo>
                <a:pt x="7934012" y="0"/>
              </a:moveTo>
              <a:lnTo>
                <a:pt x="7934012" y="150159"/>
              </a:lnTo>
              <a:lnTo>
                <a:pt x="0" y="150159"/>
              </a:lnTo>
              <a:lnTo>
                <a:pt x="0" y="266119"/>
              </a:lnTo>
            </a:path>
          </a:pathLst>
        </a:custGeom>
        <a:noFill/>
        <a:ln w="12700" cap="flat" cmpd="sng" algn="ctr">
          <a:solidFill>
            <a:schemeClr val="accent2">
              <a:hueOff val="5700119"/>
              <a:satOff val="-16359"/>
              <a:lumOff val="-2619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9311" y="4120077"/>
        <a:ext cx="396977" cy="2970"/>
      </dsp:txXfrm>
    </dsp:sp>
    <dsp:sp modelId="{D18026E4-901C-4F27-8E9C-D912339E36C3}">
      <dsp:nvSpPr>
        <dsp:cNvPr id="0" name=""/>
        <dsp:cNvSpPr/>
      </dsp:nvSpPr>
      <dsp:spPr>
        <a:xfrm>
          <a:off x="8579764" y="3216253"/>
          <a:ext cx="1290083" cy="774050"/>
        </a:xfrm>
        <a:prstGeom prst="rect">
          <a:avLst/>
        </a:prstGeom>
        <a:solidFill>
          <a:schemeClr val="accent2">
            <a:hueOff val="5489004"/>
            <a:satOff val="-15753"/>
            <a:lumOff val="-252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Example: automatically resolving GitHub issues</a:t>
          </a:r>
        </a:p>
      </dsp:txBody>
      <dsp:txXfrm>
        <a:off x="8579764" y="3216253"/>
        <a:ext cx="1290083" cy="774050"/>
      </dsp:txXfrm>
    </dsp:sp>
    <dsp:sp modelId="{574A41DA-B6D3-4F36-AE59-383E0FEB50FE}">
      <dsp:nvSpPr>
        <dsp:cNvPr id="0" name=""/>
        <dsp:cNvSpPr/>
      </dsp:nvSpPr>
      <dsp:spPr>
        <a:xfrm>
          <a:off x="1934035" y="4628327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5947951"/>
              <a:satOff val="-17070"/>
              <a:lumOff val="-2733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59676" y="4672562"/>
        <a:ext cx="14835" cy="2970"/>
      </dsp:txXfrm>
    </dsp:sp>
    <dsp:sp modelId="{AF9E91F9-2FA1-438F-8EC4-EBB386287F00}">
      <dsp:nvSpPr>
        <dsp:cNvPr id="0" name=""/>
        <dsp:cNvSpPr/>
      </dsp:nvSpPr>
      <dsp:spPr>
        <a:xfrm>
          <a:off x="645752" y="4287022"/>
          <a:ext cx="1290083" cy="774050"/>
        </a:xfrm>
        <a:prstGeom prst="rect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Current State of Agentic AI</a:t>
          </a:r>
        </a:p>
      </dsp:txBody>
      <dsp:txXfrm>
        <a:off x="645752" y="4287022"/>
        <a:ext cx="1290083" cy="774050"/>
      </dsp:txXfrm>
    </dsp:sp>
    <dsp:sp modelId="{7660BCC8-5E0E-43F5-B4ED-8F2D917BD5AC}">
      <dsp:nvSpPr>
        <dsp:cNvPr id="0" name=""/>
        <dsp:cNvSpPr/>
      </dsp:nvSpPr>
      <dsp:spPr>
        <a:xfrm>
          <a:off x="3520837" y="4628327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6195782"/>
              <a:satOff val="-17782"/>
              <a:lumOff val="-284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46479" y="4672562"/>
        <a:ext cx="14835" cy="2970"/>
      </dsp:txXfrm>
    </dsp:sp>
    <dsp:sp modelId="{18D12735-A5EB-4E41-81AE-F1793B2D64F2}">
      <dsp:nvSpPr>
        <dsp:cNvPr id="0" name=""/>
        <dsp:cNvSpPr/>
      </dsp:nvSpPr>
      <dsp:spPr>
        <a:xfrm>
          <a:off x="2232554" y="4287022"/>
          <a:ext cx="1290083" cy="774050"/>
        </a:xfrm>
        <a:prstGeom prst="rect">
          <a:avLst/>
        </a:prstGeom>
        <a:solidFill>
          <a:schemeClr val="accent2">
            <a:hueOff val="5966309"/>
            <a:satOff val="-17123"/>
            <a:lumOff val="-2741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Agentic systems are still evolving.</a:t>
          </a:r>
        </a:p>
      </dsp:txBody>
      <dsp:txXfrm>
        <a:off x="2232554" y="4287022"/>
        <a:ext cx="1290083" cy="774050"/>
      </dsp:txXfrm>
    </dsp:sp>
    <dsp:sp modelId="{52A78EFE-4599-40D2-B629-C3F776B8558B}">
      <dsp:nvSpPr>
        <dsp:cNvPr id="0" name=""/>
        <dsp:cNvSpPr/>
      </dsp:nvSpPr>
      <dsp:spPr>
        <a:xfrm>
          <a:off x="5107640" y="4628327"/>
          <a:ext cx="2661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6119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3282" y="4672562"/>
        <a:ext cx="14835" cy="2970"/>
      </dsp:txXfrm>
    </dsp:sp>
    <dsp:sp modelId="{53CD4F98-5575-475B-A9D6-57C6360B777C}">
      <dsp:nvSpPr>
        <dsp:cNvPr id="0" name=""/>
        <dsp:cNvSpPr/>
      </dsp:nvSpPr>
      <dsp:spPr>
        <a:xfrm>
          <a:off x="3819357" y="4287022"/>
          <a:ext cx="1290083" cy="774050"/>
        </a:xfrm>
        <a:prstGeom prst="rect">
          <a:avLst/>
        </a:prstGeom>
        <a:solidFill>
          <a:schemeClr val="accent2">
            <a:hueOff val="6204961"/>
            <a:satOff val="-17808"/>
            <a:lumOff val="-2851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Rapid progress is occurring as system design combines with LLM reasoning.</a:t>
          </a:r>
        </a:p>
      </dsp:txBody>
      <dsp:txXfrm>
        <a:off x="3819357" y="4287022"/>
        <a:ext cx="1290083" cy="774050"/>
      </dsp:txXfrm>
    </dsp:sp>
    <dsp:sp modelId="{64ACAA29-3608-4400-A0E9-A2F4800DC2E8}">
      <dsp:nvSpPr>
        <dsp:cNvPr id="0" name=""/>
        <dsp:cNvSpPr/>
      </dsp:nvSpPr>
      <dsp:spPr>
        <a:xfrm>
          <a:off x="5406159" y="4287022"/>
          <a:ext cx="1290083" cy="77405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215" tIns="66355" rIns="63215" bIns="66355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Most systems still include humans in the loop to ensure reliability and accuracy.</a:t>
          </a:r>
        </a:p>
      </dsp:txBody>
      <dsp:txXfrm>
        <a:off x="5406159" y="4287022"/>
        <a:ext cx="1290083" cy="7740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62749-0409-4EC7-85F5-DD9F5C3749F2}">
      <dsp:nvSpPr>
        <dsp:cNvPr id="0" name=""/>
        <dsp:cNvSpPr/>
      </dsp:nvSpPr>
      <dsp:spPr>
        <a:xfrm>
          <a:off x="12643" y="0"/>
          <a:ext cx="4104939" cy="42526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What is Tool Calling?</a:t>
          </a:r>
        </a:p>
      </dsp:txBody>
      <dsp:txXfrm>
        <a:off x="33403" y="20760"/>
        <a:ext cx="4063419" cy="383747"/>
      </dsp:txXfrm>
    </dsp:sp>
    <dsp:sp modelId="{2A4E93CC-3CCF-48AF-A031-642ED0F4BDCF}">
      <dsp:nvSpPr>
        <dsp:cNvPr id="0" name=""/>
        <dsp:cNvSpPr/>
      </dsp:nvSpPr>
      <dsp:spPr>
        <a:xfrm>
          <a:off x="0" y="448226"/>
          <a:ext cx="4104939" cy="425267"/>
        </a:xfrm>
        <a:prstGeom prst="roundRect">
          <a:avLst/>
        </a:prstGeom>
        <a:solidFill>
          <a:schemeClr val="accent2">
            <a:hueOff val="536968"/>
            <a:satOff val="-1541"/>
            <a:lumOff val="-246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Tool calling is a technique that allows a Large Language Model (LLM) to access real-time data from external sources.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These sources can include: Databases APIs 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External programs  : This makes the LLM context-aware and able to retrieve up-to-date information.</a:t>
          </a:r>
        </a:p>
      </dsp:txBody>
      <dsp:txXfrm>
        <a:off x="20760" y="468986"/>
        <a:ext cx="4063419" cy="383747"/>
      </dsp:txXfrm>
    </dsp:sp>
    <dsp:sp modelId="{D5E793AA-2A27-47D7-9351-880BB4F870A3}">
      <dsp:nvSpPr>
        <dsp:cNvPr id="0" name=""/>
        <dsp:cNvSpPr/>
      </dsp:nvSpPr>
      <dsp:spPr>
        <a:xfrm>
          <a:off x="0" y="894758"/>
          <a:ext cx="4104939" cy="425267"/>
        </a:xfrm>
        <a:prstGeom prst="round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Basic Architecture of Tool Calling 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Tool calling typically happens through a chat-based interaction between: A client application and A Large Language Model (LLM)</a:t>
          </a:r>
        </a:p>
      </dsp:txBody>
      <dsp:txXfrm>
        <a:off x="20760" y="915518"/>
        <a:ext cx="4063419" cy="383747"/>
      </dsp:txXfrm>
    </dsp:sp>
    <dsp:sp modelId="{ED1CC7E8-B91E-4D1A-B8D4-A010339A7214}">
      <dsp:nvSpPr>
        <dsp:cNvPr id="0" name=""/>
        <dsp:cNvSpPr/>
      </dsp:nvSpPr>
      <dsp:spPr>
        <a:xfrm>
          <a:off x="0" y="1341289"/>
          <a:ext cx="4104939" cy="425267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Workflow: The client application sends user messages along with tool definitions to the LLM.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 LLM analyzes: The user query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 available tools : The LLM recommends which tool should be used.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 client application executes the tool. The tool response is sent back to the LLM. The LLM either: Suggests another tool or Generates the final answer.</a:t>
          </a:r>
        </a:p>
      </dsp:txBody>
      <dsp:txXfrm>
        <a:off x="20760" y="1362049"/>
        <a:ext cx="4063419" cy="383747"/>
      </dsp:txXfrm>
    </dsp:sp>
    <dsp:sp modelId="{99A844CE-FE80-4DD3-942D-AD6FF69C25CB}">
      <dsp:nvSpPr>
        <dsp:cNvPr id="0" name=""/>
        <dsp:cNvSpPr/>
      </dsp:nvSpPr>
      <dsp:spPr>
        <a:xfrm>
          <a:off x="0" y="1787820"/>
          <a:ext cx="4104939" cy="425267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Tool Definition :  Components :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In the application, developers define tools with: Tool Name, Tool Description, 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Explains when and how the tool should be used : Input Parameters, Information required to call the tool</a:t>
          </a:r>
        </a:p>
      </dsp:txBody>
      <dsp:txXfrm>
        <a:off x="20760" y="1808580"/>
        <a:ext cx="4063419" cy="383747"/>
      </dsp:txXfrm>
    </dsp:sp>
    <dsp:sp modelId="{44FC768D-8A1F-447B-ACAB-050D6765D67D}">
      <dsp:nvSpPr>
        <dsp:cNvPr id="0" name=""/>
        <dsp:cNvSpPr/>
      </dsp:nvSpPr>
      <dsp:spPr>
        <a:xfrm rot="5400000">
          <a:off x="7583667" y="-1201849"/>
          <a:ext cx="340214" cy="729767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Tools can include many external resources such as: APIs, Databases , Code execution environments, Data processing scripts : Example: A Code Interpreter that executes code to solve tasks.</a:t>
          </a:r>
        </a:p>
      </dsp:txBody>
      <dsp:txXfrm rot="-5400000">
        <a:off x="4104939" y="2293487"/>
        <a:ext cx="7281062" cy="306998"/>
      </dsp:txXfrm>
    </dsp:sp>
    <dsp:sp modelId="{2BCFD54C-75A8-4443-9AFD-A96D762CB6AE}">
      <dsp:nvSpPr>
        <dsp:cNvPr id="0" name=""/>
        <dsp:cNvSpPr/>
      </dsp:nvSpPr>
      <dsp:spPr>
        <a:xfrm>
          <a:off x="0" y="2234352"/>
          <a:ext cx="4104939" cy="425267"/>
        </a:xfrm>
        <a:prstGeom prst="roundRect">
          <a:avLst/>
        </a:prstGeom>
        <a:solidFill>
          <a:schemeClr val="accent2">
            <a:hueOff val="2684839"/>
            <a:satOff val="-7705"/>
            <a:lumOff val="-123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Types of Tools</a:t>
          </a:r>
        </a:p>
      </dsp:txBody>
      <dsp:txXfrm>
        <a:off x="20760" y="2255112"/>
        <a:ext cx="4063419" cy="383747"/>
      </dsp:txXfrm>
    </dsp:sp>
    <dsp:sp modelId="{A3DEFEC7-F2AB-4EB9-95C4-C6DB6BF72BE9}">
      <dsp:nvSpPr>
        <dsp:cNvPr id="0" name=""/>
        <dsp:cNvSpPr/>
      </dsp:nvSpPr>
      <dsp:spPr>
        <a:xfrm rot="5400000">
          <a:off x="7583667" y="-755317"/>
          <a:ext cx="340214" cy="7297670"/>
        </a:xfrm>
        <a:prstGeom prst="round2Same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The LLM reviews: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The question, The available tools, The LLM recommends calling the Weather API.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The application calls the API and retrieves the data.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The result (e.g., 71°F) is sent back to the LLM. The LLM generates the final response: "The weather in Miami is 71 degrees.”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Limitations of Traditional Tool Calling  Traditional tool calling may face issues such as: LLM hallucinations Incorrect tool selection. Invalid tool calls These problems occur because the LLM directly decides how tools should be used. </a:t>
          </a:r>
        </a:p>
      </dsp:txBody>
      <dsp:txXfrm rot="-5400000">
        <a:off x="4104939" y="2740019"/>
        <a:ext cx="7281062" cy="306998"/>
      </dsp:txXfrm>
    </dsp:sp>
    <dsp:sp modelId="{2B1F89A9-8283-4C93-8AFB-22A44C0538B4}">
      <dsp:nvSpPr>
        <dsp:cNvPr id="0" name=""/>
        <dsp:cNvSpPr/>
      </dsp:nvSpPr>
      <dsp:spPr>
        <a:xfrm>
          <a:off x="0" y="2680883"/>
          <a:ext cx="4104939" cy="425267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Example: Weather Query User question: "What is the temperature in Miami?”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Process: The application sends the query along with a Weather API tool.</a:t>
          </a:r>
        </a:p>
      </dsp:txBody>
      <dsp:txXfrm>
        <a:off x="20760" y="2701643"/>
        <a:ext cx="4063419" cy="383747"/>
      </dsp:txXfrm>
    </dsp:sp>
    <dsp:sp modelId="{D8AE49F8-8653-406F-A20B-32641324AF6E}">
      <dsp:nvSpPr>
        <dsp:cNvPr id="0" name=""/>
        <dsp:cNvSpPr/>
      </dsp:nvSpPr>
      <dsp:spPr>
        <a:xfrm rot="5400000">
          <a:off x="7583667" y="-308786"/>
          <a:ext cx="340214" cy="7297670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500" kern="1200" dirty="0"/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The library manages: Tool definitions Tool execution Error handling Embedded Tool Calling Workflow User sends a query to the application. The query passes through a library/framework. The library attaches the tool definitions. The message and tools are sent to the LLM. 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The LLM suggests a tool.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 The library executes the tool automatically.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 The library sends the result back to the LLM.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The LLM generates the final answer.</a:t>
          </a:r>
        </a:p>
      </dsp:txBody>
      <dsp:txXfrm rot="-5400000">
        <a:off x="4104939" y="3186550"/>
        <a:ext cx="7281062" cy="306998"/>
      </dsp:txXfrm>
    </dsp:sp>
    <dsp:sp modelId="{BA1EE24F-852A-4008-A35E-91AD463A037A}">
      <dsp:nvSpPr>
        <dsp:cNvPr id="0" name=""/>
        <dsp:cNvSpPr/>
      </dsp:nvSpPr>
      <dsp:spPr>
        <a:xfrm>
          <a:off x="0" y="3127414"/>
          <a:ext cx="4104939" cy="425267"/>
        </a:xfrm>
        <a:prstGeom prst="roundRect">
          <a:avLst/>
        </a:prstGeom>
        <a:solidFill>
          <a:schemeClr val="accent2">
            <a:hueOff val="3758775"/>
            <a:satOff val="-10788"/>
            <a:lumOff val="-172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Embedded Tool Calling To address these issues, embedded tool calling can be used. What is Embedded Tool Calling?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A library or framework sits between: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 application and The LLM</a:t>
          </a:r>
        </a:p>
      </dsp:txBody>
      <dsp:txXfrm>
        <a:off x="20760" y="3148174"/>
        <a:ext cx="4063419" cy="383747"/>
      </dsp:txXfrm>
    </dsp:sp>
    <dsp:sp modelId="{47DCD35A-84EB-4C91-9AFC-2292679B5F7D}">
      <dsp:nvSpPr>
        <dsp:cNvPr id="0" name=""/>
        <dsp:cNvSpPr/>
      </dsp:nvSpPr>
      <dsp:spPr>
        <a:xfrm>
          <a:off x="0" y="3573946"/>
          <a:ext cx="4104939" cy="425267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Advantages of Embedded Tool Calling</a:t>
          </a:r>
        </a:p>
      </dsp:txBody>
      <dsp:txXfrm>
        <a:off x="20760" y="3594706"/>
        <a:ext cx="4063419" cy="383747"/>
      </dsp:txXfrm>
    </dsp:sp>
    <dsp:sp modelId="{2BD6EBC7-E803-4867-9C8A-BDFFD12AA562}">
      <dsp:nvSpPr>
        <dsp:cNvPr id="0" name=""/>
        <dsp:cNvSpPr/>
      </dsp:nvSpPr>
      <dsp:spPr>
        <a:xfrm>
          <a:off x="0" y="4020477"/>
          <a:ext cx="4104939" cy="425267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Reduces LLM hallucinations, Ensures correct tool execution, Automatically retries failed tool calls, Simplifies tool management</a:t>
          </a:r>
        </a:p>
      </dsp:txBody>
      <dsp:txXfrm>
        <a:off x="20760" y="4041237"/>
        <a:ext cx="4063419" cy="383747"/>
      </dsp:txXfrm>
    </dsp:sp>
    <dsp:sp modelId="{63502D1B-D51C-45F3-A857-4567D33F2CB5}">
      <dsp:nvSpPr>
        <dsp:cNvPr id="0" name=""/>
        <dsp:cNvSpPr/>
      </dsp:nvSpPr>
      <dsp:spPr>
        <a:xfrm>
          <a:off x="0" y="4467008"/>
          <a:ext cx="4104939" cy="425267"/>
        </a:xfrm>
        <a:prstGeom prst="round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Key Takeaways :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Tool calling allows LLMs to access external data and services.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Tools can include APIs, databases, or code execution environments.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Traditional tool calling relies heavily on the LLM and may cause errors.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Embedded tool calling uses a library layer to improve reliability and execution accuracy.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Ads do not influence the answers you get from ChatGPT. Your chats stay private. Learn about ads and personalization​</a:t>
          </a:r>
        </a:p>
      </dsp:txBody>
      <dsp:txXfrm>
        <a:off x="20760" y="4487768"/>
        <a:ext cx="4063419" cy="383747"/>
      </dsp:txXfrm>
    </dsp:sp>
    <dsp:sp modelId="{C2779179-4B50-4951-98A3-17993DF22A43}">
      <dsp:nvSpPr>
        <dsp:cNvPr id="0" name=""/>
        <dsp:cNvSpPr/>
      </dsp:nvSpPr>
      <dsp:spPr>
        <a:xfrm>
          <a:off x="0" y="4913540"/>
          <a:ext cx="4104939" cy="425267"/>
        </a:xfrm>
        <a:prstGeom prst="roundRect">
          <a:avLst/>
        </a:prstGeom>
        <a:solidFill>
          <a:schemeClr val="accent2">
            <a:hueOff val="5906646"/>
            <a:satOff val="-16952"/>
            <a:lumOff val="-271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Embedded tool calling uses a library layer to improve reliability and execution accuracy.</a:t>
          </a:r>
        </a:p>
      </dsp:txBody>
      <dsp:txXfrm>
        <a:off x="20760" y="4934300"/>
        <a:ext cx="4063419" cy="383747"/>
      </dsp:txXfrm>
    </dsp:sp>
    <dsp:sp modelId="{C14279D8-38C9-4765-8C97-1E5F4C1532FE}">
      <dsp:nvSpPr>
        <dsp:cNvPr id="0" name=""/>
        <dsp:cNvSpPr/>
      </dsp:nvSpPr>
      <dsp:spPr>
        <a:xfrm>
          <a:off x="0" y="5360071"/>
          <a:ext cx="4104939" cy="425267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Ads do not influence the answers you get from ChatGPT. Your chats stay private. Learn about ads and personalization​</a:t>
          </a:r>
        </a:p>
      </dsp:txBody>
      <dsp:txXfrm>
        <a:off x="20760" y="5380831"/>
        <a:ext cx="4063419" cy="38374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A9AAED-562B-47E5-90F9-B743784B3F54}">
      <dsp:nvSpPr>
        <dsp:cNvPr id="0" name=""/>
        <dsp:cNvSpPr/>
      </dsp:nvSpPr>
      <dsp:spPr>
        <a:xfrm rot="5400000">
          <a:off x="-22690" y="1027043"/>
          <a:ext cx="1605256" cy="1934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D5FBF-7F1A-43A4-BC0E-4152FFCB7E07}">
      <dsp:nvSpPr>
        <dsp:cNvPr id="0" name=""/>
        <dsp:cNvSpPr/>
      </dsp:nvSpPr>
      <dsp:spPr>
        <a:xfrm>
          <a:off x="346674" y="2701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Why AI Needs Tools: From Guessing to Real-World Action</a:t>
          </a:r>
          <a:endParaRPr lang="en-US" sz="1200" kern="1200"/>
        </a:p>
      </dsp:txBody>
      <dsp:txXfrm>
        <a:off x="384446" y="40473"/>
        <a:ext cx="2073832" cy="1214082"/>
      </dsp:txXfrm>
    </dsp:sp>
    <dsp:sp modelId="{1BAF3BC6-BC1B-4982-99F6-0CC3C79D6963}">
      <dsp:nvSpPr>
        <dsp:cNvPr id="0" name=""/>
        <dsp:cNvSpPr/>
      </dsp:nvSpPr>
      <dsp:spPr>
        <a:xfrm rot="5400000">
          <a:off x="-22690" y="2639076"/>
          <a:ext cx="1605256" cy="193443"/>
        </a:xfrm>
        <a:prstGeom prst="rect">
          <a:avLst/>
        </a:prstGeom>
        <a:solidFill>
          <a:schemeClr val="accent2">
            <a:hueOff val="460258"/>
            <a:satOff val="-1321"/>
            <a:lumOff val="-21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F8E6F-872D-4E98-95DA-9C74B4F08490}">
      <dsp:nvSpPr>
        <dsp:cNvPr id="0" name=""/>
        <dsp:cNvSpPr/>
      </dsp:nvSpPr>
      <dsp:spPr>
        <a:xfrm>
          <a:off x="346674" y="1614734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429574"/>
            <a:satOff val="-1233"/>
            <a:lumOff val="-19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Tools help </a:t>
          </a:r>
          <a:r>
            <a:rPr lang="en-US" sz="1200" b="1" kern="1200" dirty="0"/>
            <a:t>Large Language Models (LLMs)</a:t>
          </a:r>
          <a:r>
            <a:rPr lang="en-US" sz="1200" kern="1200" dirty="0"/>
            <a:t> move beyond simple text generation and perform </a:t>
          </a:r>
          <a:r>
            <a:rPr lang="en-US" sz="1200" b="1" kern="1200" dirty="0"/>
            <a:t>real-world tasks</a:t>
          </a:r>
          <a:r>
            <a:rPr lang="en-US" sz="1200" kern="1200" dirty="0"/>
            <a:t>.</a:t>
          </a:r>
        </a:p>
      </dsp:txBody>
      <dsp:txXfrm>
        <a:off x="384446" y="1652506"/>
        <a:ext cx="2073832" cy="1214082"/>
      </dsp:txXfrm>
    </dsp:sp>
    <dsp:sp modelId="{7D517E8B-723B-4981-83EB-1CCD413B6271}">
      <dsp:nvSpPr>
        <dsp:cNvPr id="0" name=""/>
        <dsp:cNvSpPr/>
      </dsp:nvSpPr>
      <dsp:spPr>
        <a:xfrm rot="5400000">
          <a:off x="-22690" y="4251108"/>
          <a:ext cx="1605256" cy="193443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A1AC0-82AB-4898-B768-8A81892F89C6}">
      <dsp:nvSpPr>
        <dsp:cNvPr id="0" name=""/>
        <dsp:cNvSpPr/>
      </dsp:nvSpPr>
      <dsp:spPr>
        <a:xfrm>
          <a:off x="346674" y="3226766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859149"/>
            <a:satOff val="-2466"/>
            <a:lumOff val="-39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With tools, LLMs can evolve into </a:t>
          </a:r>
          <a:r>
            <a:rPr lang="en-US" sz="1200" b="1" kern="1200" dirty="0"/>
            <a:t>intelligent agents</a:t>
          </a:r>
          <a:r>
            <a:rPr lang="en-US" sz="1200" kern="1200" dirty="0"/>
            <a:t> that act on information.</a:t>
          </a:r>
        </a:p>
      </dsp:txBody>
      <dsp:txXfrm>
        <a:off x="384446" y="3264538"/>
        <a:ext cx="2073832" cy="1214082"/>
      </dsp:txXfrm>
    </dsp:sp>
    <dsp:sp modelId="{EE06ACD7-1AE3-428B-995B-D263BC750917}">
      <dsp:nvSpPr>
        <dsp:cNvPr id="0" name=""/>
        <dsp:cNvSpPr/>
      </dsp:nvSpPr>
      <dsp:spPr>
        <a:xfrm>
          <a:off x="783325" y="5057125"/>
          <a:ext cx="2851894" cy="193443"/>
        </a:xfrm>
        <a:prstGeom prst="rect">
          <a:avLst/>
        </a:prstGeom>
        <a:solidFill>
          <a:schemeClr val="accent2">
            <a:hueOff val="1380774"/>
            <a:satOff val="-3963"/>
            <a:lumOff val="-634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C702C-F3B1-484A-B9AD-655E544DE0AA}">
      <dsp:nvSpPr>
        <dsp:cNvPr id="0" name=""/>
        <dsp:cNvSpPr/>
      </dsp:nvSpPr>
      <dsp:spPr>
        <a:xfrm>
          <a:off x="346674" y="4838799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Limitations of LLMs Without Tools</a:t>
          </a:r>
          <a:endParaRPr lang="en-US" sz="1200" kern="1200"/>
        </a:p>
      </dsp:txBody>
      <dsp:txXfrm>
        <a:off x="384446" y="4876571"/>
        <a:ext cx="2073832" cy="1214082"/>
      </dsp:txXfrm>
    </dsp:sp>
    <dsp:sp modelId="{761A5FE3-FAC9-4BF8-AE92-74255995D916}">
      <dsp:nvSpPr>
        <dsp:cNvPr id="0" name=""/>
        <dsp:cNvSpPr/>
      </dsp:nvSpPr>
      <dsp:spPr>
        <a:xfrm rot="16200000">
          <a:off x="2835980" y="4251108"/>
          <a:ext cx="1605256" cy="193443"/>
        </a:xfrm>
        <a:prstGeom prst="rect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20F4E-D19B-4690-99F1-2AD045C9CA06}">
      <dsp:nvSpPr>
        <dsp:cNvPr id="0" name=""/>
        <dsp:cNvSpPr/>
      </dsp:nvSpPr>
      <dsp:spPr>
        <a:xfrm>
          <a:off x="3205345" y="4838799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1718297"/>
            <a:satOff val="-4931"/>
            <a:lumOff val="-78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LLMs were originally designed for </a:t>
          </a:r>
          <a:r>
            <a:rPr lang="en-US" sz="1200" b="1" kern="1200"/>
            <a:t>text generation</a:t>
          </a:r>
          <a:r>
            <a:rPr lang="en-US" sz="1200" kern="1200"/>
            <a:t>, not for tasks such as: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Complex calculations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API calls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Accessing real-time data</a:t>
          </a:r>
        </a:p>
      </dsp:txBody>
      <dsp:txXfrm>
        <a:off x="3243117" y="4876571"/>
        <a:ext cx="2073832" cy="1214082"/>
      </dsp:txXfrm>
    </dsp:sp>
    <dsp:sp modelId="{74DCDB7A-291C-4D4E-8DFA-E95E94C5B836}">
      <dsp:nvSpPr>
        <dsp:cNvPr id="0" name=""/>
        <dsp:cNvSpPr/>
      </dsp:nvSpPr>
      <dsp:spPr>
        <a:xfrm rot="16200000">
          <a:off x="2835980" y="2639076"/>
          <a:ext cx="1605256" cy="193443"/>
        </a:xfrm>
        <a:prstGeom prst="rect">
          <a:avLst/>
        </a:prstGeom>
        <a:solidFill>
          <a:schemeClr val="accent2">
            <a:hueOff val="2301291"/>
            <a:satOff val="-6605"/>
            <a:lumOff val="-1057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65B99-EDC2-45A9-95F5-6D0D38BEAB59}">
      <dsp:nvSpPr>
        <dsp:cNvPr id="0" name=""/>
        <dsp:cNvSpPr/>
      </dsp:nvSpPr>
      <dsp:spPr>
        <a:xfrm>
          <a:off x="3205345" y="3226766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Although LLMs produce </a:t>
          </a:r>
          <a:r>
            <a:rPr lang="en-US" sz="1200" b="1" kern="1200"/>
            <a:t>human-like responses</a:t>
          </a:r>
          <a:r>
            <a:rPr lang="en-US" sz="1200" kern="1200"/>
            <a:t>, they often rely on </a:t>
          </a:r>
          <a:r>
            <a:rPr lang="en-US" sz="1200" b="1" kern="1200"/>
            <a:t>patterns learned during training</a:t>
          </a:r>
          <a:r>
            <a:rPr lang="en-US" sz="1200" kern="1200"/>
            <a:t>.</a:t>
          </a:r>
        </a:p>
      </dsp:txBody>
      <dsp:txXfrm>
        <a:off x="3243117" y="3264538"/>
        <a:ext cx="2073832" cy="1214082"/>
      </dsp:txXfrm>
    </dsp:sp>
    <dsp:sp modelId="{78338EEE-6177-486E-A05E-BC6A3C3F35FF}">
      <dsp:nvSpPr>
        <dsp:cNvPr id="0" name=""/>
        <dsp:cNvSpPr/>
      </dsp:nvSpPr>
      <dsp:spPr>
        <a:xfrm rot="16200000">
          <a:off x="2835980" y="1027043"/>
          <a:ext cx="1605256" cy="193443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42BAB-9B1C-42D1-B6AD-6A46FCE8EAE3}">
      <dsp:nvSpPr>
        <dsp:cNvPr id="0" name=""/>
        <dsp:cNvSpPr/>
      </dsp:nvSpPr>
      <dsp:spPr>
        <a:xfrm>
          <a:off x="3205345" y="1614734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Key limitations:</a:t>
          </a:r>
        </a:p>
      </dsp:txBody>
      <dsp:txXfrm>
        <a:off x="3243117" y="1652506"/>
        <a:ext cx="2073832" cy="1214082"/>
      </dsp:txXfrm>
    </dsp:sp>
    <dsp:sp modelId="{C998C6A8-EEEE-41F0-BDF6-5CF858413FFD}">
      <dsp:nvSpPr>
        <dsp:cNvPr id="0" name=""/>
        <dsp:cNvSpPr/>
      </dsp:nvSpPr>
      <dsp:spPr>
        <a:xfrm>
          <a:off x="3641997" y="221027"/>
          <a:ext cx="2851894" cy="193443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03421-89B0-415A-BD17-035321FDDC37}">
      <dsp:nvSpPr>
        <dsp:cNvPr id="0" name=""/>
        <dsp:cNvSpPr/>
      </dsp:nvSpPr>
      <dsp:spPr>
        <a:xfrm>
          <a:off x="3205345" y="2701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3007020"/>
            <a:satOff val="-8630"/>
            <a:lumOff val="-138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 access to </a:t>
          </a:r>
          <a:r>
            <a:rPr lang="en-US" sz="1200" b="1" kern="1200"/>
            <a:t>live information</a:t>
          </a:r>
          <a:endParaRPr lang="en-US" sz="1200" kern="1200"/>
        </a:p>
      </dsp:txBody>
      <dsp:txXfrm>
        <a:off x="3243117" y="40473"/>
        <a:ext cx="2073832" cy="1214082"/>
      </dsp:txXfrm>
    </dsp:sp>
    <dsp:sp modelId="{1F3812C6-A517-4273-BCCB-7B2756B66DBF}">
      <dsp:nvSpPr>
        <dsp:cNvPr id="0" name=""/>
        <dsp:cNvSpPr/>
      </dsp:nvSpPr>
      <dsp:spPr>
        <a:xfrm rot="5400000">
          <a:off x="5694652" y="1027043"/>
          <a:ext cx="1605256" cy="193443"/>
        </a:xfrm>
        <a:prstGeom prst="rect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BDDD0-9705-41AE-930B-603D6E8393EE}">
      <dsp:nvSpPr>
        <dsp:cNvPr id="0" name=""/>
        <dsp:cNvSpPr/>
      </dsp:nvSpPr>
      <dsp:spPr>
        <a:xfrm>
          <a:off x="6064016" y="2701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3436594"/>
            <a:satOff val="-9863"/>
            <a:lumOff val="-1579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Cannot interact with </a:t>
          </a:r>
          <a:r>
            <a:rPr lang="en-US" sz="1200" b="1" kern="1200"/>
            <a:t>external systems</a:t>
          </a:r>
          <a:endParaRPr lang="en-US" sz="1200" kern="1200"/>
        </a:p>
      </dsp:txBody>
      <dsp:txXfrm>
        <a:off x="6101788" y="40473"/>
        <a:ext cx="2073832" cy="1214082"/>
      </dsp:txXfrm>
    </dsp:sp>
    <dsp:sp modelId="{D6DF5142-F2CC-4BB8-A0CF-0A62625AF012}">
      <dsp:nvSpPr>
        <dsp:cNvPr id="0" name=""/>
        <dsp:cNvSpPr/>
      </dsp:nvSpPr>
      <dsp:spPr>
        <a:xfrm rot="5400000">
          <a:off x="5694652" y="2639076"/>
          <a:ext cx="1605256" cy="193443"/>
        </a:xfrm>
        <a:prstGeom prst="rect">
          <a:avLst/>
        </a:prstGeom>
        <a:solidFill>
          <a:schemeClr val="accent2">
            <a:hueOff val="4142323"/>
            <a:satOff val="-11888"/>
            <a:lumOff val="-1903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5E0C8-BAAA-472A-8422-82B0F8D5F4A1}">
      <dsp:nvSpPr>
        <dsp:cNvPr id="0" name=""/>
        <dsp:cNvSpPr/>
      </dsp:nvSpPr>
      <dsp:spPr>
        <a:xfrm>
          <a:off x="6064016" y="1614734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Cannot perform </a:t>
          </a:r>
          <a:r>
            <a:rPr lang="en-US" sz="1200" b="1" kern="1200" dirty="0"/>
            <a:t>reliable calculations</a:t>
          </a:r>
          <a:endParaRPr lang="en-US" sz="1200" kern="1200" dirty="0"/>
        </a:p>
      </dsp:txBody>
      <dsp:txXfrm>
        <a:off x="6101788" y="1652506"/>
        <a:ext cx="2073832" cy="1214082"/>
      </dsp:txXfrm>
    </dsp:sp>
    <dsp:sp modelId="{98B3A569-53DC-4C99-9A8F-2E9EFC7B35B7}">
      <dsp:nvSpPr>
        <dsp:cNvPr id="0" name=""/>
        <dsp:cNvSpPr/>
      </dsp:nvSpPr>
      <dsp:spPr>
        <a:xfrm rot="5400000">
          <a:off x="5694652" y="4251108"/>
          <a:ext cx="1605256" cy="193443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55B79-7130-41DD-A310-EF2AD4560DCE}">
      <dsp:nvSpPr>
        <dsp:cNvPr id="0" name=""/>
        <dsp:cNvSpPr/>
      </dsp:nvSpPr>
      <dsp:spPr>
        <a:xfrm>
          <a:off x="6064016" y="3226766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Cannot retrieve </a:t>
          </a:r>
          <a:r>
            <a:rPr lang="en-US" sz="1200" b="1" kern="1200"/>
            <a:t>private or updated data</a:t>
          </a:r>
          <a:endParaRPr lang="en-US" sz="1200" kern="1200"/>
        </a:p>
      </dsp:txBody>
      <dsp:txXfrm>
        <a:off x="6101788" y="3264538"/>
        <a:ext cx="2073832" cy="1214082"/>
      </dsp:txXfrm>
    </dsp:sp>
    <dsp:sp modelId="{CB55517D-2828-4600-A9FA-DE0BAE52F618}">
      <dsp:nvSpPr>
        <dsp:cNvPr id="0" name=""/>
        <dsp:cNvSpPr/>
      </dsp:nvSpPr>
      <dsp:spPr>
        <a:xfrm>
          <a:off x="6500668" y="5057125"/>
          <a:ext cx="2851894" cy="193443"/>
        </a:xfrm>
        <a:prstGeom prst="rect">
          <a:avLst/>
        </a:prstGeom>
        <a:solidFill>
          <a:schemeClr val="accent2">
            <a:hueOff val="5062839"/>
            <a:satOff val="-14530"/>
            <a:lumOff val="-2326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9FA87-CD16-4D6E-8E6B-29D3713D46D2}">
      <dsp:nvSpPr>
        <dsp:cNvPr id="0" name=""/>
        <dsp:cNvSpPr/>
      </dsp:nvSpPr>
      <dsp:spPr>
        <a:xfrm>
          <a:off x="6064016" y="4838799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4725317"/>
            <a:satOff val="-13562"/>
            <a:lumOff val="-217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Without tools, LLMs often </a:t>
          </a:r>
          <a:r>
            <a:rPr lang="en-US" sz="1200" b="1" kern="1200" dirty="0"/>
            <a:t>guess answers</a:t>
          </a:r>
          <a:r>
            <a:rPr lang="en-US" sz="1200" kern="1200" dirty="0"/>
            <a:t> based on patterns.</a:t>
          </a:r>
        </a:p>
      </dsp:txBody>
      <dsp:txXfrm>
        <a:off x="6101788" y="4876571"/>
        <a:ext cx="2073832" cy="1214082"/>
      </dsp:txXfrm>
    </dsp:sp>
    <dsp:sp modelId="{9127B2D1-D2E1-4620-A70A-9E4730AF1136}">
      <dsp:nvSpPr>
        <dsp:cNvPr id="0" name=""/>
        <dsp:cNvSpPr/>
      </dsp:nvSpPr>
      <dsp:spPr>
        <a:xfrm rot="16200000">
          <a:off x="8553323" y="4251108"/>
          <a:ext cx="1605256" cy="193443"/>
        </a:xfrm>
        <a:prstGeom prst="rect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78358-C587-41D6-8804-093B8D5B41D2}">
      <dsp:nvSpPr>
        <dsp:cNvPr id="0" name=""/>
        <dsp:cNvSpPr/>
      </dsp:nvSpPr>
      <dsp:spPr>
        <a:xfrm>
          <a:off x="8922687" y="4838799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Why This Happens</a:t>
          </a:r>
          <a:endParaRPr lang="en-US" sz="1200" kern="1200"/>
        </a:p>
      </dsp:txBody>
      <dsp:txXfrm>
        <a:off x="8960459" y="4876571"/>
        <a:ext cx="2073832" cy="1214082"/>
      </dsp:txXfrm>
    </dsp:sp>
    <dsp:sp modelId="{E6FA5104-0F7C-4CE0-8931-0B953F2C6CBC}">
      <dsp:nvSpPr>
        <dsp:cNvPr id="0" name=""/>
        <dsp:cNvSpPr/>
      </dsp:nvSpPr>
      <dsp:spPr>
        <a:xfrm rot="16200000">
          <a:off x="8553323" y="2639076"/>
          <a:ext cx="1605256" cy="193443"/>
        </a:xfrm>
        <a:prstGeom prst="rect">
          <a:avLst/>
        </a:prstGeom>
        <a:solidFill>
          <a:schemeClr val="accent2">
            <a:hueOff val="5983355"/>
            <a:satOff val="-17172"/>
            <a:lumOff val="-2749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37B2A-6334-44E7-BAE6-A776A74F4895}">
      <dsp:nvSpPr>
        <dsp:cNvPr id="0" name=""/>
        <dsp:cNvSpPr/>
      </dsp:nvSpPr>
      <dsp:spPr>
        <a:xfrm>
          <a:off x="8922687" y="3226766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5584465"/>
            <a:satOff val="-16027"/>
            <a:lumOff val="-256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LLMs function primarily as </a:t>
          </a:r>
          <a:r>
            <a:rPr lang="en-US" sz="1200" b="1" kern="1200" dirty="0"/>
            <a:t>pattern recognition systems</a:t>
          </a:r>
          <a:r>
            <a:rPr lang="en-US" sz="1200" kern="1200" dirty="0"/>
            <a:t>.</a:t>
          </a:r>
        </a:p>
      </dsp:txBody>
      <dsp:txXfrm>
        <a:off x="8960459" y="3264538"/>
        <a:ext cx="2073832" cy="1214082"/>
      </dsp:txXfrm>
    </dsp:sp>
    <dsp:sp modelId="{82F7E4E2-B9B9-4BB9-B830-312EF2FB992B}">
      <dsp:nvSpPr>
        <dsp:cNvPr id="0" name=""/>
        <dsp:cNvSpPr/>
      </dsp:nvSpPr>
      <dsp:spPr>
        <a:xfrm rot="16200000">
          <a:off x="8553323" y="1027043"/>
          <a:ext cx="1605256" cy="19344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593C9-C65F-4A8C-906D-D0E9DF3B6F62}">
      <dsp:nvSpPr>
        <dsp:cNvPr id="0" name=""/>
        <dsp:cNvSpPr/>
      </dsp:nvSpPr>
      <dsp:spPr>
        <a:xfrm>
          <a:off x="8922687" y="1614734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6014040"/>
            <a:satOff val="-17260"/>
            <a:lumOff val="-276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They: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Predict likely text sequences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Do not truly “know” real-world facts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Cannot directly access APIs or databases</a:t>
          </a:r>
        </a:p>
      </dsp:txBody>
      <dsp:txXfrm>
        <a:off x="8960459" y="1652506"/>
        <a:ext cx="2073832" cy="1214082"/>
      </dsp:txXfrm>
    </dsp:sp>
    <dsp:sp modelId="{0A3A3E5E-1DBA-4567-A55E-9DA1331C4E1C}">
      <dsp:nvSpPr>
        <dsp:cNvPr id="0" name=""/>
        <dsp:cNvSpPr/>
      </dsp:nvSpPr>
      <dsp:spPr>
        <a:xfrm>
          <a:off x="8922687" y="2701"/>
          <a:ext cx="2149376" cy="1289626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It is like asking a </a:t>
          </a:r>
          <a:r>
            <a:rPr lang="en-US" sz="1200" b="1" kern="1200"/>
            <a:t>very intelligent person to solve a problem while blindfolded</a:t>
          </a:r>
          <a:r>
            <a:rPr lang="en-US" sz="1200" kern="1200"/>
            <a:t>, without a calculator, internet access, or communication tools.</a:t>
          </a:r>
        </a:p>
      </dsp:txBody>
      <dsp:txXfrm>
        <a:off x="8960459" y="40473"/>
        <a:ext cx="2073832" cy="12140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DE9F2-8A8A-436E-9B12-DD3C7061FDCE}">
      <dsp:nvSpPr>
        <dsp:cNvPr id="0" name=""/>
        <dsp:cNvSpPr/>
      </dsp:nvSpPr>
      <dsp:spPr>
        <a:xfrm>
          <a:off x="2241532" y="828570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871713"/>
        <a:ext cx="25774" cy="5154"/>
      </dsp:txXfrm>
    </dsp:sp>
    <dsp:sp modelId="{3F34635F-9A01-429B-B3FE-905DB3EE87A2}">
      <dsp:nvSpPr>
        <dsp:cNvPr id="0" name=""/>
        <dsp:cNvSpPr/>
      </dsp:nvSpPr>
      <dsp:spPr>
        <a:xfrm>
          <a:off x="2092" y="201918"/>
          <a:ext cx="2241239" cy="13447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What is RAG?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Retrieval-Augmented Generation</a:t>
          </a:r>
        </a:p>
      </dsp:txBody>
      <dsp:txXfrm>
        <a:off x="2092" y="201918"/>
        <a:ext cx="2241239" cy="1344743"/>
      </dsp:txXfrm>
    </dsp:sp>
    <dsp:sp modelId="{FAC4925C-6626-43E8-BF9A-CF2F822ED40B}">
      <dsp:nvSpPr>
        <dsp:cNvPr id="0" name=""/>
        <dsp:cNvSpPr/>
      </dsp:nvSpPr>
      <dsp:spPr>
        <a:xfrm>
          <a:off x="4998257" y="828570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871713"/>
        <a:ext cx="25774" cy="5154"/>
      </dsp:txXfrm>
    </dsp:sp>
    <dsp:sp modelId="{C882E47E-A108-436E-8013-C81312A39624}">
      <dsp:nvSpPr>
        <dsp:cNvPr id="0" name=""/>
        <dsp:cNvSpPr/>
      </dsp:nvSpPr>
      <dsp:spPr>
        <a:xfrm>
          <a:off x="2758817" y="201918"/>
          <a:ext cx="2241239" cy="1344743"/>
        </a:xfrm>
        <a:prstGeom prst="rect">
          <a:avLst/>
        </a:prstGeom>
        <a:solidFill>
          <a:schemeClr val="accent2">
            <a:hueOff val="644361"/>
            <a:satOff val="-1849"/>
            <a:lumOff val="-2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RAG enhances LLM performance by allowing the model to </a:t>
          </a:r>
          <a:r>
            <a:rPr lang="en-US" sz="1300" b="1" kern="1200" dirty="0"/>
            <a:t>retrieve relevant information from external data sources</a:t>
          </a:r>
          <a:r>
            <a:rPr lang="en-US" sz="1300" kern="1200" dirty="0"/>
            <a:t> before generating a response.</a:t>
          </a:r>
        </a:p>
      </dsp:txBody>
      <dsp:txXfrm>
        <a:off x="2758817" y="201918"/>
        <a:ext cx="2241239" cy="1344743"/>
      </dsp:txXfrm>
    </dsp:sp>
    <dsp:sp modelId="{95694176-172E-4DA7-AC1A-6509A410A550}">
      <dsp:nvSpPr>
        <dsp:cNvPr id="0" name=""/>
        <dsp:cNvSpPr/>
      </dsp:nvSpPr>
      <dsp:spPr>
        <a:xfrm>
          <a:off x="7754982" y="828570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871713"/>
        <a:ext cx="25774" cy="5154"/>
      </dsp:txXfrm>
    </dsp:sp>
    <dsp:sp modelId="{DEBA6078-448C-47FD-8078-17D32CFF9700}">
      <dsp:nvSpPr>
        <dsp:cNvPr id="0" name=""/>
        <dsp:cNvSpPr/>
      </dsp:nvSpPr>
      <dsp:spPr>
        <a:xfrm>
          <a:off x="5515542" y="201918"/>
          <a:ext cx="2241239" cy="1344743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Why this is important:</a:t>
          </a:r>
        </a:p>
      </dsp:txBody>
      <dsp:txXfrm>
        <a:off x="5515542" y="201918"/>
        <a:ext cx="2241239" cy="1344743"/>
      </dsp:txXfrm>
    </dsp:sp>
    <dsp:sp modelId="{A712F87F-CBA9-4206-B348-BF75EBE06885}">
      <dsp:nvSpPr>
        <dsp:cNvPr id="0" name=""/>
        <dsp:cNvSpPr/>
      </dsp:nvSpPr>
      <dsp:spPr>
        <a:xfrm>
          <a:off x="1122712" y="1544862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1784727"/>
        <a:ext cx="414311" cy="5154"/>
      </dsp:txXfrm>
    </dsp:sp>
    <dsp:sp modelId="{057C60B0-5FFB-48A3-A335-67D958BAF535}">
      <dsp:nvSpPr>
        <dsp:cNvPr id="0" name=""/>
        <dsp:cNvSpPr/>
      </dsp:nvSpPr>
      <dsp:spPr>
        <a:xfrm>
          <a:off x="8272267" y="201918"/>
          <a:ext cx="2241239" cy="1344743"/>
        </a:xfrm>
        <a:prstGeom prst="rect">
          <a:avLst/>
        </a:prstGeom>
        <a:solidFill>
          <a:schemeClr val="accent2">
            <a:hueOff val="1933084"/>
            <a:satOff val="-5548"/>
            <a:lumOff val="-88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Pre-trained LLMs perform well on </a:t>
          </a:r>
          <a:r>
            <a:rPr lang="en-US" sz="1300" b="1" kern="1200"/>
            <a:t>general knowledge tasks</a:t>
          </a:r>
          <a:endParaRPr lang="en-US" sz="1300" kern="1200"/>
        </a:p>
      </dsp:txBody>
      <dsp:txXfrm>
        <a:off x="8272267" y="201918"/>
        <a:ext cx="2241239" cy="1344743"/>
      </dsp:txXfrm>
    </dsp:sp>
    <dsp:sp modelId="{EBFBC9D3-B0AD-4A4E-9325-4C6CCB0B580B}">
      <dsp:nvSpPr>
        <dsp:cNvPr id="0" name=""/>
        <dsp:cNvSpPr/>
      </dsp:nvSpPr>
      <dsp:spPr>
        <a:xfrm>
          <a:off x="2241532" y="2688800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2731942"/>
        <a:ext cx="25774" cy="5154"/>
      </dsp:txXfrm>
    </dsp:sp>
    <dsp:sp modelId="{4138E1A8-641E-4CE8-934F-8F401E48D608}">
      <dsp:nvSpPr>
        <dsp:cNvPr id="0" name=""/>
        <dsp:cNvSpPr/>
      </dsp:nvSpPr>
      <dsp:spPr>
        <a:xfrm>
          <a:off x="2092" y="2062148"/>
          <a:ext cx="2241239" cy="1344743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However, they may struggle with </a:t>
          </a:r>
          <a:r>
            <a:rPr lang="en-US" sz="1300" b="1" kern="1200"/>
            <a:t>specialized or domain-specific information</a:t>
          </a:r>
          <a:endParaRPr lang="en-US" sz="1300" kern="1200"/>
        </a:p>
      </dsp:txBody>
      <dsp:txXfrm>
        <a:off x="2092" y="2062148"/>
        <a:ext cx="2241239" cy="1344743"/>
      </dsp:txXfrm>
    </dsp:sp>
    <dsp:sp modelId="{A5D86BA0-69AE-46EB-98C8-FC003CE9528E}">
      <dsp:nvSpPr>
        <dsp:cNvPr id="0" name=""/>
        <dsp:cNvSpPr/>
      </dsp:nvSpPr>
      <dsp:spPr>
        <a:xfrm>
          <a:off x="4998257" y="2688800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2731942"/>
        <a:ext cx="25774" cy="5154"/>
      </dsp:txXfrm>
    </dsp:sp>
    <dsp:sp modelId="{52F4209B-A176-4164-A116-43914AAE95BC}">
      <dsp:nvSpPr>
        <dsp:cNvPr id="0" name=""/>
        <dsp:cNvSpPr/>
      </dsp:nvSpPr>
      <dsp:spPr>
        <a:xfrm>
          <a:off x="2758817" y="2062148"/>
          <a:ext cx="2241239" cy="1344743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Adding </a:t>
          </a:r>
          <a:r>
            <a:rPr lang="en-US" sz="1300" b="1" kern="1200"/>
            <a:t>external knowledge sources</a:t>
          </a:r>
          <a:r>
            <a:rPr lang="en-US" sz="1300" kern="1200"/>
            <a:t> helps the model provide </a:t>
          </a:r>
          <a:r>
            <a:rPr lang="en-US" sz="1300" b="1" kern="1200"/>
            <a:t>more reliable and accurate answers</a:t>
          </a:r>
          <a:r>
            <a:rPr lang="en-US" sz="1300" kern="1200"/>
            <a:t>.</a:t>
          </a:r>
        </a:p>
      </dsp:txBody>
      <dsp:txXfrm>
        <a:off x="2758817" y="2062148"/>
        <a:ext cx="2241239" cy="1344743"/>
      </dsp:txXfrm>
    </dsp:sp>
    <dsp:sp modelId="{D9C2EFB6-8301-4441-8189-E268D5808716}">
      <dsp:nvSpPr>
        <dsp:cNvPr id="0" name=""/>
        <dsp:cNvSpPr/>
      </dsp:nvSpPr>
      <dsp:spPr>
        <a:xfrm>
          <a:off x="7754982" y="2688800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2731942"/>
        <a:ext cx="25774" cy="5154"/>
      </dsp:txXfrm>
    </dsp:sp>
    <dsp:sp modelId="{1423E411-2487-40CF-8C79-E800D30A3C6F}">
      <dsp:nvSpPr>
        <dsp:cNvPr id="0" name=""/>
        <dsp:cNvSpPr/>
      </dsp:nvSpPr>
      <dsp:spPr>
        <a:xfrm>
          <a:off x="5515542" y="2062148"/>
          <a:ext cx="2241239" cy="1344743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Example Scenario</a:t>
          </a:r>
          <a:endParaRPr lang="en-US" sz="1300" kern="1200"/>
        </a:p>
      </dsp:txBody>
      <dsp:txXfrm>
        <a:off x="5515542" y="2062148"/>
        <a:ext cx="2241239" cy="1344743"/>
      </dsp:txXfrm>
    </dsp:sp>
    <dsp:sp modelId="{0D0283F0-6321-449F-B93F-0BC59EA440B4}">
      <dsp:nvSpPr>
        <dsp:cNvPr id="0" name=""/>
        <dsp:cNvSpPr/>
      </dsp:nvSpPr>
      <dsp:spPr>
        <a:xfrm>
          <a:off x="1122712" y="3405091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1270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3644957"/>
        <a:ext cx="414311" cy="5154"/>
      </dsp:txXfrm>
    </dsp:sp>
    <dsp:sp modelId="{ADD23E47-1021-483D-B75A-7F989B298FEB}">
      <dsp:nvSpPr>
        <dsp:cNvPr id="0" name=""/>
        <dsp:cNvSpPr/>
      </dsp:nvSpPr>
      <dsp:spPr>
        <a:xfrm>
          <a:off x="8272267" y="2062148"/>
          <a:ext cx="2241239" cy="1344743"/>
        </a:xfrm>
        <a:prstGeom prst="rect">
          <a:avLst/>
        </a:prstGeom>
        <a:solidFill>
          <a:schemeClr val="accent2">
            <a:hueOff val="4510529"/>
            <a:satOff val="-12945"/>
            <a:lumOff val="-207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Consider a chatbot that answers questions about a </a:t>
          </a:r>
          <a:r>
            <a:rPr lang="en-US" sz="1300" b="1" kern="1200"/>
            <a:t>company’s internal mobile policy</a:t>
          </a:r>
          <a:r>
            <a:rPr lang="en-US" sz="1300" kern="1200"/>
            <a:t>.</a:t>
          </a:r>
        </a:p>
      </dsp:txBody>
      <dsp:txXfrm>
        <a:off x="8272267" y="2062148"/>
        <a:ext cx="2241239" cy="1344743"/>
      </dsp:txXfrm>
    </dsp:sp>
    <dsp:sp modelId="{DFA347A4-9452-467C-9E34-466F35E859FB}">
      <dsp:nvSpPr>
        <dsp:cNvPr id="0" name=""/>
        <dsp:cNvSpPr/>
      </dsp:nvSpPr>
      <dsp:spPr>
        <a:xfrm>
          <a:off x="2241532" y="4549029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4592171"/>
        <a:ext cx="25774" cy="5154"/>
      </dsp:txXfrm>
    </dsp:sp>
    <dsp:sp modelId="{C3E53892-DEE2-46EA-8639-E8F2329FF372}">
      <dsp:nvSpPr>
        <dsp:cNvPr id="0" name=""/>
        <dsp:cNvSpPr/>
      </dsp:nvSpPr>
      <dsp:spPr>
        <a:xfrm>
          <a:off x="2092" y="3922377"/>
          <a:ext cx="2241239" cy="1344743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Company policies are </a:t>
          </a:r>
          <a:r>
            <a:rPr lang="en-US" sz="1300" b="1" kern="1200" dirty="0"/>
            <a:t>confidential and not publicly available</a:t>
          </a:r>
          <a:endParaRPr lang="en-US" sz="1300" kern="1200" dirty="0"/>
        </a:p>
      </dsp:txBody>
      <dsp:txXfrm>
        <a:off x="2092" y="3922377"/>
        <a:ext cx="2241239" cy="1344743"/>
      </dsp:txXfrm>
    </dsp:sp>
    <dsp:sp modelId="{FF41698C-261A-4020-B382-E9B2CC0F5A8D}">
      <dsp:nvSpPr>
        <dsp:cNvPr id="0" name=""/>
        <dsp:cNvSpPr/>
      </dsp:nvSpPr>
      <dsp:spPr>
        <a:xfrm>
          <a:off x="4998257" y="4549029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4592171"/>
        <a:ext cx="25774" cy="5154"/>
      </dsp:txXfrm>
    </dsp:sp>
    <dsp:sp modelId="{3F65CD27-18BF-4D95-B3CC-1B475CE58592}">
      <dsp:nvSpPr>
        <dsp:cNvPr id="0" name=""/>
        <dsp:cNvSpPr/>
      </dsp:nvSpPr>
      <dsp:spPr>
        <a:xfrm>
          <a:off x="2758817" y="3922377"/>
          <a:ext cx="2241239" cy="1344743"/>
        </a:xfrm>
        <a:prstGeom prst="rect">
          <a:avLst/>
        </a:prstGeom>
        <a:solidFill>
          <a:schemeClr val="accent2">
            <a:hueOff val="5799252"/>
            <a:satOff val="-16644"/>
            <a:lumOff val="-266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 general LLM may </a:t>
          </a:r>
          <a:r>
            <a:rPr lang="en-US" sz="1300" b="1" kern="1200" dirty="0"/>
            <a:t>not know this information</a:t>
          </a:r>
          <a:endParaRPr lang="en-US" sz="1300" kern="1200" dirty="0"/>
        </a:p>
      </dsp:txBody>
      <dsp:txXfrm>
        <a:off x="2758817" y="3922377"/>
        <a:ext cx="2241239" cy="1344743"/>
      </dsp:txXfrm>
    </dsp:sp>
    <dsp:sp modelId="{B0164227-A70D-4B26-B28C-A5DE66BE2AF4}">
      <dsp:nvSpPr>
        <dsp:cNvPr id="0" name=""/>
        <dsp:cNvSpPr/>
      </dsp:nvSpPr>
      <dsp:spPr>
        <a:xfrm>
          <a:off x="5515542" y="3922377"/>
          <a:ext cx="2241239" cy="134474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Using RAG, the chatbot can </a:t>
          </a:r>
          <a:r>
            <a:rPr lang="en-US" sz="1300" b="1" kern="1200" dirty="0"/>
            <a:t>retrieve information directly from the company’s internal documents</a:t>
          </a:r>
          <a:r>
            <a:rPr lang="en-US" sz="1300" kern="1200" dirty="0"/>
            <a:t> and generate an accurate response.</a:t>
          </a:r>
        </a:p>
      </dsp:txBody>
      <dsp:txXfrm>
        <a:off x="5515542" y="3922377"/>
        <a:ext cx="2241239" cy="13447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45605-E026-4903-8625-897F22A659DD}">
      <dsp:nvSpPr>
        <dsp:cNvPr id="0" name=""/>
        <dsp:cNvSpPr/>
      </dsp:nvSpPr>
      <dsp:spPr>
        <a:xfrm>
          <a:off x="1524568" y="393288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7582" y="437340"/>
        <a:ext cx="16664" cy="3336"/>
      </dsp:txXfrm>
    </dsp:sp>
    <dsp:sp modelId="{18BE1EE2-D0DE-4388-AF80-3949E4142182}">
      <dsp:nvSpPr>
        <dsp:cNvPr id="0" name=""/>
        <dsp:cNvSpPr/>
      </dsp:nvSpPr>
      <dsp:spPr>
        <a:xfrm>
          <a:off x="77268" y="4278"/>
          <a:ext cx="1449099" cy="8694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Core Components of RAG</a:t>
          </a:r>
        </a:p>
      </dsp:txBody>
      <dsp:txXfrm>
        <a:off x="77268" y="4278"/>
        <a:ext cx="1449099" cy="869459"/>
      </dsp:txXfrm>
    </dsp:sp>
    <dsp:sp modelId="{8F4C93BB-DD87-488B-94AA-346487FB378B}">
      <dsp:nvSpPr>
        <dsp:cNvPr id="0" name=""/>
        <dsp:cNvSpPr/>
      </dsp:nvSpPr>
      <dsp:spPr>
        <a:xfrm>
          <a:off x="3306961" y="393288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379036"/>
              <a:satOff val="-1088"/>
              <a:lumOff val="-174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49975" y="437340"/>
        <a:ext cx="16664" cy="3336"/>
      </dsp:txXfrm>
    </dsp:sp>
    <dsp:sp modelId="{849523CA-F35C-4C08-923E-841508F952E1}">
      <dsp:nvSpPr>
        <dsp:cNvPr id="0" name=""/>
        <dsp:cNvSpPr/>
      </dsp:nvSpPr>
      <dsp:spPr>
        <a:xfrm>
          <a:off x="1859661" y="4278"/>
          <a:ext cx="1449099" cy="869459"/>
        </a:xfrm>
        <a:prstGeom prst="rect">
          <a:avLst/>
        </a:prstGeom>
        <a:solidFill>
          <a:schemeClr val="accent2">
            <a:hueOff val="357979"/>
            <a:satOff val="-1027"/>
            <a:lumOff val="-16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RAG consists of two main components:</a:t>
          </a:r>
        </a:p>
      </dsp:txBody>
      <dsp:txXfrm>
        <a:off x="1859661" y="4278"/>
        <a:ext cx="1449099" cy="869459"/>
      </dsp:txXfrm>
    </dsp:sp>
    <dsp:sp modelId="{CC3EFD1C-8AF6-4F70-963B-61804F51F0A2}">
      <dsp:nvSpPr>
        <dsp:cNvPr id="0" name=""/>
        <dsp:cNvSpPr/>
      </dsp:nvSpPr>
      <dsp:spPr>
        <a:xfrm>
          <a:off x="5089353" y="393288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758072"/>
              <a:satOff val="-2176"/>
              <a:lumOff val="-348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367" y="437340"/>
        <a:ext cx="16664" cy="3336"/>
      </dsp:txXfrm>
    </dsp:sp>
    <dsp:sp modelId="{37FA6B59-AD3D-4A20-ABAA-6063C3D251D4}">
      <dsp:nvSpPr>
        <dsp:cNvPr id="0" name=""/>
        <dsp:cNvSpPr/>
      </dsp:nvSpPr>
      <dsp:spPr>
        <a:xfrm>
          <a:off x="3642053" y="4278"/>
          <a:ext cx="1449099" cy="869459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Retriever</a:t>
          </a:r>
        </a:p>
      </dsp:txBody>
      <dsp:txXfrm>
        <a:off x="3642053" y="4278"/>
        <a:ext cx="1449099" cy="869459"/>
      </dsp:txXfrm>
    </dsp:sp>
    <dsp:sp modelId="{01C10055-D52F-4F51-9B95-D50504E2024B}">
      <dsp:nvSpPr>
        <dsp:cNvPr id="0" name=""/>
        <dsp:cNvSpPr/>
      </dsp:nvSpPr>
      <dsp:spPr>
        <a:xfrm>
          <a:off x="6871746" y="393288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1137108"/>
              <a:satOff val="-3263"/>
              <a:lumOff val="-522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14760" y="437340"/>
        <a:ext cx="16664" cy="3336"/>
      </dsp:txXfrm>
    </dsp:sp>
    <dsp:sp modelId="{33E112A4-1098-489C-8893-8EBA7E0EB289}">
      <dsp:nvSpPr>
        <dsp:cNvPr id="0" name=""/>
        <dsp:cNvSpPr/>
      </dsp:nvSpPr>
      <dsp:spPr>
        <a:xfrm>
          <a:off x="5424446" y="4278"/>
          <a:ext cx="1449099" cy="869459"/>
        </a:xfrm>
        <a:prstGeom prst="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Searches a knowledge base for relevant information related to the query</a:t>
          </a:r>
        </a:p>
      </dsp:txBody>
      <dsp:txXfrm>
        <a:off x="5424446" y="4278"/>
        <a:ext cx="1449099" cy="869459"/>
      </dsp:txXfrm>
    </dsp:sp>
    <dsp:sp modelId="{3A009B57-FBB4-483B-8867-EC794973EF06}">
      <dsp:nvSpPr>
        <dsp:cNvPr id="0" name=""/>
        <dsp:cNvSpPr/>
      </dsp:nvSpPr>
      <dsp:spPr>
        <a:xfrm>
          <a:off x="8654138" y="393288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1516144"/>
              <a:satOff val="-4351"/>
              <a:lumOff val="-696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797152" y="437340"/>
        <a:ext cx="16664" cy="3336"/>
      </dsp:txXfrm>
    </dsp:sp>
    <dsp:sp modelId="{67CC81F5-504F-4E30-950F-2234A084015D}">
      <dsp:nvSpPr>
        <dsp:cNvPr id="0" name=""/>
        <dsp:cNvSpPr/>
      </dsp:nvSpPr>
      <dsp:spPr>
        <a:xfrm>
          <a:off x="7206838" y="4278"/>
          <a:ext cx="1449099" cy="869459"/>
        </a:xfrm>
        <a:prstGeom prst="rect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Generator</a:t>
          </a:r>
        </a:p>
      </dsp:txBody>
      <dsp:txXfrm>
        <a:off x="7206838" y="4278"/>
        <a:ext cx="1449099" cy="869459"/>
      </dsp:txXfrm>
    </dsp:sp>
    <dsp:sp modelId="{D9BBE59A-33E4-4308-BF9C-467EC0392E64}">
      <dsp:nvSpPr>
        <dsp:cNvPr id="0" name=""/>
        <dsp:cNvSpPr/>
      </dsp:nvSpPr>
      <dsp:spPr>
        <a:xfrm>
          <a:off x="801818" y="871938"/>
          <a:ext cx="8911962" cy="302692"/>
        </a:xfrm>
        <a:custGeom>
          <a:avLst/>
          <a:gdLst/>
          <a:ahLst/>
          <a:cxnLst/>
          <a:rect l="0" t="0" r="0" b="0"/>
          <a:pathLst>
            <a:path>
              <a:moveTo>
                <a:pt x="8911962" y="0"/>
              </a:moveTo>
              <a:lnTo>
                <a:pt x="8911962" y="168446"/>
              </a:lnTo>
              <a:lnTo>
                <a:pt x="0" y="168446"/>
              </a:lnTo>
              <a:lnTo>
                <a:pt x="0" y="302692"/>
              </a:lnTo>
            </a:path>
          </a:pathLst>
        </a:custGeom>
        <a:noFill/>
        <a:ln w="12700" cap="flat" cmpd="sng" algn="ctr">
          <a:solidFill>
            <a:schemeClr val="accent2">
              <a:hueOff val="1895181"/>
              <a:satOff val="-5439"/>
              <a:lumOff val="-87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4845" y="1021616"/>
        <a:ext cx="445909" cy="3336"/>
      </dsp:txXfrm>
    </dsp:sp>
    <dsp:sp modelId="{1657B71C-8FCF-4F19-898C-141A66069642}">
      <dsp:nvSpPr>
        <dsp:cNvPr id="0" name=""/>
        <dsp:cNvSpPr/>
      </dsp:nvSpPr>
      <dsp:spPr>
        <a:xfrm>
          <a:off x="8989231" y="4278"/>
          <a:ext cx="1449099" cy="869459"/>
        </a:xfrm>
        <a:prstGeom prst="rect">
          <a:avLst/>
        </a:prstGeom>
        <a:solidFill>
          <a:schemeClr val="accent2">
            <a:hueOff val="1789893"/>
            <a:satOff val="-5137"/>
            <a:lumOff val="-82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Uses the retrieved information to generate a natural language response</a:t>
          </a:r>
        </a:p>
      </dsp:txBody>
      <dsp:txXfrm>
        <a:off x="8989231" y="4278"/>
        <a:ext cx="1449099" cy="869459"/>
      </dsp:txXfrm>
    </dsp:sp>
    <dsp:sp modelId="{75A0B18F-0E27-4323-9BC9-D9D02BCFB71A}">
      <dsp:nvSpPr>
        <dsp:cNvPr id="0" name=""/>
        <dsp:cNvSpPr/>
      </dsp:nvSpPr>
      <dsp:spPr>
        <a:xfrm>
          <a:off x="1524568" y="1596041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2274217"/>
              <a:satOff val="-6527"/>
              <a:lumOff val="-1045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7582" y="1640093"/>
        <a:ext cx="16664" cy="3336"/>
      </dsp:txXfrm>
    </dsp:sp>
    <dsp:sp modelId="{2C914030-9106-454C-9F90-DF67D720DDAF}">
      <dsp:nvSpPr>
        <dsp:cNvPr id="0" name=""/>
        <dsp:cNvSpPr/>
      </dsp:nvSpPr>
      <dsp:spPr>
        <a:xfrm>
          <a:off x="77268" y="1207031"/>
          <a:ext cx="1449099" cy="869459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Key Steps in the RAG Process</a:t>
          </a:r>
        </a:p>
      </dsp:txBody>
      <dsp:txXfrm>
        <a:off x="77268" y="1207031"/>
        <a:ext cx="1449099" cy="869459"/>
      </dsp:txXfrm>
    </dsp:sp>
    <dsp:sp modelId="{C332C554-E82A-4DFF-81BE-24CD258514FE}">
      <dsp:nvSpPr>
        <dsp:cNvPr id="0" name=""/>
        <dsp:cNvSpPr/>
      </dsp:nvSpPr>
      <dsp:spPr>
        <a:xfrm>
          <a:off x="3306961" y="1596041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2653253"/>
              <a:satOff val="-7615"/>
              <a:lumOff val="-1219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49975" y="1640093"/>
        <a:ext cx="16664" cy="3336"/>
      </dsp:txXfrm>
    </dsp:sp>
    <dsp:sp modelId="{7AFA333A-8501-4ED4-86C3-07E83B3C9F28}">
      <dsp:nvSpPr>
        <dsp:cNvPr id="0" name=""/>
        <dsp:cNvSpPr/>
      </dsp:nvSpPr>
      <dsp:spPr>
        <a:xfrm>
          <a:off x="1859661" y="1207031"/>
          <a:ext cx="1449099" cy="869459"/>
        </a:xfrm>
        <a:prstGeom prst="rect">
          <a:avLst/>
        </a:prstGeom>
        <a:solidFill>
          <a:schemeClr val="accent2">
            <a:hueOff val="2505850"/>
            <a:satOff val="-7192"/>
            <a:lumOff val="-1151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Text Embedding</a:t>
          </a:r>
        </a:p>
      </dsp:txBody>
      <dsp:txXfrm>
        <a:off x="1859661" y="1207031"/>
        <a:ext cx="1449099" cy="869459"/>
      </dsp:txXfrm>
    </dsp:sp>
    <dsp:sp modelId="{D2A4F0E3-2722-44FA-9A92-13BE66FC2700}">
      <dsp:nvSpPr>
        <dsp:cNvPr id="0" name=""/>
        <dsp:cNvSpPr/>
      </dsp:nvSpPr>
      <dsp:spPr>
        <a:xfrm>
          <a:off x="5089353" y="1596041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3032289"/>
              <a:satOff val="-8703"/>
              <a:lumOff val="-1393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367" y="1640093"/>
        <a:ext cx="16664" cy="3336"/>
      </dsp:txXfrm>
    </dsp:sp>
    <dsp:sp modelId="{AA61E2F3-2446-4238-8C89-C56F4E771434}">
      <dsp:nvSpPr>
        <dsp:cNvPr id="0" name=""/>
        <dsp:cNvSpPr/>
      </dsp:nvSpPr>
      <dsp:spPr>
        <a:xfrm>
          <a:off x="3642053" y="1207031"/>
          <a:ext cx="1449099" cy="869459"/>
        </a:xfrm>
        <a:prstGeom prst="rect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The user’s question or prompt is converted into a high-dimensional vector representation using a question encoder.</a:t>
          </a:r>
        </a:p>
      </dsp:txBody>
      <dsp:txXfrm>
        <a:off x="3642053" y="1207031"/>
        <a:ext cx="1449099" cy="869459"/>
      </dsp:txXfrm>
    </dsp:sp>
    <dsp:sp modelId="{2BCA1FE7-87C7-4A99-BD7B-C2126A96A7A5}">
      <dsp:nvSpPr>
        <dsp:cNvPr id="0" name=""/>
        <dsp:cNvSpPr/>
      </dsp:nvSpPr>
      <dsp:spPr>
        <a:xfrm>
          <a:off x="6871746" y="1596041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3411325"/>
              <a:satOff val="-9790"/>
              <a:lumOff val="-1567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14760" y="1640093"/>
        <a:ext cx="16664" cy="3336"/>
      </dsp:txXfrm>
    </dsp:sp>
    <dsp:sp modelId="{1976E0B8-1E15-42B5-9716-92491112FF2F}">
      <dsp:nvSpPr>
        <dsp:cNvPr id="0" name=""/>
        <dsp:cNvSpPr/>
      </dsp:nvSpPr>
      <dsp:spPr>
        <a:xfrm>
          <a:off x="5424446" y="1207031"/>
          <a:ext cx="1449099" cy="869459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Documents in the knowledge base are also converted into vectors using a context encoder.</a:t>
          </a:r>
        </a:p>
      </dsp:txBody>
      <dsp:txXfrm>
        <a:off x="5424446" y="1207031"/>
        <a:ext cx="1449099" cy="869459"/>
      </dsp:txXfrm>
    </dsp:sp>
    <dsp:sp modelId="{FD9E6BAF-29D8-4C39-B04D-89DBBF9B0FCD}">
      <dsp:nvSpPr>
        <dsp:cNvPr id="0" name=""/>
        <dsp:cNvSpPr/>
      </dsp:nvSpPr>
      <dsp:spPr>
        <a:xfrm>
          <a:off x="8654138" y="1596041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3790361"/>
              <a:satOff val="-10878"/>
              <a:lumOff val="-1741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797152" y="1640093"/>
        <a:ext cx="16664" cy="3336"/>
      </dsp:txXfrm>
    </dsp:sp>
    <dsp:sp modelId="{12CCA5E6-64C1-4E7E-81AD-4CB08397590B}">
      <dsp:nvSpPr>
        <dsp:cNvPr id="0" name=""/>
        <dsp:cNvSpPr/>
      </dsp:nvSpPr>
      <dsp:spPr>
        <a:xfrm>
          <a:off x="7206838" y="1207031"/>
          <a:ext cx="1449099" cy="869459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These vectors represent the semantic meaning of the text.</a:t>
          </a:r>
        </a:p>
      </dsp:txBody>
      <dsp:txXfrm>
        <a:off x="7206838" y="1207031"/>
        <a:ext cx="1449099" cy="869459"/>
      </dsp:txXfrm>
    </dsp:sp>
    <dsp:sp modelId="{7C35AD11-93B9-4B6B-B046-708BA4AFAC92}">
      <dsp:nvSpPr>
        <dsp:cNvPr id="0" name=""/>
        <dsp:cNvSpPr/>
      </dsp:nvSpPr>
      <dsp:spPr>
        <a:xfrm>
          <a:off x="801818" y="2074691"/>
          <a:ext cx="8911962" cy="302692"/>
        </a:xfrm>
        <a:custGeom>
          <a:avLst/>
          <a:gdLst/>
          <a:ahLst/>
          <a:cxnLst/>
          <a:rect l="0" t="0" r="0" b="0"/>
          <a:pathLst>
            <a:path>
              <a:moveTo>
                <a:pt x="8911962" y="0"/>
              </a:moveTo>
              <a:lnTo>
                <a:pt x="8911962" y="168446"/>
              </a:lnTo>
              <a:lnTo>
                <a:pt x="0" y="168446"/>
              </a:lnTo>
              <a:lnTo>
                <a:pt x="0" y="302692"/>
              </a:lnTo>
            </a:path>
          </a:pathLst>
        </a:custGeom>
        <a:noFill/>
        <a:ln w="12700" cap="flat" cmpd="sng" algn="ctr">
          <a:solidFill>
            <a:schemeClr val="accent2">
              <a:hueOff val="4169397"/>
              <a:satOff val="-11966"/>
              <a:lumOff val="-1915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4845" y="2224369"/>
        <a:ext cx="445909" cy="3336"/>
      </dsp:txXfrm>
    </dsp:sp>
    <dsp:sp modelId="{86941810-6138-4DB1-8285-6EBE5EE786B5}">
      <dsp:nvSpPr>
        <dsp:cNvPr id="0" name=""/>
        <dsp:cNvSpPr/>
      </dsp:nvSpPr>
      <dsp:spPr>
        <a:xfrm>
          <a:off x="8989231" y="1207031"/>
          <a:ext cx="1449099" cy="869459"/>
        </a:xfrm>
        <a:prstGeom prst="rect">
          <a:avLst/>
        </a:prstGeom>
        <a:solidFill>
          <a:schemeClr val="accent2">
            <a:hueOff val="3937764"/>
            <a:satOff val="-11301"/>
            <a:lumOff val="-1809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Prompt Encoding</a:t>
          </a:r>
        </a:p>
      </dsp:txBody>
      <dsp:txXfrm>
        <a:off x="8989231" y="1207031"/>
        <a:ext cx="1449099" cy="869459"/>
      </dsp:txXfrm>
    </dsp:sp>
    <dsp:sp modelId="{D98E7B43-3562-439C-AFDF-E07C97862524}">
      <dsp:nvSpPr>
        <dsp:cNvPr id="0" name=""/>
        <dsp:cNvSpPr/>
      </dsp:nvSpPr>
      <dsp:spPr>
        <a:xfrm>
          <a:off x="1524568" y="2798793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4548433"/>
              <a:satOff val="-13054"/>
              <a:lumOff val="-2090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7582" y="2842845"/>
        <a:ext cx="16664" cy="3336"/>
      </dsp:txXfrm>
    </dsp:sp>
    <dsp:sp modelId="{EEB9454E-1972-4C35-8145-66997167B867}">
      <dsp:nvSpPr>
        <dsp:cNvPr id="0" name=""/>
        <dsp:cNvSpPr/>
      </dsp:nvSpPr>
      <dsp:spPr>
        <a:xfrm>
          <a:off x="77268" y="2409783"/>
          <a:ext cx="1449099" cy="869459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To encode a prompt:</a:t>
          </a:r>
        </a:p>
      </dsp:txBody>
      <dsp:txXfrm>
        <a:off x="77268" y="2409783"/>
        <a:ext cx="1449099" cy="869459"/>
      </dsp:txXfrm>
    </dsp:sp>
    <dsp:sp modelId="{D2D41F4A-E465-4491-AFBB-33D760B94A03}">
      <dsp:nvSpPr>
        <dsp:cNvPr id="0" name=""/>
        <dsp:cNvSpPr/>
      </dsp:nvSpPr>
      <dsp:spPr>
        <a:xfrm>
          <a:off x="3306961" y="2798793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4927469"/>
              <a:satOff val="-14142"/>
              <a:lumOff val="-2264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49975" y="2842845"/>
        <a:ext cx="16664" cy="3336"/>
      </dsp:txXfrm>
    </dsp:sp>
    <dsp:sp modelId="{E3762159-AA11-4B75-ABB2-27140C1429B6}">
      <dsp:nvSpPr>
        <dsp:cNvPr id="0" name=""/>
        <dsp:cNvSpPr/>
      </dsp:nvSpPr>
      <dsp:spPr>
        <a:xfrm>
          <a:off x="1859661" y="2409783"/>
          <a:ext cx="1449099" cy="869459"/>
        </a:xfrm>
        <a:prstGeom prst="rect">
          <a:avLst/>
        </a:prstGeom>
        <a:solidFill>
          <a:schemeClr val="accent2">
            <a:hueOff val="4653721"/>
            <a:satOff val="-13356"/>
            <a:lumOff val="-213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prompt is broken into tokens (words or sub-words).</a:t>
          </a:r>
        </a:p>
      </dsp:txBody>
      <dsp:txXfrm>
        <a:off x="1859661" y="2409783"/>
        <a:ext cx="1449099" cy="869459"/>
      </dsp:txXfrm>
    </dsp:sp>
    <dsp:sp modelId="{28E45B3B-A559-42FF-A8F0-018F2C452C3D}">
      <dsp:nvSpPr>
        <dsp:cNvPr id="0" name=""/>
        <dsp:cNvSpPr/>
      </dsp:nvSpPr>
      <dsp:spPr>
        <a:xfrm>
          <a:off x="5089353" y="2798793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8446" y="45720"/>
              </a:lnTo>
              <a:lnTo>
                <a:pt x="168446" y="62578"/>
              </a:lnTo>
              <a:lnTo>
                <a:pt x="302692" y="62578"/>
              </a:lnTo>
            </a:path>
          </a:pathLst>
        </a:custGeom>
        <a:noFill/>
        <a:ln w="12700" cap="flat" cmpd="sng" algn="ctr">
          <a:solidFill>
            <a:schemeClr val="accent2">
              <a:hueOff val="5306505"/>
              <a:satOff val="-15230"/>
              <a:lumOff val="-2438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357" y="2842845"/>
        <a:ext cx="16685" cy="3336"/>
      </dsp:txXfrm>
    </dsp:sp>
    <dsp:sp modelId="{2B97C79F-BACD-4F33-8E90-BF71D8B34182}">
      <dsp:nvSpPr>
        <dsp:cNvPr id="0" name=""/>
        <dsp:cNvSpPr/>
      </dsp:nvSpPr>
      <dsp:spPr>
        <a:xfrm>
          <a:off x="3642053" y="2409783"/>
          <a:ext cx="1449099" cy="869459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Each token is converted into a vector using pre-trained models, such as:</a:t>
          </a:r>
        </a:p>
      </dsp:txBody>
      <dsp:txXfrm>
        <a:off x="3642053" y="2409783"/>
        <a:ext cx="1449099" cy="869459"/>
      </dsp:txXfrm>
    </dsp:sp>
    <dsp:sp modelId="{2EE52E24-EC6C-4BA7-B299-CEA5863FF227}">
      <dsp:nvSpPr>
        <dsp:cNvPr id="0" name=""/>
        <dsp:cNvSpPr/>
      </dsp:nvSpPr>
      <dsp:spPr>
        <a:xfrm>
          <a:off x="6871746" y="2798793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62578"/>
              </a:moveTo>
              <a:lnTo>
                <a:pt x="168446" y="62578"/>
              </a:lnTo>
              <a:lnTo>
                <a:pt x="168446" y="45720"/>
              </a:ln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5685542"/>
              <a:satOff val="-16317"/>
              <a:lumOff val="-261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14749" y="2842845"/>
        <a:ext cx="16685" cy="3336"/>
      </dsp:txXfrm>
    </dsp:sp>
    <dsp:sp modelId="{7912B3E7-BD16-45AE-B991-70736ACF11E3}">
      <dsp:nvSpPr>
        <dsp:cNvPr id="0" name=""/>
        <dsp:cNvSpPr/>
      </dsp:nvSpPr>
      <dsp:spPr>
        <a:xfrm>
          <a:off x="5424446" y="2426642"/>
          <a:ext cx="1449099" cy="869459"/>
        </a:xfrm>
        <a:prstGeom prst="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BERT </a:t>
          </a:r>
          <a:r>
            <a:rPr lang="en-US" sz="800" b="0" i="0" kern="1200" dirty="0"/>
            <a:t> (</a:t>
          </a:r>
          <a:r>
            <a:rPr lang="en-US" sz="800" kern="1200" dirty="0"/>
            <a:t>Bidirectional Encoder Representations from Transformers</a:t>
          </a:r>
          <a:r>
            <a:rPr lang="en-US" sz="800" b="0" i="0" kern="1200" dirty="0"/>
            <a:t>) is a pioneering AI language mode</a:t>
          </a:r>
          <a:endParaRPr lang="en-US" sz="1200" kern="1200" dirty="0"/>
        </a:p>
      </dsp:txBody>
      <dsp:txXfrm>
        <a:off x="5424446" y="2426642"/>
        <a:ext cx="1449099" cy="869459"/>
      </dsp:txXfrm>
    </dsp:sp>
    <dsp:sp modelId="{408D25DB-B242-4836-9DF6-A17EA319AA0A}">
      <dsp:nvSpPr>
        <dsp:cNvPr id="0" name=""/>
        <dsp:cNvSpPr/>
      </dsp:nvSpPr>
      <dsp:spPr>
        <a:xfrm>
          <a:off x="8654138" y="2798793"/>
          <a:ext cx="3026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692" y="45720"/>
              </a:lnTo>
            </a:path>
          </a:pathLst>
        </a:custGeom>
        <a:noFill/>
        <a:ln w="12700" cap="flat" cmpd="sng" algn="ctr">
          <a:solidFill>
            <a:schemeClr val="accent2">
              <a:hueOff val="6064578"/>
              <a:satOff val="-17405"/>
              <a:lumOff val="-2786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797152" y="2842845"/>
        <a:ext cx="16664" cy="3336"/>
      </dsp:txXfrm>
    </dsp:sp>
    <dsp:sp modelId="{296F7066-17C9-4354-88B7-AAB6F6C8FDBC}">
      <dsp:nvSpPr>
        <dsp:cNvPr id="0" name=""/>
        <dsp:cNvSpPr/>
      </dsp:nvSpPr>
      <dsp:spPr>
        <a:xfrm>
          <a:off x="7206838" y="2409783"/>
          <a:ext cx="1449099" cy="869459"/>
        </a:xfrm>
        <a:prstGeom prst="rect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GPT (</a:t>
          </a:r>
          <a:r>
            <a:rPr lang="en-US" sz="1200" b="1" i="0" kern="1200" dirty="0"/>
            <a:t>Generative Pre-trained Transformers)</a:t>
          </a:r>
          <a:endParaRPr lang="en-US" sz="1200" kern="1200" dirty="0"/>
        </a:p>
      </dsp:txBody>
      <dsp:txXfrm>
        <a:off x="7206838" y="2409783"/>
        <a:ext cx="1449099" cy="869459"/>
      </dsp:txXfrm>
    </dsp:sp>
    <dsp:sp modelId="{4E4FC0B6-330B-4DCB-BDDF-A5F9D809A34A}">
      <dsp:nvSpPr>
        <dsp:cNvPr id="0" name=""/>
        <dsp:cNvSpPr/>
      </dsp:nvSpPr>
      <dsp:spPr>
        <a:xfrm>
          <a:off x="801818" y="3277443"/>
          <a:ext cx="8911962" cy="302692"/>
        </a:xfrm>
        <a:custGeom>
          <a:avLst/>
          <a:gdLst/>
          <a:ahLst/>
          <a:cxnLst/>
          <a:rect l="0" t="0" r="0" b="0"/>
          <a:pathLst>
            <a:path>
              <a:moveTo>
                <a:pt x="8911962" y="0"/>
              </a:moveTo>
              <a:lnTo>
                <a:pt x="8911962" y="168446"/>
              </a:lnTo>
              <a:lnTo>
                <a:pt x="0" y="168446"/>
              </a:lnTo>
              <a:lnTo>
                <a:pt x="0" y="302692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4845" y="3427122"/>
        <a:ext cx="445909" cy="3336"/>
      </dsp:txXfrm>
    </dsp:sp>
    <dsp:sp modelId="{1FA1E0B4-3BA4-4722-A192-98C036A35C58}">
      <dsp:nvSpPr>
        <dsp:cNvPr id="0" name=""/>
        <dsp:cNvSpPr/>
      </dsp:nvSpPr>
      <dsp:spPr>
        <a:xfrm>
          <a:off x="8989231" y="2409783"/>
          <a:ext cx="1449099" cy="869459"/>
        </a:xfrm>
        <a:prstGeom prst="rect">
          <a:avLst/>
        </a:prstGeom>
        <a:solidFill>
          <a:schemeClr val="accent2">
            <a:hueOff val="6085635"/>
            <a:satOff val="-17466"/>
            <a:lumOff val="-2796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The system averages all token vectors to create a single vector representation of the prompt.</a:t>
          </a:r>
        </a:p>
      </dsp:txBody>
      <dsp:txXfrm>
        <a:off x="8989231" y="2409783"/>
        <a:ext cx="1449099" cy="869459"/>
      </dsp:txXfrm>
    </dsp:sp>
    <dsp:sp modelId="{C18C57EB-C2C3-43D7-82F1-488C93DE2318}">
      <dsp:nvSpPr>
        <dsp:cNvPr id="0" name=""/>
        <dsp:cNvSpPr/>
      </dsp:nvSpPr>
      <dsp:spPr>
        <a:xfrm>
          <a:off x="77268" y="3612536"/>
          <a:ext cx="1449099" cy="86945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007" tIns="74534" rIns="71007" bIns="745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vector summarizes the meaning of the user’s query.</a:t>
          </a:r>
        </a:p>
      </dsp:txBody>
      <dsp:txXfrm>
        <a:off x="77268" y="3612536"/>
        <a:ext cx="1449099" cy="86945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7842F9-0554-4BA2-9490-877A37630F29}">
      <dsp:nvSpPr>
        <dsp:cNvPr id="0" name=""/>
        <dsp:cNvSpPr/>
      </dsp:nvSpPr>
      <dsp:spPr>
        <a:xfrm>
          <a:off x="1259267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0846" y="614373"/>
        <a:ext cx="14408" cy="2884"/>
      </dsp:txXfrm>
    </dsp:sp>
    <dsp:sp modelId="{9AB89539-2BDC-45AF-9627-233AD9CFEA1D}">
      <dsp:nvSpPr>
        <dsp:cNvPr id="0" name=""/>
        <dsp:cNvSpPr/>
      </dsp:nvSpPr>
      <dsp:spPr>
        <a:xfrm>
          <a:off x="8173" y="239947"/>
          <a:ext cx="1252894" cy="7517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Knowledge Base Preparation</a:t>
          </a:r>
        </a:p>
      </dsp:txBody>
      <dsp:txXfrm>
        <a:off x="8173" y="239947"/>
        <a:ext cx="1252894" cy="751736"/>
      </dsp:txXfrm>
    </dsp:sp>
    <dsp:sp modelId="{665027BF-889B-4CD6-A44C-908B8DC0BDDF}">
      <dsp:nvSpPr>
        <dsp:cNvPr id="0" name=""/>
        <dsp:cNvSpPr/>
      </dsp:nvSpPr>
      <dsp:spPr>
        <a:xfrm>
          <a:off x="2800327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247831"/>
              <a:satOff val="-711"/>
              <a:lumOff val="-11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1906" y="614373"/>
        <a:ext cx="14408" cy="2884"/>
      </dsp:txXfrm>
    </dsp:sp>
    <dsp:sp modelId="{432AC68D-74CA-4CDA-B84A-E5499791311F}">
      <dsp:nvSpPr>
        <dsp:cNvPr id="0" name=""/>
        <dsp:cNvSpPr/>
      </dsp:nvSpPr>
      <dsp:spPr>
        <a:xfrm>
          <a:off x="1549233" y="239947"/>
          <a:ext cx="1252894" cy="751736"/>
        </a:xfrm>
        <a:prstGeom prst="rect">
          <a:avLst/>
        </a:prstGeom>
        <a:solidFill>
          <a:schemeClr val="accent2">
            <a:hueOff val="238652"/>
            <a:satOff val="-685"/>
            <a:lumOff val="-10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Large documents (such as company policies) are:</a:t>
          </a:r>
        </a:p>
      </dsp:txBody>
      <dsp:txXfrm>
        <a:off x="1549233" y="239947"/>
        <a:ext cx="1252894" cy="751736"/>
      </dsp:txXfrm>
    </dsp:sp>
    <dsp:sp modelId="{FD8122E8-3BA0-455D-8DB9-BFCE737277FF}">
      <dsp:nvSpPr>
        <dsp:cNvPr id="0" name=""/>
        <dsp:cNvSpPr/>
      </dsp:nvSpPr>
      <dsp:spPr>
        <a:xfrm>
          <a:off x="4341387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495663"/>
              <a:satOff val="-1423"/>
              <a:lumOff val="-227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2966" y="614373"/>
        <a:ext cx="14408" cy="2884"/>
      </dsp:txXfrm>
    </dsp:sp>
    <dsp:sp modelId="{A9D206D7-9F30-4515-B48F-E16FF684AD50}">
      <dsp:nvSpPr>
        <dsp:cNvPr id="0" name=""/>
        <dsp:cNvSpPr/>
      </dsp:nvSpPr>
      <dsp:spPr>
        <a:xfrm>
          <a:off x="3090293" y="239947"/>
          <a:ext cx="1252894" cy="751736"/>
        </a:xfrm>
        <a:prstGeom prst="rect">
          <a:avLst/>
        </a:prstGeom>
        <a:solidFill>
          <a:schemeClr val="accent2">
            <a:hueOff val="477305"/>
            <a:satOff val="-1370"/>
            <a:lumOff val="-21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Split into smaller text chunks</a:t>
          </a:r>
        </a:p>
      </dsp:txBody>
      <dsp:txXfrm>
        <a:off x="3090293" y="239947"/>
        <a:ext cx="1252894" cy="751736"/>
      </dsp:txXfrm>
    </dsp:sp>
    <dsp:sp modelId="{711CD66B-E97C-4ACA-904A-BBAEACED13B3}">
      <dsp:nvSpPr>
        <dsp:cNvPr id="0" name=""/>
        <dsp:cNvSpPr/>
      </dsp:nvSpPr>
      <dsp:spPr>
        <a:xfrm>
          <a:off x="5882447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743494"/>
              <a:satOff val="-2134"/>
              <a:lumOff val="-341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4025" y="614373"/>
        <a:ext cx="14408" cy="2884"/>
      </dsp:txXfrm>
    </dsp:sp>
    <dsp:sp modelId="{4BFED56A-DD81-44C5-90CE-B8CC5216B894}">
      <dsp:nvSpPr>
        <dsp:cNvPr id="0" name=""/>
        <dsp:cNvSpPr/>
      </dsp:nvSpPr>
      <dsp:spPr>
        <a:xfrm>
          <a:off x="4631352" y="239947"/>
          <a:ext cx="1252894" cy="751736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Each chunk is converted into embeddings</a:t>
          </a:r>
        </a:p>
      </dsp:txBody>
      <dsp:txXfrm>
        <a:off x="4631352" y="239947"/>
        <a:ext cx="1252894" cy="751736"/>
      </dsp:txXfrm>
    </dsp:sp>
    <dsp:sp modelId="{15EE631B-2E16-429F-911F-2C68D6F9A4C9}">
      <dsp:nvSpPr>
        <dsp:cNvPr id="0" name=""/>
        <dsp:cNvSpPr/>
      </dsp:nvSpPr>
      <dsp:spPr>
        <a:xfrm>
          <a:off x="7423506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991325"/>
              <a:satOff val="-2845"/>
              <a:lumOff val="-455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45085" y="614373"/>
        <a:ext cx="14408" cy="2884"/>
      </dsp:txXfrm>
    </dsp:sp>
    <dsp:sp modelId="{FC0830D5-4EC8-4AAE-AC8A-258941E77450}">
      <dsp:nvSpPr>
        <dsp:cNvPr id="0" name=""/>
        <dsp:cNvSpPr/>
      </dsp:nvSpPr>
      <dsp:spPr>
        <a:xfrm>
          <a:off x="6172412" y="239947"/>
          <a:ext cx="1252894" cy="751736"/>
        </a:xfrm>
        <a:prstGeom prst="rect">
          <a:avLst/>
        </a:prstGeom>
        <a:solidFill>
          <a:schemeClr val="accent2">
            <a:hueOff val="954609"/>
            <a:satOff val="-2740"/>
            <a:lumOff val="-43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These embeddings are stored in a vector database</a:t>
          </a:r>
        </a:p>
      </dsp:txBody>
      <dsp:txXfrm>
        <a:off x="6172412" y="239947"/>
        <a:ext cx="1252894" cy="751736"/>
      </dsp:txXfrm>
    </dsp:sp>
    <dsp:sp modelId="{B6671EBE-748D-417D-AC49-4DC9F42E815C}">
      <dsp:nvSpPr>
        <dsp:cNvPr id="0" name=""/>
        <dsp:cNvSpPr/>
      </dsp:nvSpPr>
      <dsp:spPr>
        <a:xfrm>
          <a:off x="8964566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1239157"/>
              <a:satOff val="-3556"/>
              <a:lumOff val="-569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86145" y="614373"/>
        <a:ext cx="14408" cy="2884"/>
      </dsp:txXfrm>
    </dsp:sp>
    <dsp:sp modelId="{51FF2496-5451-4067-BDE2-5379B5BE9EDD}">
      <dsp:nvSpPr>
        <dsp:cNvPr id="0" name=""/>
        <dsp:cNvSpPr/>
      </dsp:nvSpPr>
      <dsp:spPr>
        <a:xfrm>
          <a:off x="7713472" y="239947"/>
          <a:ext cx="1252894" cy="751736"/>
        </a:xfrm>
        <a:prstGeom prst="rect">
          <a:avLst/>
        </a:prstGeom>
        <a:solidFill>
          <a:schemeClr val="accent2">
            <a:hueOff val="1193262"/>
            <a:satOff val="-3425"/>
            <a:lumOff val="-54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Each chunk receives an ID, which helps locate the information later.</a:t>
          </a:r>
        </a:p>
      </dsp:txBody>
      <dsp:txXfrm>
        <a:off x="7713472" y="239947"/>
        <a:ext cx="1252894" cy="751736"/>
      </dsp:txXfrm>
    </dsp:sp>
    <dsp:sp modelId="{3844DCA0-4FB9-44E0-9C52-409671EDC3B3}">
      <dsp:nvSpPr>
        <dsp:cNvPr id="0" name=""/>
        <dsp:cNvSpPr/>
      </dsp:nvSpPr>
      <dsp:spPr>
        <a:xfrm>
          <a:off x="634620" y="989884"/>
          <a:ext cx="9246358" cy="257565"/>
        </a:xfrm>
        <a:custGeom>
          <a:avLst/>
          <a:gdLst/>
          <a:ahLst/>
          <a:cxnLst/>
          <a:rect l="0" t="0" r="0" b="0"/>
          <a:pathLst>
            <a:path>
              <a:moveTo>
                <a:pt x="9246358" y="0"/>
              </a:moveTo>
              <a:lnTo>
                <a:pt x="9246358" y="145882"/>
              </a:lnTo>
              <a:lnTo>
                <a:pt x="0" y="145882"/>
              </a:lnTo>
              <a:lnTo>
                <a:pt x="0" y="257565"/>
              </a:lnTo>
            </a:path>
          </a:pathLst>
        </a:custGeom>
        <a:noFill/>
        <a:ln w="12700" cap="flat" cmpd="sng" algn="ctr">
          <a:solidFill>
            <a:schemeClr val="accent2">
              <a:hueOff val="1486988"/>
              <a:satOff val="-4268"/>
              <a:lumOff val="-683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26528" y="1117224"/>
        <a:ext cx="462542" cy="2884"/>
      </dsp:txXfrm>
    </dsp:sp>
    <dsp:sp modelId="{EA330575-2803-4C80-BF52-EE71360F8B34}">
      <dsp:nvSpPr>
        <dsp:cNvPr id="0" name=""/>
        <dsp:cNvSpPr/>
      </dsp:nvSpPr>
      <dsp:spPr>
        <a:xfrm>
          <a:off x="9254532" y="239947"/>
          <a:ext cx="1252894" cy="751736"/>
        </a:xfrm>
        <a:prstGeom prst="rect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This process makes retrieval faster and more accurate.</a:t>
          </a:r>
        </a:p>
      </dsp:txBody>
      <dsp:txXfrm>
        <a:off x="9254532" y="239947"/>
        <a:ext cx="1252894" cy="751736"/>
      </dsp:txXfrm>
    </dsp:sp>
    <dsp:sp modelId="{EC1F67CD-7155-43FA-A23D-55D02EA2D1CD}">
      <dsp:nvSpPr>
        <dsp:cNvPr id="0" name=""/>
        <dsp:cNvSpPr/>
      </dsp:nvSpPr>
      <dsp:spPr>
        <a:xfrm>
          <a:off x="1259267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1734819"/>
              <a:satOff val="-4979"/>
              <a:lumOff val="-797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0846" y="1654275"/>
        <a:ext cx="14408" cy="2884"/>
      </dsp:txXfrm>
    </dsp:sp>
    <dsp:sp modelId="{79CAB886-F6F2-4393-AA2E-3CE386F832FE}">
      <dsp:nvSpPr>
        <dsp:cNvPr id="0" name=""/>
        <dsp:cNvSpPr/>
      </dsp:nvSpPr>
      <dsp:spPr>
        <a:xfrm>
          <a:off x="8173" y="1279849"/>
          <a:ext cx="1252894" cy="751736"/>
        </a:xfrm>
        <a:prstGeom prst="rect">
          <a:avLst/>
        </a:prstGeom>
        <a:solidFill>
          <a:schemeClr val="accent2">
            <a:hueOff val="1670567"/>
            <a:satOff val="-4794"/>
            <a:lumOff val="-76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Retrieval</a:t>
          </a:r>
        </a:p>
      </dsp:txBody>
      <dsp:txXfrm>
        <a:off x="8173" y="1279849"/>
        <a:ext cx="1252894" cy="751736"/>
      </dsp:txXfrm>
    </dsp:sp>
    <dsp:sp modelId="{6E434DBD-408A-4D48-9BA0-21356E0573B7}">
      <dsp:nvSpPr>
        <dsp:cNvPr id="0" name=""/>
        <dsp:cNvSpPr/>
      </dsp:nvSpPr>
      <dsp:spPr>
        <a:xfrm>
          <a:off x="2800327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1982650"/>
              <a:satOff val="-5690"/>
              <a:lumOff val="-911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1906" y="1654275"/>
        <a:ext cx="14408" cy="2884"/>
      </dsp:txXfrm>
    </dsp:sp>
    <dsp:sp modelId="{B0EA4A40-4688-49D5-9149-8926EC83402D}">
      <dsp:nvSpPr>
        <dsp:cNvPr id="0" name=""/>
        <dsp:cNvSpPr/>
      </dsp:nvSpPr>
      <dsp:spPr>
        <a:xfrm>
          <a:off x="1549233" y="1279849"/>
          <a:ext cx="1252894" cy="751736"/>
        </a:xfrm>
        <a:prstGeom prst="rect">
          <a:avLst/>
        </a:prstGeom>
        <a:solidFill>
          <a:schemeClr val="accent2">
            <a:hueOff val="1909219"/>
            <a:satOff val="-5479"/>
            <a:lumOff val="-8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When a user asks a question:</a:t>
          </a:r>
        </a:p>
      </dsp:txBody>
      <dsp:txXfrm>
        <a:off x="1549233" y="1279849"/>
        <a:ext cx="1252894" cy="751736"/>
      </dsp:txXfrm>
    </dsp:sp>
    <dsp:sp modelId="{A9EB33C4-DFBC-45FC-9A50-12DCAC997437}">
      <dsp:nvSpPr>
        <dsp:cNvPr id="0" name=""/>
        <dsp:cNvSpPr/>
      </dsp:nvSpPr>
      <dsp:spPr>
        <a:xfrm>
          <a:off x="4341387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2230482"/>
              <a:satOff val="-6401"/>
              <a:lumOff val="-1024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2966" y="1654275"/>
        <a:ext cx="14408" cy="2884"/>
      </dsp:txXfrm>
    </dsp:sp>
    <dsp:sp modelId="{802C7CD5-C971-4CBB-A7AC-6BB856249530}">
      <dsp:nvSpPr>
        <dsp:cNvPr id="0" name=""/>
        <dsp:cNvSpPr/>
      </dsp:nvSpPr>
      <dsp:spPr>
        <a:xfrm>
          <a:off x="3090293" y="1279849"/>
          <a:ext cx="1252894" cy="751736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prompt is converted into a vector.</a:t>
          </a:r>
        </a:p>
      </dsp:txBody>
      <dsp:txXfrm>
        <a:off x="3090293" y="1279849"/>
        <a:ext cx="1252894" cy="751736"/>
      </dsp:txXfrm>
    </dsp:sp>
    <dsp:sp modelId="{0271DB29-7D1A-4486-85FF-8630ACA01844}">
      <dsp:nvSpPr>
        <dsp:cNvPr id="0" name=""/>
        <dsp:cNvSpPr/>
      </dsp:nvSpPr>
      <dsp:spPr>
        <a:xfrm>
          <a:off x="5882447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2478313"/>
              <a:satOff val="-7113"/>
              <a:lumOff val="-1138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4025" y="1654275"/>
        <a:ext cx="14408" cy="2884"/>
      </dsp:txXfrm>
    </dsp:sp>
    <dsp:sp modelId="{79AC47B1-D380-448E-B3FC-B4EAC90B4D4A}">
      <dsp:nvSpPr>
        <dsp:cNvPr id="0" name=""/>
        <dsp:cNvSpPr/>
      </dsp:nvSpPr>
      <dsp:spPr>
        <a:xfrm>
          <a:off x="4631352" y="1279849"/>
          <a:ext cx="1252894" cy="751736"/>
        </a:xfrm>
        <a:prstGeom prst="rect">
          <a:avLst/>
        </a:prstGeom>
        <a:solidFill>
          <a:schemeClr val="accent2">
            <a:hueOff val="2386523"/>
            <a:satOff val="-6849"/>
            <a:lumOff val="-109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system compares this vector with document vectors in the knowledge base.</a:t>
          </a:r>
        </a:p>
      </dsp:txBody>
      <dsp:txXfrm>
        <a:off x="4631352" y="1279849"/>
        <a:ext cx="1252894" cy="751736"/>
      </dsp:txXfrm>
    </dsp:sp>
    <dsp:sp modelId="{340B15CE-D00B-422D-A93A-6EF38ED61BC8}">
      <dsp:nvSpPr>
        <dsp:cNvPr id="0" name=""/>
        <dsp:cNvSpPr/>
      </dsp:nvSpPr>
      <dsp:spPr>
        <a:xfrm>
          <a:off x="7423506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2726144"/>
              <a:satOff val="-7824"/>
              <a:lumOff val="-1252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45085" y="1654275"/>
        <a:ext cx="14408" cy="2884"/>
      </dsp:txXfrm>
    </dsp:sp>
    <dsp:sp modelId="{1BCD6112-1BBE-49AE-8937-E8CDA184F800}">
      <dsp:nvSpPr>
        <dsp:cNvPr id="0" name=""/>
        <dsp:cNvSpPr/>
      </dsp:nvSpPr>
      <dsp:spPr>
        <a:xfrm>
          <a:off x="6172412" y="1279849"/>
          <a:ext cx="1252894" cy="751736"/>
        </a:xfrm>
        <a:prstGeom prst="rect">
          <a:avLst/>
        </a:prstGeom>
        <a:solidFill>
          <a:schemeClr val="accent2">
            <a:hueOff val="2625176"/>
            <a:satOff val="-7534"/>
            <a:lumOff val="-120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It calculates similarity scores using distance metrics.</a:t>
          </a:r>
        </a:p>
      </dsp:txBody>
      <dsp:txXfrm>
        <a:off x="6172412" y="1279849"/>
        <a:ext cx="1252894" cy="751736"/>
      </dsp:txXfrm>
    </dsp:sp>
    <dsp:sp modelId="{CAC29AA4-3BDC-41E2-B742-8054207C9990}">
      <dsp:nvSpPr>
        <dsp:cNvPr id="0" name=""/>
        <dsp:cNvSpPr/>
      </dsp:nvSpPr>
      <dsp:spPr>
        <a:xfrm>
          <a:off x="8964566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2973976"/>
              <a:satOff val="-8535"/>
              <a:lumOff val="-1366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86145" y="1654275"/>
        <a:ext cx="14408" cy="2884"/>
      </dsp:txXfrm>
    </dsp:sp>
    <dsp:sp modelId="{A79733F0-E2D7-4910-B454-BD72E508423D}">
      <dsp:nvSpPr>
        <dsp:cNvPr id="0" name=""/>
        <dsp:cNvSpPr/>
      </dsp:nvSpPr>
      <dsp:spPr>
        <a:xfrm>
          <a:off x="7713472" y="1279849"/>
          <a:ext cx="1252894" cy="751736"/>
        </a:xfrm>
        <a:prstGeom prst="rect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Common similarity measures include:</a:t>
          </a:r>
        </a:p>
      </dsp:txBody>
      <dsp:txXfrm>
        <a:off x="7713472" y="1279849"/>
        <a:ext cx="1252894" cy="751736"/>
      </dsp:txXfrm>
    </dsp:sp>
    <dsp:sp modelId="{2CB38B04-F5E9-4259-93B4-5B3025EBDD1B}">
      <dsp:nvSpPr>
        <dsp:cNvPr id="0" name=""/>
        <dsp:cNvSpPr/>
      </dsp:nvSpPr>
      <dsp:spPr>
        <a:xfrm>
          <a:off x="634620" y="2029786"/>
          <a:ext cx="9246358" cy="257565"/>
        </a:xfrm>
        <a:custGeom>
          <a:avLst/>
          <a:gdLst/>
          <a:ahLst/>
          <a:cxnLst/>
          <a:rect l="0" t="0" r="0" b="0"/>
          <a:pathLst>
            <a:path>
              <a:moveTo>
                <a:pt x="9246358" y="0"/>
              </a:moveTo>
              <a:lnTo>
                <a:pt x="9246358" y="145882"/>
              </a:lnTo>
              <a:lnTo>
                <a:pt x="0" y="145882"/>
              </a:lnTo>
              <a:lnTo>
                <a:pt x="0" y="257565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26528" y="2157126"/>
        <a:ext cx="462542" cy="2884"/>
      </dsp:txXfrm>
    </dsp:sp>
    <dsp:sp modelId="{505AF40E-BCCF-4176-A129-E8BEB153AF4D}">
      <dsp:nvSpPr>
        <dsp:cNvPr id="0" name=""/>
        <dsp:cNvSpPr/>
      </dsp:nvSpPr>
      <dsp:spPr>
        <a:xfrm>
          <a:off x="9254532" y="1279849"/>
          <a:ext cx="1252894" cy="751736"/>
        </a:xfrm>
        <a:prstGeom prst="rect">
          <a:avLst/>
        </a:prstGeom>
        <a:solidFill>
          <a:schemeClr val="accent2">
            <a:hueOff val="3102481"/>
            <a:satOff val="-8904"/>
            <a:lumOff val="-142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Dot product</a:t>
          </a:r>
        </a:p>
      </dsp:txBody>
      <dsp:txXfrm>
        <a:off x="9254532" y="1279849"/>
        <a:ext cx="1252894" cy="751736"/>
      </dsp:txXfrm>
    </dsp:sp>
    <dsp:sp modelId="{077B53FE-CEF8-48B7-BBE0-194679F8F45B}">
      <dsp:nvSpPr>
        <dsp:cNvPr id="0" name=""/>
        <dsp:cNvSpPr/>
      </dsp:nvSpPr>
      <dsp:spPr>
        <a:xfrm>
          <a:off x="1259267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3469638"/>
              <a:satOff val="-9958"/>
              <a:lumOff val="-1594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0846" y="2694177"/>
        <a:ext cx="14408" cy="2884"/>
      </dsp:txXfrm>
    </dsp:sp>
    <dsp:sp modelId="{D0A7A20F-E65E-4EE6-81BF-A4C3E6BFE1EB}">
      <dsp:nvSpPr>
        <dsp:cNvPr id="0" name=""/>
        <dsp:cNvSpPr/>
      </dsp:nvSpPr>
      <dsp:spPr>
        <a:xfrm>
          <a:off x="8173" y="2319751"/>
          <a:ext cx="1252894" cy="751736"/>
        </a:xfrm>
        <a:prstGeom prst="rect">
          <a:avLst/>
        </a:prstGeom>
        <a:solidFill>
          <a:schemeClr val="accent2">
            <a:hueOff val="3341133"/>
            <a:satOff val="-9589"/>
            <a:lumOff val="-15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Considers vector direction and magnitude</a:t>
          </a:r>
        </a:p>
      </dsp:txBody>
      <dsp:txXfrm>
        <a:off x="8173" y="2319751"/>
        <a:ext cx="1252894" cy="751736"/>
      </dsp:txXfrm>
    </dsp:sp>
    <dsp:sp modelId="{793717EC-82C6-405D-B7CE-96A626D5EE3D}">
      <dsp:nvSpPr>
        <dsp:cNvPr id="0" name=""/>
        <dsp:cNvSpPr/>
      </dsp:nvSpPr>
      <dsp:spPr>
        <a:xfrm>
          <a:off x="2800327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3717469"/>
              <a:satOff val="-10669"/>
              <a:lumOff val="-1708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1906" y="2694177"/>
        <a:ext cx="14408" cy="2884"/>
      </dsp:txXfrm>
    </dsp:sp>
    <dsp:sp modelId="{0F0746BF-202E-4385-8274-545332C9E3F5}">
      <dsp:nvSpPr>
        <dsp:cNvPr id="0" name=""/>
        <dsp:cNvSpPr/>
      </dsp:nvSpPr>
      <dsp:spPr>
        <a:xfrm>
          <a:off x="1549233" y="2319751"/>
          <a:ext cx="1252894" cy="751736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Cosine similarity</a:t>
          </a:r>
        </a:p>
      </dsp:txBody>
      <dsp:txXfrm>
        <a:off x="1549233" y="2319751"/>
        <a:ext cx="1252894" cy="751736"/>
      </dsp:txXfrm>
    </dsp:sp>
    <dsp:sp modelId="{2BD868A0-30AF-4E3D-863F-B7F560FCF06D}">
      <dsp:nvSpPr>
        <dsp:cNvPr id="0" name=""/>
        <dsp:cNvSpPr/>
      </dsp:nvSpPr>
      <dsp:spPr>
        <a:xfrm>
          <a:off x="4341387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3965301"/>
              <a:satOff val="-11380"/>
              <a:lumOff val="-1822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2966" y="2694177"/>
        <a:ext cx="14408" cy="2884"/>
      </dsp:txXfrm>
    </dsp:sp>
    <dsp:sp modelId="{F97C066F-B63D-4C8B-83CE-B37745B761B8}">
      <dsp:nvSpPr>
        <dsp:cNvPr id="0" name=""/>
        <dsp:cNvSpPr/>
      </dsp:nvSpPr>
      <dsp:spPr>
        <a:xfrm>
          <a:off x="3090293" y="2319751"/>
          <a:ext cx="1252894" cy="751736"/>
        </a:xfrm>
        <a:prstGeom prst="rect">
          <a:avLst/>
        </a:prstGeom>
        <a:solidFill>
          <a:schemeClr val="accent2">
            <a:hueOff val="3818438"/>
            <a:satOff val="-10959"/>
            <a:lumOff val="-17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Focuses on the angle between vectors</a:t>
          </a:r>
        </a:p>
      </dsp:txBody>
      <dsp:txXfrm>
        <a:off x="3090293" y="2319751"/>
        <a:ext cx="1252894" cy="751736"/>
      </dsp:txXfrm>
    </dsp:sp>
    <dsp:sp modelId="{F762C8DD-7F7B-434F-8BCA-544578076689}">
      <dsp:nvSpPr>
        <dsp:cNvPr id="0" name=""/>
        <dsp:cNvSpPr/>
      </dsp:nvSpPr>
      <dsp:spPr>
        <a:xfrm>
          <a:off x="5882447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4213132"/>
              <a:satOff val="-12092"/>
              <a:lumOff val="-1936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4025" y="2694177"/>
        <a:ext cx="14408" cy="2884"/>
      </dsp:txXfrm>
    </dsp:sp>
    <dsp:sp modelId="{D01BA2D5-CA7B-48BD-A9AB-732F87C14EB6}">
      <dsp:nvSpPr>
        <dsp:cNvPr id="0" name=""/>
        <dsp:cNvSpPr/>
      </dsp:nvSpPr>
      <dsp:spPr>
        <a:xfrm>
          <a:off x="4631352" y="2319751"/>
          <a:ext cx="1252894" cy="751736"/>
        </a:xfrm>
        <a:prstGeom prst="rect">
          <a:avLst/>
        </a:prstGeom>
        <a:solidFill>
          <a:schemeClr val="accent2">
            <a:hueOff val="4057090"/>
            <a:satOff val="-11644"/>
            <a:lumOff val="-186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system selects the top K most relevant text chunks.</a:t>
          </a:r>
        </a:p>
      </dsp:txBody>
      <dsp:txXfrm>
        <a:off x="4631352" y="2319751"/>
        <a:ext cx="1252894" cy="751736"/>
      </dsp:txXfrm>
    </dsp:sp>
    <dsp:sp modelId="{253695B2-8200-4008-855F-8BA1453B1063}">
      <dsp:nvSpPr>
        <dsp:cNvPr id="0" name=""/>
        <dsp:cNvSpPr/>
      </dsp:nvSpPr>
      <dsp:spPr>
        <a:xfrm>
          <a:off x="7423506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4460963"/>
              <a:satOff val="-12803"/>
              <a:lumOff val="-2049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45085" y="2694177"/>
        <a:ext cx="14408" cy="2884"/>
      </dsp:txXfrm>
    </dsp:sp>
    <dsp:sp modelId="{0AEBA90C-9AB8-41BD-9748-717F3FAD79C0}">
      <dsp:nvSpPr>
        <dsp:cNvPr id="0" name=""/>
        <dsp:cNvSpPr/>
      </dsp:nvSpPr>
      <dsp:spPr>
        <a:xfrm>
          <a:off x="6172412" y="2319751"/>
          <a:ext cx="1252894" cy="751736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5. Augmented Query Creation</a:t>
          </a:r>
        </a:p>
      </dsp:txBody>
      <dsp:txXfrm>
        <a:off x="6172412" y="2319751"/>
        <a:ext cx="1252894" cy="751736"/>
      </dsp:txXfrm>
    </dsp:sp>
    <dsp:sp modelId="{5ECEA3E4-CEA3-4664-B35B-4DCDF8F51429}">
      <dsp:nvSpPr>
        <dsp:cNvPr id="0" name=""/>
        <dsp:cNvSpPr/>
      </dsp:nvSpPr>
      <dsp:spPr>
        <a:xfrm>
          <a:off x="8964566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4708795"/>
              <a:satOff val="-13514"/>
              <a:lumOff val="-2163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86145" y="2694177"/>
        <a:ext cx="14408" cy="2884"/>
      </dsp:txXfrm>
    </dsp:sp>
    <dsp:sp modelId="{66DD64E2-36EE-45BC-AC7B-72A88A873E35}">
      <dsp:nvSpPr>
        <dsp:cNvPr id="0" name=""/>
        <dsp:cNvSpPr/>
      </dsp:nvSpPr>
      <dsp:spPr>
        <a:xfrm>
          <a:off x="7713472" y="2319751"/>
          <a:ext cx="1252894" cy="751736"/>
        </a:xfrm>
        <a:prstGeom prst="rect">
          <a:avLst/>
        </a:prstGeom>
        <a:solidFill>
          <a:schemeClr val="accent2">
            <a:hueOff val="4534395"/>
            <a:satOff val="-13014"/>
            <a:lumOff val="-2083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The retrieved text chunks are combined with the original user query.</a:t>
          </a:r>
        </a:p>
      </dsp:txBody>
      <dsp:txXfrm>
        <a:off x="7713472" y="2319751"/>
        <a:ext cx="1252894" cy="751736"/>
      </dsp:txXfrm>
    </dsp:sp>
    <dsp:sp modelId="{85309268-CD19-471B-A897-00AC9AEABC83}">
      <dsp:nvSpPr>
        <dsp:cNvPr id="0" name=""/>
        <dsp:cNvSpPr/>
      </dsp:nvSpPr>
      <dsp:spPr>
        <a:xfrm>
          <a:off x="634620" y="3069688"/>
          <a:ext cx="9246358" cy="257565"/>
        </a:xfrm>
        <a:custGeom>
          <a:avLst/>
          <a:gdLst/>
          <a:ahLst/>
          <a:cxnLst/>
          <a:rect l="0" t="0" r="0" b="0"/>
          <a:pathLst>
            <a:path>
              <a:moveTo>
                <a:pt x="9246358" y="0"/>
              </a:moveTo>
              <a:lnTo>
                <a:pt x="9246358" y="145882"/>
              </a:lnTo>
              <a:lnTo>
                <a:pt x="0" y="145882"/>
              </a:lnTo>
              <a:lnTo>
                <a:pt x="0" y="257565"/>
              </a:lnTo>
            </a:path>
          </a:pathLst>
        </a:custGeom>
        <a:noFill/>
        <a:ln w="12700" cap="flat" cmpd="sng" algn="ctr">
          <a:solidFill>
            <a:schemeClr val="accent2">
              <a:hueOff val="4956626"/>
              <a:satOff val="-14225"/>
              <a:lumOff val="-2277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26528" y="3197028"/>
        <a:ext cx="462542" cy="2884"/>
      </dsp:txXfrm>
    </dsp:sp>
    <dsp:sp modelId="{357D7EF6-497F-4EB3-BBBA-4AF6735DFAEC}">
      <dsp:nvSpPr>
        <dsp:cNvPr id="0" name=""/>
        <dsp:cNvSpPr/>
      </dsp:nvSpPr>
      <dsp:spPr>
        <a:xfrm>
          <a:off x="9254532" y="2319751"/>
          <a:ext cx="1252894" cy="751736"/>
        </a:xfrm>
        <a:prstGeom prst="rect">
          <a:avLst/>
        </a:prstGeom>
        <a:solidFill>
          <a:schemeClr val="accent2">
            <a:hueOff val="4773047"/>
            <a:satOff val="-13699"/>
            <a:lumOff val="-2193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creates an augmented query containing:</a:t>
          </a:r>
        </a:p>
      </dsp:txBody>
      <dsp:txXfrm>
        <a:off x="9254532" y="2319751"/>
        <a:ext cx="1252894" cy="751736"/>
      </dsp:txXfrm>
    </dsp:sp>
    <dsp:sp modelId="{364D3227-A5E2-4DAF-B20F-C3C514819556}">
      <dsp:nvSpPr>
        <dsp:cNvPr id="0" name=""/>
        <dsp:cNvSpPr/>
      </dsp:nvSpPr>
      <dsp:spPr>
        <a:xfrm>
          <a:off x="1259267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5204457"/>
              <a:satOff val="-14937"/>
              <a:lumOff val="-2391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0846" y="3734079"/>
        <a:ext cx="14408" cy="2884"/>
      </dsp:txXfrm>
    </dsp:sp>
    <dsp:sp modelId="{A532B2E6-AD12-46E0-A780-8836CCC86EE3}">
      <dsp:nvSpPr>
        <dsp:cNvPr id="0" name=""/>
        <dsp:cNvSpPr/>
      </dsp:nvSpPr>
      <dsp:spPr>
        <a:xfrm>
          <a:off x="8173" y="3359653"/>
          <a:ext cx="1252894" cy="751736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user’s question</a:t>
          </a:r>
        </a:p>
      </dsp:txBody>
      <dsp:txXfrm>
        <a:off x="8173" y="3359653"/>
        <a:ext cx="1252894" cy="751736"/>
      </dsp:txXfrm>
    </dsp:sp>
    <dsp:sp modelId="{FF90D6AE-29C1-4C20-8308-40C2FAE2BA8B}">
      <dsp:nvSpPr>
        <dsp:cNvPr id="0" name=""/>
        <dsp:cNvSpPr/>
      </dsp:nvSpPr>
      <dsp:spPr>
        <a:xfrm>
          <a:off x="2800327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5452289"/>
              <a:satOff val="-15648"/>
              <a:lumOff val="-2505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1906" y="3734079"/>
        <a:ext cx="14408" cy="2884"/>
      </dsp:txXfrm>
    </dsp:sp>
    <dsp:sp modelId="{EA451997-0692-4293-BAA8-6270A9FFCB00}">
      <dsp:nvSpPr>
        <dsp:cNvPr id="0" name=""/>
        <dsp:cNvSpPr/>
      </dsp:nvSpPr>
      <dsp:spPr>
        <a:xfrm>
          <a:off x="1549233" y="3359653"/>
          <a:ext cx="1252894" cy="751736"/>
        </a:xfrm>
        <a:prstGeom prst="rect">
          <a:avLst/>
        </a:prstGeom>
        <a:solidFill>
          <a:schemeClr val="accent2">
            <a:hueOff val="5250352"/>
            <a:satOff val="-15068"/>
            <a:lumOff val="-241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Relevant contextual information from the knowledge base</a:t>
          </a:r>
        </a:p>
      </dsp:txBody>
      <dsp:txXfrm>
        <a:off x="1549233" y="3359653"/>
        <a:ext cx="1252894" cy="751736"/>
      </dsp:txXfrm>
    </dsp:sp>
    <dsp:sp modelId="{C61B2319-FE52-4561-BA41-DB476AA4E934}">
      <dsp:nvSpPr>
        <dsp:cNvPr id="0" name=""/>
        <dsp:cNvSpPr/>
      </dsp:nvSpPr>
      <dsp:spPr>
        <a:xfrm>
          <a:off x="4341387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5700119"/>
              <a:satOff val="-16359"/>
              <a:lumOff val="-2619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2966" y="3734079"/>
        <a:ext cx="14408" cy="2884"/>
      </dsp:txXfrm>
    </dsp:sp>
    <dsp:sp modelId="{90DD235C-106E-439F-B44D-130526302D7C}">
      <dsp:nvSpPr>
        <dsp:cNvPr id="0" name=""/>
        <dsp:cNvSpPr/>
      </dsp:nvSpPr>
      <dsp:spPr>
        <a:xfrm>
          <a:off x="3090293" y="3359653"/>
          <a:ext cx="1252894" cy="751736"/>
        </a:xfrm>
        <a:prstGeom prst="rect">
          <a:avLst/>
        </a:prstGeom>
        <a:solidFill>
          <a:schemeClr val="accent2">
            <a:hueOff val="5489004"/>
            <a:satOff val="-15753"/>
            <a:lumOff val="-252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6. Response Generation</a:t>
          </a:r>
        </a:p>
      </dsp:txBody>
      <dsp:txXfrm>
        <a:off x="3090293" y="3359653"/>
        <a:ext cx="1252894" cy="751736"/>
      </dsp:txXfrm>
    </dsp:sp>
    <dsp:sp modelId="{B16DCA46-3CFA-4F49-B787-236F3CF6D512}">
      <dsp:nvSpPr>
        <dsp:cNvPr id="0" name=""/>
        <dsp:cNvSpPr/>
      </dsp:nvSpPr>
      <dsp:spPr>
        <a:xfrm>
          <a:off x="5882447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5947951"/>
              <a:satOff val="-17070"/>
              <a:lumOff val="-2733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4025" y="3734079"/>
        <a:ext cx="14408" cy="2884"/>
      </dsp:txXfrm>
    </dsp:sp>
    <dsp:sp modelId="{DE9F0B72-27A8-49C8-82FD-A7E6A24C0D30}">
      <dsp:nvSpPr>
        <dsp:cNvPr id="0" name=""/>
        <dsp:cNvSpPr/>
      </dsp:nvSpPr>
      <dsp:spPr>
        <a:xfrm>
          <a:off x="4631352" y="3359653"/>
          <a:ext cx="1252894" cy="751736"/>
        </a:xfrm>
        <a:prstGeom prst="rect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The augmented query is sent to the language model, which generates a final response.</a:t>
          </a:r>
        </a:p>
      </dsp:txBody>
      <dsp:txXfrm>
        <a:off x="4631352" y="3359653"/>
        <a:ext cx="1252894" cy="751736"/>
      </dsp:txXfrm>
    </dsp:sp>
    <dsp:sp modelId="{D4963F44-A57D-4340-80AB-7386FB070490}">
      <dsp:nvSpPr>
        <dsp:cNvPr id="0" name=""/>
        <dsp:cNvSpPr/>
      </dsp:nvSpPr>
      <dsp:spPr>
        <a:xfrm>
          <a:off x="7423506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6195782"/>
              <a:satOff val="-17782"/>
              <a:lumOff val="-284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45085" y="3734079"/>
        <a:ext cx="14408" cy="2884"/>
      </dsp:txXfrm>
    </dsp:sp>
    <dsp:sp modelId="{E3D754BA-9009-4D10-B8FF-7EB7253DA3C2}">
      <dsp:nvSpPr>
        <dsp:cNvPr id="0" name=""/>
        <dsp:cNvSpPr/>
      </dsp:nvSpPr>
      <dsp:spPr>
        <a:xfrm>
          <a:off x="6172412" y="3359653"/>
          <a:ext cx="1252894" cy="751736"/>
        </a:xfrm>
        <a:prstGeom prst="rect">
          <a:avLst/>
        </a:prstGeom>
        <a:solidFill>
          <a:schemeClr val="accent2">
            <a:hueOff val="5966309"/>
            <a:satOff val="-17123"/>
            <a:lumOff val="-2741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Because the model now has relevant context, the response is:</a:t>
          </a:r>
        </a:p>
      </dsp:txBody>
      <dsp:txXfrm>
        <a:off x="6172412" y="3359653"/>
        <a:ext cx="1252894" cy="751736"/>
      </dsp:txXfrm>
    </dsp:sp>
    <dsp:sp modelId="{F09188F5-86B9-4A61-8E8D-50735009C280}">
      <dsp:nvSpPr>
        <dsp:cNvPr id="0" name=""/>
        <dsp:cNvSpPr/>
      </dsp:nvSpPr>
      <dsp:spPr>
        <a:xfrm>
          <a:off x="8964566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86145" y="3734079"/>
        <a:ext cx="14408" cy="2884"/>
      </dsp:txXfrm>
    </dsp:sp>
    <dsp:sp modelId="{83C46672-6205-4697-8960-0E251051BCC0}">
      <dsp:nvSpPr>
        <dsp:cNvPr id="0" name=""/>
        <dsp:cNvSpPr/>
      </dsp:nvSpPr>
      <dsp:spPr>
        <a:xfrm>
          <a:off x="7713472" y="3359653"/>
          <a:ext cx="1252894" cy="751736"/>
        </a:xfrm>
        <a:prstGeom prst="rect">
          <a:avLst/>
        </a:prstGeom>
        <a:solidFill>
          <a:schemeClr val="accent2">
            <a:hueOff val="6204961"/>
            <a:satOff val="-17808"/>
            <a:lumOff val="-2851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More accurate</a:t>
          </a:r>
        </a:p>
      </dsp:txBody>
      <dsp:txXfrm>
        <a:off x="7713472" y="3359653"/>
        <a:ext cx="1252894" cy="751736"/>
      </dsp:txXfrm>
    </dsp:sp>
    <dsp:sp modelId="{C322FE52-7481-4508-85B3-F0597E2CAEFA}">
      <dsp:nvSpPr>
        <dsp:cNvPr id="0" name=""/>
        <dsp:cNvSpPr/>
      </dsp:nvSpPr>
      <dsp:spPr>
        <a:xfrm>
          <a:off x="9254532" y="3359653"/>
          <a:ext cx="1252894" cy="75173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More relevant to the domain</a:t>
          </a:r>
        </a:p>
      </dsp:txBody>
      <dsp:txXfrm>
        <a:off x="9254532" y="3359653"/>
        <a:ext cx="1252894" cy="75173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C9C21-2352-4696-8C82-19E42875CF61}">
      <dsp:nvSpPr>
        <dsp:cNvPr id="0" name=""/>
        <dsp:cNvSpPr/>
      </dsp:nvSpPr>
      <dsp:spPr>
        <a:xfrm>
          <a:off x="1636841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092" y="424205"/>
        <a:ext cx="16163" cy="3235"/>
      </dsp:txXfrm>
    </dsp:sp>
    <dsp:sp modelId="{B8B48285-EB35-4952-84D6-54784D9A930F}">
      <dsp:nvSpPr>
        <dsp:cNvPr id="0" name=""/>
        <dsp:cNvSpPr/>
      </dsp:nvSpPr>
      <dsp:spPr>
        <a:xfrm>
          <a:off x="233143" y="4174"/>
          <a:ext cx="1405498" cy="8432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Example Workflow</a:t>
          </a:r>
        </a:p>
      </dsp:txBody>
      <dsp:txXfrm>
        <a:off x="233143" y="4174"/>
        <a:ext cx="1405498" cy="843299"/>
      </dsp:txXfrm>
    </dsp:sp>
    <dsp:sp modelId="{4A501840-E726-4375-9A87-0B3DC95FE830}">
      <dsp:nvSpPr>
        <dsp:cNvPr id="0" name=""/>
        <dsp:cNvSpPr/>
      </dsp:nvSpPr>
      <dsp:spPr>
        <a:xfrm>
          <a:off x="3365604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339138"/>
              <a:satOff val="-973"/>
              <a:lumOff val="-155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3855" y="424205"/>
        <a:ext cx="16163" cy="3235"/>
      </dsp:txXfrm>
    </dsp:sp>
    <dsp:sp modelId="{4AC9FABC-8BD5-433D-BE3D-EC3101D2024E}">
      <dsp:nvSpPr>
        <dsp:cNvPr id="0" name=""/>
        <dsp:cNvSpPr/>
      </dsp:nvSpPr>
      <dsp:spPr>
        <a:xfrm>
          <a:off x="1961906" y="4174"/>
          <a:ext cx="1405498" cy="843299"/>
        </a:xfrm>
        <a:prstGeom prst="rect">
          <a:avLst/>
        </a:prstGeom>
        <a:solidFill>
          <a:schemeClr val="accent2">
            <a:hueOff val="322181"/>
            <a:satOff val="-925"/>
            <a:lumOff val="-14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User asks a question about company mobile policy</a:t>
          </a:r>
        </a:p>
      </dsp:txBody>
      <dsp:txXfrm>
        <a:off x="1961906" y="4174"/>
        <a:ext cx="1405498" cy="843299"/>
      </dsp:txXfrm>
    </dsp:sp>
    <dsp:sp modelId="{A39869A7-BEAC-4E10-B399-CAA72F96D102}">
      <dsp:nvSpPr>
        <dsp:cNvPr id="0" name=""/>
        <dsp:cNvSpPr/>
      </dsp:nvSpPr>
      <dsp:spPr>
        <a:xfrm>
          <a:off x="5094367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678275"/>
              <a:satOff val="-1947"/>
              <a:lumOff val="-311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618" y="424205"/>
        <a:ext cx="16163" cy="3235"/>
      </dsp:txXfrm>
    </dsp:sp>
    <dsp:sp modelId="{BA18F287-F750-4676-BE3E-7E73A7F69375}">
      <dsp:nvSpPr>
        <dsp:cNvPr id="0" name=""/>
        <dsp:cNvSpPr/>
      </dsp:nvSpPr>
      <dsp:spPr>
        <a:xfrm>
          <a:off x="3690669" y="4174"/>
          <a:ext cx="1405498" cy="843299"/>
        </a:xfrm>
        <a:prstGeom prst="rect">
          <a:avLst/>
        </a:prstGeom>
        <a:solidFill>
          <a:schemeClr val="accent2">
            <a:hueOff val="644361"/>
            <a:satOff val="-1849"/>
            <a:lumOff val="-2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Prompt is converted into an embedding</a:t>
          </a:r>
        </a:p>
      </dsp:txBody>
      <dsp:txXfrm>
        <a:off x="3690669" y="4174"/>
        <a:ext cx="1405498" cy="843299"/>
      </dsp:txXfrm>
    </dsp:sp>
    <dsp:sp modelId="{2F85F4D5-2B19-48BC-8865-636DB9C9E080}">
      <dsp:nvSpPr>
        <dsp:cNvPr id="0" name=""/>
        <dsp:cNvSpPr/>
      </dsp:nvSpPr>
      <dsp:spPr>
        <a:xfrm>
          <a:off x="6823130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1017413"/>
              <a:satOff val="-2920"/>
              <a:lumOff val="-467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61381" y="424205"/>
        <a:ext cx="16163" cy="3235"/>
      </dsp:txXfrm>
    </dsp:sp>
    <dsp:sp modelId="{8D4658A3-E85A-4347-B399-D9F2C57CC23B}">
      <dsp:nvSpPr>
        <dsp:cNvPr id="0" name=""/>
        <dsp:cNvSpPr/>
      </dsp:nvSpPr>
      <dsp:spPr>
        <a:xfrm>
          <a:off x="5419432" y="4174"/>
          <a:ext cx="1405498" cy="843299"/>
        </a:xfrm>
        <a:prstGeom prst="rect">
          <a:avLst/>
        </a:prstGeom>
        <a:solidFill>
          <a:schemeClr val="accent2">
            <a:hueOff val="966542"/>
            <a:satOff val="-2774"/>
            <a:lumOff val="-44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System searches the vector database</a:t>
          </a:r>
        </a:p>
      </dsp:txBody>
      <dsp:txXfrm>
        <a:off x="5419432" y="4174"/>
        <a:ext cx="1405498" cy="843299"/>
      </dsp:txXfrm>
    </dsp:sp>
    <dsp:sp modelId="{83C5C4CA-C6E3-450A-905A-DE9EC4237DBC}">
      <dsp:nvSpPr>
        <dsp:cNvPr id="0" name=""/>
        <dsp:cNvSpPr/>
      </dsp:nvSpPr>
      <dsp:spPr>
        <a:xfrm>
          <a:off x="8551893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1356550"/>
              <a:satOff val="-3893"/>
              <a:lumOff val="-623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90144" y="424205"/>
        <a:ext cx="16163" cy="3235"/>
      </dsp:txXfrm>
    </dsp:sp>
    <dsp:sp modelId="{513F4031-2E16-4F34-BE50-6A5B4AD13EE4}">
      <dsp:nvSpPr>
        <dsp:cNvPr id="0" name=""/>
        <dsp:cNvSpPr/>
      </dsp:nvSpPr>
      <dsp:spPr>
        <a:xfrm>
          <a:off x="7148195" y="4174"/>
          <a:ext cx="1405498" cy="843299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Top relevant policy sections are retrieved</a:t>
          </a:r>
        </a:p>
      </dsp:txBody>
      <dsp:txXfrm>
        <a:off x="7148195" y="4174"/>
        <a:ext cx="1405498" cy="843299"/>
      </dsp:txXfrm>
    </dsp:sp>
    <dsp:sp modelId="{A4A9C3AE-1B1E-4DF9-88E8-69FC469850B6}">
      <dsp:nvSpPr>
        <dsp:cNvPr id="0" name=""/>
        <dsp:cNvSpPr/>
      </dsp:nvSpPr>
      <dsp:spPr>
        <a:xfrm>
          <a:off x="935892" y="845673"/>
          <a:ext cx="8643814" cy="292664"/>
        </a:xfrm>
        <a:custGeom>
          <a:avLst/>
          <a:gdLst/>
          <a:ahLst/>
          <a:cxnLst/>
          <a:rect l="0" t="0" r="0" b="0"/>
          <a:pathLst>
            <a:path>
              <a:moveTo>
                <a:pt x="8643814" y="0"/>
              </a:moveTo>
              <a:lnTo>
                <a:pt x="8643814" y="163432"/>
              </a:lnTo>
              <a:lnTo>
                <a:pt x="0" y="163432"/>
              </a:lnTo>
              <a:lnTo>
                <a:pt x="0" y="292664"/>
              </a:lnTo>
            </a:path>
          </a:pathLst>
        </a:custGeom>
        <a:noFill/>
        <a:ln w="12700" cap="flat" cmpd="sng" algn="ctr">
          <a:solidFill>
            <a:schemeClr val="accent2">
              <a:hueOff val="1695688"/>
              <a:satOff val="-4867"/>
              <a:lumOff val="-779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553" y="990387"/>
        <a:ext cx="432492" cy="3235"/>
      </dsp:txXfrm>
    </dsp:sp>
    <dsp:sp modelId="{DC824CBC-F4E8-43B7-A060-32D2A07510A8}">
      <dsp:nvSpPr>
        <dsp:cNvPr id="0" name=""/>
        <dsp:cNvSpPr/>
      </dsp:nvSpPr>
      <dsp:spPr>
        <a:xfrm>
          <a:off x="8876958" y="4174"/>
          <a:ext cx="1405498" cy="843299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Retrieved text + query form an augmented input</a:t>
          </a:r>
        </a:p>
      </dsp:txBody>
      <dsp:txXfrm>
        <a:off x="8876958" y="4174"/>
        <a:ext cx="1405498" cy="843299"/>
      </dsp:txXfrm>
    </dsp:sp>
    <dsp:sp modelId="{C059EFC3-AA00-4665-BE57-9248E0777E0D}">
      <dsp:nvSpPr>
        <dsp:cNvPr id="0" name=""/>
        <dsp:cNvSpPr/>
      </dsp:nvSpPr>
      <dsp:spPr>
        <a:xfrm>
          <a:off x="1636841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2034825"/>
              <a:satOff val="-5840"/>
              <a:lumOff val="-935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092" y="1590769"/>
        <a:ext cx="16163" cy="3235"/>
      </dsp:txXfrm>
    </dsp:sp>
    <dsp:sp modelId="{E442BE38-C20F-4A64-A58F-FA0832045672}">
      <dsp:nvSpPr>
        <dsp:cNvPr id="0" name=""/>
        <dsp:cNvSpPr/>
      </dsp:nvSpPr>
      <dsp:spPr>
        <a:xfrm>
          <a:off x="233143" y="1170737"/>
          <a:ext cx="1405498" cy="843299"/>
        </a:xfrm>
        <a:prstGeom prst="rect">
          <a:avLst/>
        </a:prstGeom>
        <a:solidFill>
          <a:schemeClr val="accent2">
            <a:hueOff val="1933084"/>
            <a:satOff val="-5548"/>
            <a:lumOff val="-88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LLM generates the final answer</a:t>
          </a:r>
        </a:p>
      </dsp:txBody>
      <dsp:txXfrm>
        <a:off x="233143" y="1170737"/>
        <a:ext cx="1405498" cy="843299"/>
      </dsp:txXfrm>
    </dsp:sp>
    <dsp:sp modelId="{9B8279DC-2859-480E-9A48-2D1A47B69F04}">
      <dsp:nvSpPr>
        <dsp:cNvPr id="0" name=""/>
        <dsp:cNvSpPr/>
      </dsp:nvSpPr>
      <dsp:spPr>
        <a:xfrm>
          <a:off x="3365604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2373963"/>
              <a:satOff val="-6813"/>
              <a:lumOff val="-109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3855" y="1590769"/>
        <a:ext cx="16163" cy="3235"/>
      </dsp:txXfrm>
    </dsp:sp>
    <dsp:sp modelId="{BCAF6EE9-F9D7-4652-95EE-0F38FE890BCC}">
      <dsp:nvSpPr>
        <dsp:cNvPr id="0" name=""/>
        <dsp:cNvSpPr/>
      </dsp:nvSpPr>
      <dsp:spPr>
        <a:xfrm>
          <a:off x="1961906" y="1170737"/>
          <a:ext cx="1405498" cy="843299"/>
        </a:xfrm>
        <a:prstGeom prst="rect">
          <a:avLst/>
        </a:prstGeom>
        <a:solidFill>
          <a:schemeClr val="accent2">
            <a:hueOff val="2255265"/>
            <a:satOff val="-6473"/>
            <a:lumOff val="-103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Benefits of RAG</a:t>
          </a:r>
        </a:p>
      </dsp:txBody>
      <dsp:txXfrm>
        <a:off x="1961906" y="1170737"/>
        <a:ext cx="1405498" cy="843299"/>
      </dsp:txXfrm>
    </dsp:sp>
    <dsp:sp modelId="{BFAB7A02-D510-4544-BE81-C3CFD33CDD5B}">
      <dsp:nvSpPr>
        <dsp:cNvPr id="0" name=""/>
        <dsp:cNvSpPr/>
      </dsp:nvSpPr>
      <dsp:spPr>
        <a:xfrm>
          <a:off x="5094367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2713101"/>
              <a:satOff val="-7787"/>
              <a:lumOff val="-1246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618" y="1590769"/>
        <a:ext cx="16163" cy="3235"/>
      </dsp:txXfrm>
    </dsp:sp>
    <dsp:sp modelId="{47B8FBC1-8BDC-4027-86B7-C69AEBA8B3E8}">
      <dsp:nvSpPr>
        <dsp:cNvPr id="0" name=""/>
        <dsp:cNvSpPr/>
      </dsp:nvSpPr>
      <dsp:spPr>
        <a:xfrm>
          <a:off x="3690669" y="1170737"/>
          <a:ext cx="1405498" cy="843299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RAG provides several advantages:</a:t>
          </a:r>
        </a:p>
      </dsp:txBody>
      <dsp:txXfrm>
        <a:off x="3690669" y="1170737"/>
        <a:ext cx="1405498" cy="843299"/>
      </dsp:txXfrm>
    </dsp:sp>
    <dsp:sp modelId="{86DE6094-E6DA-49A7-BBBE-819EA2D9EB12}">
      <dsp:nvSpPr>
        <dsp:cNvPr id="0" name=""/>
        <dsp:cNvSpPr/>
      </dsp:nvSpPr>
      <dsp:spPr>
        <a:xfrm>
          <a:off x="6823130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3052238"/>
              <a:satOff val="-8760"/>
              <a:lumOff val="-1402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61381" y="1590769"/>
        <a:ext cx="16163" cy="3235"/>
      </dsp:txXfrm>
    </dsp:sp>
    <dsp:sp modelId="{CA91EB85-99D3-4608-8157-8AEC6A3E4BFD}">
      <dsp:nvSpPr>
        <dsp:cNvPr id="0" name=""/>
        <dsp:cNvSpPr/>
      </dsp:nvSpPr>
      <dsp:spPr>
        <a:xfrm>
          <a:off x="5419432" y="1170737"/>
          <a:ext cx="1405498" cy="843299"/>
        </a:xfrm>
        <a:prstGeom prst="rect">
          <a:avLst/>
        </a:prstGeom>
        <a:solidFill>
          <a:schemeClr val="accent2">
            <a:hueOff val="2899626"/>
            <a:satOff val="-8322"/>
            <a:lumOff val="-133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Enables domain-specific responses</a:t>
          </a:r>
        </a:p>
      </dsp:txBody>
      <dsp:txXfrm>
        <a:off x="5419432" y="1170737"/>
        <a:ext cx="1405498" cy="843299"/>
      </dsp:txXfrm>
    </dsp:sp>
    <dsp:sp modelId="{58B7967D-152F-4D00-BDDA-B0C984783824}">
      <dsp:nvSpPr>
        <dsp:cNvPr id="0" name=""/>
        <dsp:cNvSpPr/>
      </dsp:nvSpPr>
      <dsp:spPr>
        <a:xfrm>
          <a:off x="8551893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3391376"/>
              <a:satOff val="-9733"/>
              <a:lumOff val="-1558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90144" y="1590769"/>
        <a:ext cx="16163" cy="3235"/>
      </dsp:txXfrm>
    </dsp:sp>
    <dsp:sp modelId="{BFCE4C50-AAC1-44BE-A632-A2A9F2B5748A}">
      <dsp:nvSpPr>
        <dsp:cNvPr id="0" name=""/>
        <dsp:cNvSpPr/>
      </dsp:nvSpPr>
      <dsp:spPr>
        <a:xfrm>
          <a:off x="7148195" y="1170737"/>
          <a:ext cx="1405498" cy="843299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Reduces incorrect or hallucinated answers</a:t>
          </a:r>
        </a:p>
      </dsp:txBody>
      <dsp:txXfrm>
        <a:off x="7148195" y="1170737"/>
        <a:ext cx="1405498" cy="843299"/>
      </dsp:txXfrm>
    </dsp:sp>
    <dsp:sp modelId="{FF337E30-2181-42CF-8560-ABBA1928E8ED}">
      <dsp:nvSpPr>
        <dsp:cNvPr id="0" name=""/>
        <dsp:cNvSpPr/>
      </dsp:nvSpPr>
      <dsp:spPr>
        <a:xfrm>
          <a:off x="935892" y="2012236"/>
          <a:ext cx="8643814" cy="292664"/>
        </a:xfrm>
        <a:custGeom>
          <a:avLst/>
          <a:gdLst/>
          <a:ahLst/>
          <a:cxnLst/>
          <a:rect l="0" t="0" r="0" b="0"/>
          <a:pathLst>
            <a:path>
              <a:moveTo>
                <a:pt x="8643814" y="0"/>
              </a:moveTo>
              <a:lnTo>
                <a:pt x="8643814" y="163432"/>
              </a:lnTo>
              <a:lnTo>
                <a:pt x="0" y="163432"/>
              </a:lnTo>
              <a:lnTo>
                <a:pt x="0" y="292664"/>
              </a:lnTo>
            </a:path>
          </a:pathLst>
        </a:custGeom>
        <a:noFill/>
        <a:ln w="12700" cap="flat" cmpd="sng" algn="ctr">
          <a:solidFill>
            <a:schemeClr val="accent2">
              <a:hueOff val="3730513"/>
              <a:satOff val="-10706"/>
              <a:lumOff val="-1714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553" y="2156951"/>
        <a:ext cx="432492" cy="3235"/>
      </dsp:txXfrm>
    </dsp:sp>
    <dsp:sp modelId="{F407FE6D-9825-436B-A3F3-FAEB2A4DA514}">
      <dsp:nvSpPr>
        <dsp:cNvPr id="0" name=""/>
        <dsp:cNvSpPr/>
      </dsp:nvSpPr>
      <dsp:spPr>
        <a:xfrm>
          <a:off x="8876958" y="1170737"/>
          <a:ext cx="1405498" cy="843299"/>
        </a:xfrm>
        <a:prstGeom prst="rect">
          <a:avLst/>
        </a:prstGeom>
        <a:solidFill>
          <a:schemeClr val="accent2">
            <a:hueOff val="3543988"/>
            <a:satOff val="-10171"/>
            <a:lumOff val="-1628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Uses existing knowledge sources</a:t>
          </a:r>
        </a:p>
      </dsp:txBody>
      <dsp:txXfrm>
        <a:off x="8876958" y="1170737"/>
        <a:ext cx="1405498" cy="843299"/>
      </dsp:txXfrm>
    </dsp:sp>
    <dsp:sp modelId="{E4036502-C271-4A60-A56C-203232081DF2}">
      <dsp:nvSpPr>
        <dsp:cNvPr id="0" name=""/>
        <dsp:cNvSpPr/>
      </dsp:nvSpPr>
      <dsp:spPr>
        <a:xfrm>
          <a:off x="1636841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4069650"/>
              <a:satOff val="-11680"/>
              <a:lumOff val="-1870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092" y="2757332"/>
        <a:ext cx="16163" cy="3235"/>
      </dsp:txXfrm>
    </dsp:sp>
    <dsp:sp modelId="{8FF42DED-970E-438B-8492-C04BD55B200F}">
      <dsp:nvSpPr>
        <dsp:cNvPr id="0" name=""/>
        <dsp:cNvSpPr/>
      </dsp:nvSpPr>
      <dsp:spPr>
        <a:xfrm>
          <a:off x="233143" y="2337301"/>
          <a:ext cx="1405498" cy="843299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Avoids expensive model retraining</a:t>
          </a:r>
        </a:p>
      </dsp:txBody>
      <dsp:txXfrm>
        <a:off x="233143" y="2337301"/>
        <a:ext cx="1405498" cy="843299"/>
      </dsp:txXfrm>
    </dsp:sp>
    <dsp:sp modelId="{3A641587-605E-405D-B067-8FAB3934F92C}">
      <dsp:nvSpPr>
        <dsp:cNvPr id="0" name=""/>
        <dsp:cNvSpPr/>
      </dsp:nvSpPr>
      <dsp:spPr>
        <a:xfrm>
          <a:off x="3365604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4408788"/>
              <a:satOff val="-12653"/>
              <a:lumOff val="-2025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3855" y="2757332"/>
        <a:ext cx="16163" cy="3235"/>
      </dsp:txXfrm>
    </dsp:sp>
    <dsp:sp modelId="{83040AA7-20BF-442B-BC40-E98A127666BB}">
      <dsp:nvSpPr>
        <dsp:cNvPr id="0" name=""/>
        <dsp:cNvSpPr/>
      </dsp:nvSpPr>
      <dsp:spPr>
        <a:xfrm>
          <a:off x="1961906" y="2337301"/>
          <a:ext cx="1405498" cy="843299"/>
        </a:xfrm>
        <a:prstGeom prst="rect">
          <a:avLst/>
        </a:prstGeom>
        <a:solidFill>
          <a:schemeClr val="accent2">
            <a:hueOff val="4188349"/>
            <a:satOff val="-12020"/>
            <a:lumOff val="-192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Key Takeaways</a:t>
          </a:r>
        </a:p>
      </dsp:txBody>
      <dsp:txXfrm>
        <a:off x="1961906" y="2337301"/>
        <a:ext cx="1405498" cy="843299"/>
      </dsp:txXfrm>
    </dsp:sp>
    <dsp:sp modelId="{A7E4EC87-FB26-43E6-9E44-F2FBA5D73B0E}">
      <dsp:nvSpPr>
        <dsp:cNvPr id="0" name=""/>
        <dsp:cNvSpPr/>
      </dsp:nvSpPr>
      <dsp:spPr>
        <a:xfrm>
          <a:off x="5094367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4747926"/>
              <a:satOff val="-13626"/>
              <a:lumOff val="-2181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618" y="2757332"/>
        <a:ext cx="16163" cy="3235"/>
      </dsp:txXfrm>
    </dsp:sp>
    <dsp:sp modelId="{894701E2-F8DB-4822-A14E-303829EE9982}">
      <dsp:nvSpPr>
        <dsp:cNvPr id="0" name=""/>
        <dsp:cNvSpPr/>
      </dsp:nvSpPr>
      <dsp:spPr>
        <a:xfrm>
          <a:off x="3690669" y="2337301"/>
          <a:ext cx="1405498" cy="843299"/>
        </a:xfrm>
        <a:prstGeom prst="rect">
          <a:avLst/>
        </a:prstGeom>
        <a:solidFill>
          <a:schemeClr val="accent2">
            <a:hueOff val="4510529"/>
            <a:satOff val="-12945"/>
            <a:lumOff val="-207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RAG combines information retrieval with language generation.</a:t>
          </a:r>
        </a:p>
      </dsp:txBody>
      <dsp:txXfrm>
        <a:off x="3690669" y="2337301"/>
        <a:ext cx="1405498" cy="843299"/>
      </dsp:txXfrm>
    </dsp:sp>
    <dsp:sp modelId="{BC031C52-2F5A-4792-91B3-727AAA233F4F}">
      <dsp:nvSpPr>
        <dsp:cNvPr id="0" name=""/>
        <dsp:cNvSpPr/>
      </dsp:nvSpPr>
      <dsp:spPr>
        <a:xfrm>
          <a:off x="6823130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5087064"/>
              <a:satOff val="-14600"/>
              <a:lumOff val="-2337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61381" y="2757332"/>
        <a:ext cx="16163" cy="3235"/>
      </dsp:txXfrm>
    </dsp:sp>
    <dsp:sp modelId="{CACC3FF9-FD3A-4462-93BC-088C150C5BEB}">
      <dsp:nvSpPr>
        <dsp:cNvPr id="0" name=""/>
        <dsp:cNvSpPr/>
      </dsp:nvSpPr>
      <dsp:spPr>
        <a:xfrm>
          <a:off x="5419432" y="2337301"/>
          <a:ext cx="1405498" cy="843299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It improves LLM accuracy by incorporating external knowledge.</a:t>
          </a:r>
        </a:p>
      </dsp:txBody>
      <dsp:txXfrm>
        <a:off x="5419432" y="2337301"/>
        <a:ext cx="1405498" cy="843299"/>
      </dsp:txXfrm>
    </dsp:sp>
    <dsp:sp modelId="{133461E1-BC5E-4E70-9626-EFA52C8C40FB}">
      <dsp:nvSpPr>
        <dsp:cNvPr id="0" name=""/>
        <dsp:cNvSpPr/>
      </dsp:nvSpPr>
      <dsp:spPr>
        <a:xfrm>
          <a:off x="8551893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5426201"/>
              <a:satOff val="-15573"/>
              <a:lumOff val="-2493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90144" y="2757332"/>
        <a:ext cx="16163" cy="3235"/>
      </dsp:txXfrm>
    </dsp:sp>
    <dsp:sp modelId="{AA6C1B6D-15EF-4A8F-B803-34D1D8EAA7AE}">
      <dsp:nvSpPr>
        <dsp:cNvPr id="0" name=""/>
        <dsp:cNvSpPr/>
      </dsp:nvSpPr>
      <dsp:spPr>
        <a:xfrm>
          <a:off x="7148195" y="2337301"/>
          <a:ext cx="1405498" cy="843299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process involves:</a:t>
          </a:r>
        </a:p>
      </dsp:txBody>
      <dsp:txXfrm>
        <a:off x="7148195" y="2337301"/>
        <a:ext cx="1405498" cy="843299"/>
      </dsp:txXfrm>
    </dsp:sp>
    <dsp:sp modelId="{2AC8F9A1-9AB9-4537-88F0-1E1B78E04E32}">
      <dsp:nvSpPr>
        <dsp:cNvPr id="0" name=""/>
        <dsp:cNvSpPr/>
      </dsp:nvSpPr>
      <dsp:spPr>
        <a:xfrm>
          <a:off x="935892" y="3178800"/>
          <a:ext cx="8643814" cy="292664"/>
        </a:xfrm>
        <a:custGeom>
          <a:avLst/>
          <a:gdLst/>
          <a:ahLst/>
          <a:cxnLst/>
          <a:rect l="0" t="0" r="0" b="0"/>
          <a:pathLst>
            <a:path>
              <a:moveTo>
                <a:pt x="8643814" y="0"/>
              </a:moveTo>
              <a:lnTo>
                <a:pt x="8643814" y="163432"/>
              </a:lnTo>
              <a:lnTo>
                <a:pt x="0" y="163432"/>
              </a:lnTo>
              <a:lnTo>
                <a:pt x="0" y="292664"/>
              </a:lnTo>
            </a:path>
          </a:pathLst>
        </a:custGeom>
        <a:noFill/>
        <a:ln w="12700" cap="flat" cmpd="sng" algn="ctr">
          <a:solidFill>
            <a:schemeClr val="accent2">
              <a:hueOff val="5765338"/>
              <a:satOff val="-16546"/>
              <a:lumOff val="-2649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553" y="3323514"/>
        <a:ext cx="432492" cy="3235"/>
      </dsp:txXfrm>
    </dsp:sp>
    <dsp:sp modelId="{E00164A9-6C7C-4F51-8BEB-32A970689B8B}">
      <dsp:nvSpPr>
        <dsp:cNvPr id="0" name=""/>
        <dsp:cNvSpPr/>
      </dsp:nvSpPr>
      <dsp:spPr>
        <a:xfrm>
          <a:off x="8876958" y="2337301"/>
          <a:ext cx="1405498" cy="843299"/>
        </a:xfrm>
        <a:prstGeom prst="rect">
          <a:avLst/>
        </a:prstGeom>
        <a:solidFill>
          <a:schemeClr val="accent2">
            <a:hueOff val="5477072"/>
            <a:satOff val="-15719"/>
            <a:lumOff val="-251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Embedding queries and documents</a:t>
          </a:r>
        </a:p>
      </dsp:txBody>
      <dsp:txXfrm>
        <a:off x="8876958" y="2337301"/>
        <a:ext cx="1405498" cy="843299"/>
      </dsp:txXfrm>
    </dsp:sp>
    <dsp:sp modelId="{32A56283-2049-44DE-97B8-BE981B9AF486}">
      <dsp:nvSpPr>
        <dsp:cNvPr id="0" name=""/>
        <dsp:cNvSpPr/>
      </dsp:nvSpPr>
      <dsp:spPr>
        <a:xfrm>
          <a:off x="1636841" y="3879794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6104476"/>
              <a:satOff val="-17520"/>
              <a:lumOff val="-2805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092" y="3923896"/>
        <a:ext cx="16163" cy="3235"/>
      </dsp:txXfrm>
    </dsp:sp>
    <dsp:sp modelId="{FAF366FA-BD95-4C63-A1AC-C991C672DF71}">
      <dsp:nvSpPr>
        <dsp:cNvPr id="0" name=""/>
        <dsp:cNvSpPr/>
      </dsp:nvSpPr>
      <dsp:spPr>
        <a:xfrm>
          <a:off x="233143" y="3503864"/>
          <a:ext cx="1405498" cy="843299"/>
        </a:xfrm>
        <a:prstGeom prst="rect">
          <a:avLst/>
        </a:prstGeom>
        <a:solidFill>
          <a:schemeClr val="accent2">
            <a:hueOff val="5799252"/>
            <a:satOff val="-16644"/>
            <a:lumOff val="-266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Retrieving relevant context</a:t>
          </a:r>
        </a:p>
      </dsp:txBody>
      <dsp:txXfrm>
        <a:off x="233143" y="3503864"/>
        <a:ext cx="1405498" cy="843299"/>
      </dsp:txXfrm>
    </dsp:sp>
    <dsp:sp modelId="{922D3DC4-D47B-4173-A415-96EC0C0555F9}">
      <dsp:nvSpPr>
        <dsp:cNvPr id="0" name=""/>
        <dsp:cNvSpPr/>
      </dsp:nvSpPr>
      <dsp:spPr>
        <a:xfrm>
          <a:off x="3365604" y="3879794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3855" y="3923896"/>
        <a:ext cx="16163" cy="3235"/>
      </dsp:txXfrm>
    </dsp:sp>
    <dsp:sp modelId="{AEBB981F-A2F5-4111-B231-9AD74B5B5D94}">
      <dsp:nvSpPr>
        <dsp:cNvPr id="0" name=""/>
        <dsp:cNvSpPr/>
      </dsp:nvSpPr>
      <dsp:spPr>
        <a:xfrm>
          <a:off x="1961906" y="3503864"/>
          <a:ext cx="1405498" cy="843299"/>
        </a:xfrm>
        <a:prstGeom prst="rect">
          <a:avLst/>
        </a:prstGeom>
        <a:solidFill>
          <a:schemeClr val="accent2">
            <a:hueOff val="6121433"/>
            <a:satOff val="-17568"/>
            <a:lumOff val="-281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Generating responses using augmented input</a:t>
          </a:r>
        </a:p>
      </dsp:txBody>
      <dsp:txXfrm>
        <a:off x="1961906" y="3503864"/>
        <a:ext cx="1405498" cy="843299"/>
      </dsp:txXfrm>
    </dsp:sp>
    <dsp:sp modelId="{8D4F4FAE-59D0-43F8-9F38-0DB2A4FE2F82}">
      <dsp:nvSpPr>
        <dsp:cNvPr id="0" name=""/>
        <dsp:cNvSpPr/>
      </dsp:nvSpPr>
      <dsp:spPr>
        <a:xfrm>
          <a:off x="3690669" y="3503864"/>
          <a:ext cx="1405498" cy="84329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This approach is especially useful for enterprise knowledge bases and specialized domains.</a:t>
          </a:r>
        </a:p>
      </dsp:txBody>
      <dsp:txXfrm>
        <a:off x="3690669" y="3503864"/>
        <a:ext cx="1405498" cy="84329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1C003B-B39F-40FB-B990-3795C4F99CD5}">
      <dsp:nvSpPr>
        <dsp:cNvPr id="0" name=""/>
        <dsp:cNvSpPr/>
      </dsp:nvSpPr>
      <dsp:spPr>
        <a:xfrm>
          <a:off x="31797" y="1266"/>
          <a:ext cx="3166646" cy="189998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​Consider a content management company ​that manages a large amount of content, ​including blogs, articles, videos, ​podcasts, and interactive media across platforms.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​The company faces challenges in ​managing the vast content library, ​ensuring quality, automating workflows, ​and ensuring the content reaches the right audience. ​Therefore, the company considered ​leveraging the capabilities of ​</a:t>
          </a:r>
          <a:r>
            <a:rPr lang="en-US" sz="700" kern="1200" dirty="0" err="1"/>
            <a:t>LangChain</a:t>
          </a:r>
          <a:r>
            <a:rPr lang="en-US" sz="700" kern="1200" dirty="0"/>
            <a:t> to streamline its content management process. ​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https://docs.langchain.com/oss/python/langchain/overview</a:t>
          </a:r>
        </a:p>
      </dsp:txBody>
      <dsp:txXfrm>
        <a:off x="31797" y="1266"/>
        <a:ext cx="3166646" cy="1899987"/>
      </dsp:txXfrm>
    </dsp:sp>
    <dsp:sp modelId="{5419C6C0-29B9-4F4C-A414-1EE56AD96FE2}">
      <dsp:nvSpPr>
        <dsp:cNvPr id="0" name=""/>
        <dsp:cNvSpPr/>
      </dsp:nvSpPr>
      <dsp:spPr>
        <a:xfrm>
          <a:off x="3515108" y="1266"/>
          <a:ext cx="3166646" cy="1899987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Do you know why </a:t>
          </a:r>
          <a:r>
            <a:rPr lang="en-US" sz="700" kern="1200" dirty="0" err="1"/>
            <a:t>LangChain</a:t>
          </a:r>
          <a:r>
            <a:rPr lang="en-US" sz="700" kern="1200" dirty="0"/>
            <a:t> is important?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​</a:t>
          </a:r>
          <a:r>
            <a:rPr lang="en-US" sz="700" kern="1200" dirty="0" err="1"/>
            <a:t>LangChain</a:t>
          </a:r>
          <a:r>
            <a:rPr lang="en-US" sz="700" kern="1200" dirty="0"/>
            <a:t> simplifies the integration ​of language models like ​GPT-4 and makes it accessible ​for developers to build natural language processing or NLP applications. </a:t>
          </a:r>
        </a:p>
      </dsp:txBody>
      <dsp:txXfrm>
        <a:off x="3515108" y="1266"/>
        <a:ext cx="3166646" cy="1899987"/>
      </dsp:txXfrm>
    </dsp:sp>
    <dsp:sp modelId="{7AAB933E-51FD-4562-BC0B-53BF2FCE0539}">
      <dsp:nvSpPr>
        <dsp:cNvPr id="0" name=""/>
        <dsp:cNvSpPr/>
      </dsp:nvSpPr>
      <dsp:spPr>
        <a:xfrm>
          <a:off x="31797" y="2217918"/>
          <a:ext cx="3166646" cy="1899987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​It provides developers ​with seamless access to advanced AI technology and machine learning. ​</a:t>
          </a:r>
          <a:r>
            <a:rPr lang="en-US" sz="700" kern="1200" dirty="0" err="1"/>
            <a:t>LangChain</a:t>
          </a:r>
          <a:r>
            <a:rPr lang="en-US" sz="700" kern="1200" dirty="0"/>
            <a:t> also helps developers ​seamlessly implement AI capabilities ​into their projects by ​unlocking new possibilities and enhancing software functionalities.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​</a:t>
          </a:r>
          <a:r>
            <a:rPr lang="en-US" sz="700" kern="1200" dirty="0" err="1"/>
            <a:t>LangChain</a:t>
          </a:r>
          <a:r>
            <a:rPr lang="en-US" sz="700" kern="1200" dirty="0"/>
            <a:t> also offers unparalleled flexibility and ​freedom to developers to dig ​into the code base freely, customize ​it, and develop commercial products based on business requirements. ​Now, let's look at the components of </a:t>
          </a:r>
          <a:r>
            <a:rPr lang="en-US" sz="700" kern="1200" dirty="0" err="1"/>
            <a:t>LangChain</a:t>
          </a:r>
          <a:r>
            <a:rPr lang="en-US" sz="700" kern="1200" dirty="0"/>
            <a:t>. ​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The </a:t>
          </a:r>
          <a:r>
            <a:rPr lang="en-US" sz="700" kern="1200" dirty="0" err="1"/>
            <a:t>LangChain</a:t>
          </a:r>
          <a:r>
            <a:rPr lang="en-US" sz="700" kern="1200" dirty="0"/>
            <a:t> framework consists of several open-source ​libraries. The first component of </a:t>
          </a:r>
          <a:r>
            <a:rPr lang="en-US" sz="700" kern="1200" dirty="0" err="1"/>
            <a:t>LangChain</a:t>
          </a:r>
          <a:r>
            <a:rPr lang="en-US" sz="700" kern="1200" dirty="0"/>
            <a:t> includes ​chains, agents, and retrieval ​strategies, which help to make an application's cognitive ​architecture. The next component ​is </a:t>
          </a:r>
          <a:r>
            <a:rPr lang="en-US" sz="700" kern="1200" dirty="0" err="1"/>
            <a:t>LangChain</a:t>
          </a:r>
          <a:r>
            <a:rPr lang="en-US" sz="700" kern="1200" dirty="0"/>
            <a:t> Core. 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 err="1"/>
            <a:t>LangChain</a:t>
          </a:r>
          <a:r>
            <a:rPr lang="en-US" sz="700" kern="1200" dirty="0"/>
            <a:t> Core is a </a:t>
          </a:r>
          <a:r>
            <a:rPr lang="en-US" sz="700" kern="1200" dirty="0" err="1"/>
            <a:t>LangChain</a:t>
          </a:r>
          <a:r>
            <a:rPr lang="en-US" sz="700" kern="1200" dirty="0"/>
            <a:t> ​expression language and is the ​base for abstractions. </a:t>
          </a:r>
          <a:r>
            <a:rPr lang="en-US" sz="700" kern="1200" dirty="0" err="1"/>
            <a:t>LangChain</a:t>
          </a:r>
          <a:r>
            <a:rPr lang="en-US" sz="700" kern="1200" dirty="0"/>
            <a:t> Community is a third-party ​integration.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It includes ​partner packages, such as ​</a:t>
          </a:r>
          <a:r>
            <a:rPr lang="en-US" sz="700" kern="1200" dirty="0" err="1"/>
            <a:t>LangChain</a:t>
          </a:r>
          <a:r>
            <a:rPr lang="en-US" sz="700" kern="1200" dirty="0"/>
            <a:t> IBM, </a:t>
          </a:r>
          <a:r>
            <a:rPr lang="en-US" sz="700" kern="1200" dirty="0" err="1"/>
            <a:t>LangChain</a:t>
          </a:r>
          <a:r>
            <a:rPr lang="en-US" sz="700" kern="1200" dirty="0"/>
            <a:t> Open AI, and </a:t>
          </a:r>
          <a:r>
            <a:rPr lang="en-US" sz="700" kern="1200" dirty="0" err="1"/>
            <a:t>LangChain</a:t>
          </a:r>
          <a:r>
            <a:rPr lang="en-US" sz="700" kern="1200" dirty="0"/>
            <a:t> Anthropic. </a:t>
          </a:r>
        </a:p>
      </dsp:txBody>
      <dsp:txXfrm>
        <a:off x="31797" y="2217918"/>
        <a:ext cx="3166646" cy="1899987"/>
      </dsp:txXfrm>
    </dsp:sp>
    <dsp:sp modelId="{3421DA26-6C2D-4F76-975E-F917537BB3C2}">
      <dsp:nvSpPr>
        <dsp:cNvPr id="0" name=""/>
        <dsp:cNvSpPr/>
      </dsp:nvSpPr>
      <dsp:spPr>
        <a:xfrm>
          <a:off x="3515108" y="2217918"/>
          <a:ext cx="3166646" cy="1899987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​It also splits ​several integrations into lightweight packages depending on ​</a:t>
          </a:r>
          <a:r>
            <a:rPr lang="en-US" sz="700" kern="1200" dirty="0" err="1"/>
            <a:t>LangChain</a:t>
          </a:r>
          <a:r>
            <a:rPr lang="en-US" sz="700" kern="1200" dirty="0"/>
            <a:t> core. Next, let's look at the use cases of </a:t>
          </a:r>
          <a:r>
            <a:rPr lang="en-US" sz="700" kern="1200" dirty="0" err="1"/>
            <a:t>LangChain</a:t>
          </a:r>
          <a:r>
            <a:rPr lang="en-US" sz="700" kern="1200" dirty="0"/>
            <a:t>.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​</a:t>
          </a:r>
          <a:r>
            <a:rPr lang="en-US" sz="700" kern="1200" dirty="0" err="1"/>
            <a:t>LangChain</a:t>
          </a:r>
          <a:r>
            <a:rPr lang="en-US" sz="700" kern="1200" dirty="0"/>
            <a:t> offers various applications ​that encourage developers to create seamless AI solutions ​across different ​domains.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  <a:r>
            <a:rPr lang="en-US" sz="700" kern="1200" dirty="0" err="1"/>
            <a:t>LangChain</a:t>
          </a:r>
          <a:r>
            <a:rPr lang="en-US" sz="700" kern="1200" dirty="0"/>
            <a:t> ​helps build chat bots and AI agents to enhance ​user interactions.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It also simplifies ​API integration to connect them seamlessly with ​various services.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  <a:r>
            <a:rPr lang="en-US" sz="700" kern="1200" dirty="0" err="1"/>
            <a:t>LangChain</a:t>
          </a:r>
          <a:r>
            <a:rPr lang="en-US" sz="700" kern="1200" dirty="0"/>
            <a:t> also helps developers ​extract valuable ​insights by understanding code and queries in tabular data.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​Further, </a:t>
          </a:r>
          <a:r>
            <a:rPr lang="en-US" sz="700" kern="1200" dirty="0" err="1"/>
            <a:t>LangChain</a:t>
          </a:r>
          <a:r>
            <a:rPr lang="en-US" sz="700" kern="1200" dirty="0"/>
            <a:t> helps generate document-based questions and answers, ​summarizes texts, and ​enhances information retrieval and content management. </a:t>
          </a:r>
        </a:p>
      </dsp:txBody>
      <dsp:txXfrm>
        <a:off x="3515108" y="2217918"/>
        <a:ext cx="3166646" cy="18999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4075-6798-B93A-B552-B5178DAF5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56CE5-7B66-1FA2-406B-9EBE979AD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9A446-F533-B7B4-9309-FD6557FB1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65B-75F2-4B9B-9B62-D40AF2C9DC3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473EE-C435-AAEA-EFEA-E76FC10DB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26334-141D-68F3-1111-E54E9D02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174D6-E583-458A-806A-068899AB5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96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BFB0B-2D23-07B0-054F-C2522E819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2B9A2-CC44-DE56-F5AA-3D0EA8906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57DC-A2C7-8DD5-BA18-D889A4804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65B-75F2-4B9B-9B62-D40AF2C9DC3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766E6-07E4-8AF7-9672-E1A930B58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C9A26-4470-1F58-7FF6-6356584B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174D6-E583-458A-806A-068899AB5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0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580CF-46D8-39C1-253D-097C04D6A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2CB71-9CB7-7B6C-B132-D359241DC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C2097-420D-A13F-E673-968F6683B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65B-75F2-4B9B-9B62-D40AF2C9DC3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47418-A0B8-DC54-6F0C-E23AC185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E67A7-D440-520C-B003-D160D600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174D6-E583-458A-806A-068899AB5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9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B873-8BEF-6E8A-327E-B2C460854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7A8D2-9839-601F-07B1-02B5759BA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47B9D-6E3A-8A40-2C0E-5ECC63F2F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2F72A-076F-CB9C-EEDD-47DC7DAE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65B-75F2-4B9B-9B62-D40AF2C9DC3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EE8EA-B263-C210-408A-D4D846B9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3436D-45FE-8E81-E0EA-F386CE614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174D6-E583-458A-806A-068899AB5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2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8E447-BC2F-26EC-506D-83499B0A7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F9A6B-B8CD-412A-7E50-D265344E6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E68E5-ED68-553F-25D0-3E8566499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9EAA-E826-E6EE-E776-7188E3B16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ABE90D-CFDA-AA27-99D8-36A67E831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CB0AD0-2BFA-1632-0833-60DCCE86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65B-75F2-4B9B-9B62-D40AF2C9DC3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9791CA-B430-01B8-7B89-E6D893C9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17D33-ECA8-34C5-98C2-F6DA023E6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174D6-E583-458A-806A-068899AB5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2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BD2A-5595-45AC-BC15-E5895269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5F7D4-A1AC-79DD-E02B-0D7AB471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65B-75F2-4B9B-9B62-D40AF2C9DC3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9C486-1FE3-2054-6413-982F4402D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9DD36-00D6-82E8-97CC-AFC6383E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174D6-E583-458A-806A-068899AB5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4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2FE9DC-92A1-BC7D-5DE4-D276896F7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65B-75F2-4B9B-9B62-D40AF2C9DC3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ACEEE-4CF7-B95F-5C73-2C836F26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E136B-8AF5-EC9D-BA79-107A1EA1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174D6-E583-458A-806A-068899AB5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9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8ADF-7067-10F3-742F-1D10EFA74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80826-BF64-651A-0A64-AA8D9CC34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7E8030-CF74-F5F0-FC66-D14D736DE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25674-C7CF-31F2-90E6-AFBAC76B0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65B-75F2-4B9B-9B62-D40AF2C9DC3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FA7C7-5895-7FF7-14E3-4FACEE7E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6F66A-8F4E-F650-EF1A-461D525B8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174D6-E583-458A-806A-068899AB5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1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3124-E7D3-C465-1EBE-9C7698BF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214EA-BCBF-742A-840A-145AF7972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9B9F5-9DF7-36D3-FCB3-DF8AD4A3F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D4621-3140-2CD2-243F-4A591FF5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65B-75F2-4B9B-9B62-D40AF2C9DC3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1672F-10A0-C1D5-53F7-2F0C523CE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437C9-705E-AFFE-F6A8-C2CC44CA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174D6-E583-458A-806A-068899AB5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2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CF6B5-CF45-9529-63C4-8B7FD27F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98ED2-9254-898B-BB23-692C657A2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F8E96-D818-DE7D-FE91-5D5E39F9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65B-75F2-4B9B-9B62-D40AF2C9DC3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EBD85-CEAD-E0D7-003B-0B487011A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81AF0-7F27-6FFA-3D0C-7F80C51D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174D6-E583-458A-806A-068899AB5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6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CAE47A-C131-A1A1-DAC8-3FCB7B6C5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20274-59AA-6708-7BDB-4A2EC2435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C7239-F1B2-A659-F26C-D5198612F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65B-75F2-4B9B-9B62-D40AF2C9DC3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994E5-E011-45E9-9E7E-9A9A54F2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06DE9-ADE2-9D23-2A79-605AEF8F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174D6-E583-458A-806A-068899AB5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9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D4BBEA-575D-BE80-32B5-2567393D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E8FFD-1711-5590-0E23-7334B83C3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C9C4E-328A-4299-9287-BBBDCCEBE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4A65B-75F2-4B9B-9B62-D40AF2C9DC3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8857-28A9-A7AD-F685-BA168C004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279CE-0A7A-DCC8-86B8-DB16CB2F0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174D6-E583-458A-806A-068899AB5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4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BCD4C21-D246-025A-9F96-C8F68D5901C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88E9E-24A9-61F2-6AC0-332E5B921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63" y="365126"/>
            <a:ext cx="10755437" cy="578772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2800" dirty="0"/>
              <a:t>What are AI Agents?</a:t>
            </a:r>
            <a:br>
              <a:rPr lang="en-US" sz="2800" dirty="0"/>
            </a:br>
            <a:endParaRPr lang="en-US" sz="28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F2D988-24A2-6EB3-8228-08542103D2F6}"/>
              </a:ext>
            </a:extLst>
          </p:cNvPr>
          <p:cNvSpPr txBox="1"/>
          <p:nvPr/>
        </p:nvSpPr>
        <p:spPr>
          <a:xfrm>
            <a:off x="9142944" y="370817"/>
            <a:ext cx="2900167" cy="6143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500" dirty="0"/>
          </a:p>
        </p:txBody>
      </p:sp>
      <p:graphicFrame>
        <p:nvGraphicFramePr>
          <p:cNvPr id="42" name="Content Placeholder 2">
            <a:extLst>
              <a:ext uri="{FF2B5EF4-FFF2-40B4-BE49-F238E27FC236}">
                <a16:creationId xmlns:a16="http://schemas.microsoft.com/office/drawing/2014/main" id="{57F8A53F-23E4-853A-ED9C-81DFEE021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941324"/>
              </p:ext>
            </p:extLst>
          </p:nvPr>
        </p:nvGraphicFramePr>
        <p:xfrm>
          <a:off x="598363" y="1116664"/>
          <a:ext cx="10755437" cy="5060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2281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994EE128-665C-0A2C-8535-2DDFFC0B2BE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13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84D9C-A84F-E9D8-D6BF-7012D35E4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Core Components of LLM Agents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56C262-27A7-830E-869A-EB633CFFC1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26729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1282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EDA5F4-AB11-FF4F-3688-17A98B8BC1D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4311" b="1142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2FD44-A4B8-785A-3E58-7ACC74810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12" y="53303"/>
            <a:ext cx="11075688" cy="435502"/>
          </a:xfrm>
        </p:spPr>
        <p:txBody>
          <a:bodyPr>
            <a:normAutofit fontScale="90000"/>
          </a:bodyPr>
          <a:lstStyle/>
          <a:p>
            <a:br>
              <a:rPr lang="en-US" sz="2800" dirty="0"/>
            </a:br>
            <a:r>
              <a:rPr lang="en-US" sz="2800" dirty="0"/>
              <a:t>What are AI Agents?</a:t>
            </a:r>
            <a:br>
              <a:rPr lang="en-US" sz="2800" dirty="0"/>
            </a:br>
            <a:endParaRPr lang="en-US" sz="2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CA70DA-AD7D-94D8-796F-FE1E7FB403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054951"/>
              </p:ext>
            </p:extLst>
          </p:nvPr>
        </p:nvGraphicFramePr>
        <p:xfrm>
          <a:off x="63207" y="542098"/>
          <a:ext cx="11937766" cy="6204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2517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D0C2963-4030-4C28-3A7E-137B4A4B622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743" b="12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A4C14-5527-0328-5DEE-4B7C3C1D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Example: Vacation Planning Problem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00178E-9F10-6B62-EA98-A6D3C4A667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078087"/>
              </p:ext>
            </p:extLst>
          </p:nvPr>
        </p:nvGraphicFramePr>
        <p:xfrm>
          <a:off x="838200" y="1394776"/>
          <a:ext cx="10515600" cy="5065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13825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4730916-09FA-607A-3BC3-82DBB6B3D79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A8841-79E7-C872-2BB2-B8A6AB959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214905"/>
            <a:ext cx="10700657" cy="547797"/>
          </a:xfrm>
        </p:spPr>
        <p:txBody>
          <a:bodyPr>
            <a:normAutofit fontScale="90000"/>
          </a:bodyPr>
          <a:lstStyle/>
          <a:p>
            <a:r>
              <a:rPr lang="en-US" dirty="0"/>
              <a:t>Tool Calling for LLMs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CCE3B483-7560-02FD-C585-D1A64CBE9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2940219"/>
              </p:ext>
            </p:extLst>
          </p:nvPr>
        </p:nvGraphicFramePr>
        <p:xfrm>
          <a:off x="653143" y="897545"/>
          <a:ext cx="11402610" cy="5787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45592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8A3E97C0-FFFB-6763-D1EA-A21B334801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1749486"/>
              </p:ext>
            </p:extLst>
          </p:nvPr>
        </p:nvGraphicFramePr>
        <p:xfrm>
          <a:off x="292788" y="225222"/>
          <a:ext cx="11418739" cy="6131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4243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C1359-18AD-5615-E218-D468F23C7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11386132" cy="123522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Comparing AI System Designs : 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400" dirty="0"/>
              <a:t>When designing AI systems, the right approach depends on factors such as task complexity, adaptability requirements, and operational constraints. 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44A5BA2-F721-5169-2DCE-BC80EB29F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04055"/>
              </p:ext>
            </p:extLst>
          </p:nvPr>
        </p:nvGraphicFramePr>
        <p:xfrm>
          <a:off x="761801" y="2428699"/>
          <a:ext cx="10668005" cy="3737638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2045123">
                  <a:extLst>
                    <a:ext uri="{9D8B030D-6E8A-4147-A177-3AD203B41FA5}">
                      <a16:colId xmlns:a16="http://schemas.microsoft.com/office/drawing/2014/main" val="905088447"/>
                    </a:ext>
                  </a:extLst>
                </a:gridCol>
                <a:gridCol w="2326453">
                  <a:extLst>
                    <a:ext uri="{9D8B030D-6E8A-4147-A177-3AD203B41FA5}">
                      <a16:colId xmlns:a16="http://schemas.microsoft.com/office/drawing/2014/main" val="2087940138"/>
                    </a:ext>
                  </a:extLst>
                </a:gridCol>
                <a:gridCol w="2257804">
                  <a:extLst>
                    <a:ext uri="{9D8B030D-6E8A-4147-A177-3AD203B41FA5}">
                      <a16:colId xmlns:a16="http://schemas.microsoft.com/office/drawing/2014/main" val="3875863475"/>
                    </a:ext>
                  </a:extLst>
                </a:gridCol>
                <a:gridCol w="1872143">
                  <a:extLst>
                    <a:ext uri="{9D8B030D-6E8A-4147-A177-3AD203B41FA5}">
                      <a16:colId xmlns:a16="http://schemas.microsoft.com/office/drawing/2014/main" val="508568664"/>
                    </a:ext>
                  </a:extLst>
                </a:gridCol>
                <a:gridCol w="2166482">
                  <a:extLst>
                    <a:ext uri="{9D8B030D-6E8A-4147-A177-3AD203B41FA5}">
                      <a16:colId xmlns:a16="http://schemas.microsoft.com/office/drawing/2014/main" val="1294882609"/>
                    </a:ext>
                  </a:extLst>
                </a:gridCol>
              </a:tblGrid>
              <a:tr h="86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AI System Type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Process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Use Case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Advantages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Limitations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63944"/>
                  </a:ext>
                </a:extLst>
              </a:tr>
              <a:tr h="86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Single LLM</a:t>
                      </a:r>
                      <a:endParaRPr lang="en-US" sz="19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Input → LLM → Output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Summarization, classification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Simple, fast, inexpensive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No adaptability or memory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439876"/>
                  </a:ext>
                </a:extLst>
              </a:tr>
              <a:tr h="86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Structured Workflow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Multiple LLM/tool steps → Output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Multi-step structured tasks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Predictable, auditable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Rigid and less flexible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043338"/>
                  </a:ext>
                </a:extLst>
              </a:tr>
              <a:tr h="1156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Autonomous Agent</a:t>
                      </a:r>
                      <a:endParaRPr lang="en-US" sz="19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Plan → Act → Observe → Repeat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Complex automation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Flexible, adaptive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Complex, higher cost</a:t>
                      </a:r>
                    </a:p>
                  </a:txBody>
                  <a:tcPr marL="155958" marR="155958" marT="155958" marB="7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718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23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4552EA-B629-855E-B515-CDB8AE48964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60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8174A6-7D9F-AB8A-0C98-60580087F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3385453"/>
              </p:ext>
            </p:extLst>
          </p:nvPr>
        </p:nvGraphicFramePr>
        <p:xfrm>
          <a:off x="838200" y="707923"/>
          <a:ext cx="10515600" cy="5469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3777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AA6B6A-5D27-8C95-74EF-F78BF8A983A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607" b="712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E312B-E56B-D9A7-2EEF-C2EF20572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RAG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8463AE9-EF57-CD14-E584-9790B00D01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8674096"/>
              </p:ext>
            </p:extLst>
          </p:nvPr>
        </p:nvGraphicFramePr>
        <p:xfrm>
          <a:off x="838200" y="1690688"/>
          <a:ext cx="10515600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51382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30B0C1-42CB-DE8B-2ECF-E920959549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1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FD796-009D-8EEF-7A23-3E0C26B09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RAG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547B83-8A72-4801-1A90-CF46ADCF66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71957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50047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7B49B-E8A2-C792-1663-EEF0872A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RAG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F53DC0-7364-C3A3-6003-6945495777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08039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6190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22792-BF63-8D12-445C-99CB3613B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4200"/>
              <a:t>Introduction to LangChain (bridge between LLMs)</a:t>
            </a:r>
            <a:br>
              <a:rPr lang="en-US" sz="4200"/>
            </a:br>
            <a:endParaRPr lang="en-US" sz="4200"/>
          </a:p>
        </p:txBody>
      </p:sp>
      <p:sp>
        <p:nvSpPr>
          <p:cNvPr id="3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2AA7D29-181E-C048-CA73-21DB9B36D3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33" r="12351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49885DD7-540A-7D47-84B4-48A83B3E0A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0360677"/>
              </p:ext>
            </p:extLst>
          </p:nvPr>
        </p:nvGraphicFramePr>
        <p:xfrm>
          <a:off x="572493" y="2071316"/>
          <a:ext cx="6713552" cy="4119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78384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3018</Words>
  <Application>Microsoft Office PowerPoint</Application>
  <PresentationFormat>Widescreen</PresentationFormat>
  <Paragraphs>312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Wingdings</vt:lpstr>
      <vt:lpstr>Office Theme</vt:lpstr>
      <vt:lpstr>What are AI Agents? </vt:lpstr>
      <vt:lpstr>Core Components of LLM Agents</vt:lpstr>
      <vt:lpstr> What are AI Agents? </vt:lpstr>
      <vt:lpstr>Example: Vacation Planning Problem </vt:lpstr>
      <vt:lpstr>Tool Calling for LLMs</vt:lpstr>
      <vt:lpstr>PowerPoint Presentation</vt:lpstr>
      <vt:lpstr>Comparing AI System Designs :   When designing AI systems, the right approach depends on factors such as task complexity, adaptability requirements, and operational constraints. </vt:lpstr>
      <vt:lpstr>PowerPoint Presentation</vt:lpstr>
      <vt:lpstr>RAG</vt:lpstr>
      <vt:lpstr>RAG</vt:lpstr>
      <vt:lpstr>RAG</vt:lpstr>
      <vt:lpstr>Introduction to LangChain (bridge between LLMs)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Sayanti Roy</dc:creator>
  <cp:lastModifiedBy>Sayanti Roy</cp:lastModifiedBy>
  <cp:revision>1</cp:revision>
  <dcterms:created xsi:type="dcterms:W3CDTF">2026-03-12T16:35:12Z</dcterms:created>
  <dcterms:modified xsi:type="dcterms:W3CDTF">2026-03-12T19:59:03Z</dcterms:modified>
</cp:coreProperties>
</file>